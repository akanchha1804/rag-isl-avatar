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Raleway ExtraBold"/>
      <p:bold r:id="rId52"/>
      <p:boldItalic r:id="rId53"/>
    </p:embeddedFont>
    <p:embeddedFont>
      <p:font typeface="Proxima Nova"/>
      <p:regular r:id="rId54"/>
      <p:bold r:id="rId55"/>
      <p:italic r:id="rId56"/>
      <p:boldItalic r:id="rId57"/>
    </p:embeddedFont>
    <p:embeddedFont>
      <p:font typeface="Roboto Medium"/>
      <p:regular r:id="rId58"/>
      <p:bold r:id="rId59"/>
      <p:italic r:id="rId60"/>
      <p:boldItalic r:id="rId61"/>
    </p:embeddedFont>
    <p:embeddedFont>
      <p:font typeface="Amatic SC"/>
      <p:regular r:id="rId62"/>
      <p:bold r:id="rId63"/>
    </p:embeddedFont>
    <p:embeddedFont>
      <p:font typeface="Bebas Neue"/>
      <p:regular r:id="rId64"/>
    </p:embeddedFont>
    <p:embeddedFont>
      <p:font typeface="Proxima Nova Semibold"/>
      <p:regular r:id="rId65"/>
      <p:bold r:id="rId66"/>
      <p:boldItalic r:id="rId67"/>
    </p:embeddedFont>
    <p:embeddedFont>
      <p:font typeface="Open Sans"/>
      <p:regular r:id="rId68"/>
      <p:bold r:id="rId69"/>
      <p:italic r:id="rId70"/>
      <p:boldItalic r:id="rId7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AB38579-5C16-46E5-B918-2E0D46153EEB}">
  <a:tblStyle styleId="{EAB38579-5C16-46E5-B918-2E0D46153EE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OpenSans-boldItalic.fntdata"/><Relationship Id="rId70" Type="http://schemas.openxmlformats.org/officeDocument/2006/relationships/font" Target="fonts/OpenSans-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regular.fntdata"/><Relationship Id="rId61" Type="http://schemas.openxmlformats.org/officeDocument/2006/relationships/font" Target="fonts/RobotoMedium-boldItalic.fntdata"/><Relationship Id="rId20" Type="http://schemas.openxmlformats.org/officeDocument/2006/relationships/slide" Target="slides/slide14.xml"/><Relationship Id="rId64" Type="http://schemas.openxmlformats.org/officeDocument/2006/relationships/font" Target="fonts/BebasNeue-regular.fntdata"/><Relationship Id="rId63" Type="http://schemas.openxmlformats.org/officeDocument/2006/relationships/font" Target="fonts/AmaticSC-bold.fntdata"/><Relationship Id="rId22" Type="http://schemas.openxmlformats.org/officeDocument/2006/relationships/slide" Target="slides/slide16.xml"/><Relationship Id="rId66" Type="http://schemas.openxmlformats.org/officeDocument/2006/relationships/font" Target="fonts/ProximaNovaSemibold-bold.fntdata"/><Relationship Id="rId21" Type="http://schemas.openxmlformats.org/officeDocument/2006/relationships/slide" Target="slides/slide15.xml"/><Relationship Id="rId65" Type="http://schemas.openxmlformats.org/officeDocument/2006/relationships/font" Target="fonts/ProximaNovaSemibold-regular.fntdata"/><Relationship Id="rId24" Type="http://schemas.openxmlformats.org/officeDocument/2006/relationships/slide" Target="slides/slide18.xml"/><Relationship Id="rId68" Type="http://schemas.openxmlformats.org/officeDocument/2006/relationships/font" Target="fonts/OpenSans-regular.fntdata"/><Relationship Id="rId23" Type="http://schemas.openxmlformats.org/officeDocument/2006/relationships/slide" Target="slides/slide17.xml"/><Relationship Id="rId67" Type="http://schemas.openxmlformats.org/officeDocument/2006/relationships/font" Target="fonts/ProximaNovaSemibold-boldItalic.fntdata"/><Relationship Id="rId60" Type="http://schemas.openxmlformats.org/officeDocument/2006/relationships/font" Target="fonts/RobotoMedium-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OpenSans-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RalewayExtraBold-boldItalic.fntdata"/><Relationship Id="rId52" Type="http://schemas.openxmlformats.org/officeDocument/2006/relationships/font" Target="fonts/RalewayExtraBold-bold.fntdata"/><Relationship Id="rId11" Type="http://schemas.openxmlformats.org/officeDocument/2006/relationships/slide" Target="slides/slide5.xml"/><Relationship Id="rId55" Type="http://schemas.openxmlformats.org/officeDocument/2006/relationships/font" Target="fonts/ProximaNova-bold.fntdata"/><Relationship Id="rId10" Type="http://schemas.openxmlformats.org/officeDocument/2006/relationships/slide" Target="slides/slide4.xml"/><Relationship Id="rId54" Type="http://schemas.openxmlformats.org/officeDocument/2006/relationships/font" Target="fonts/ProximaNova-regular.fntdata"/><Relationship Id="rId13" Type="http://schemas.openxmlformats.org/officeDocument/2006/relationships/slide" Target="slides/slide7.xml"/><Relationship Id="rId57" Type="http://schemas.openxmlformats.org/officeDocument/2006/relationships/font" Target="fonts/ProximaNova-boldItalic.fntdata"/><Relationship Id="rId12" Type="http://schemas.openxmlformats.org/officeDocument/2006/relationships/slide" Target="slides/slide6.xml"/><Relationship Id="rId56" Type="http://schemas.openxmlformats.org/officeDocument/2006/relationships/font" Target="fonts/ProximaNova-italic.fntdata"/><Relationship Id="rId15" Type="http://schemas.openxmlformats.org/officeDocument/2006/relationships/slide" Target="slides/slide9.xml"/><Relationship Id="rId59" Type="http://schemas.openxmlformats.org/officeDocument/2006/relationships/font" Target="fonts/RobotoMedium-bold.fntdata"/><Relationship Id="rId14" Type="http://schemas.openxmlformats.org/officeDocument/2006/relationships/slide" Target="slides/slide8.xml"/><Relationship Id="rId58" Type="http://schemas.openxmlformats.org/officeDocument/2006/relationships/font" Target="fonts/Roboto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0" name="Shape 1830"/>
        <p:cNvGrpSpPr/>
        <p:nvPr/>
      </p:nvGrpSpPr>
      <p:grpSpPr>
        <a:xfrm>
          <a:off x="0" y="0"/>
          <a:ext cx="0" cy="0"/>
          <a:chOff x="0" y="0"/>
          <a:chExt cx="0" cy="0"/>
        </a:xfrm>
      </p:grpSpPr>
      <p:sp>
        <p:nvSpPr>
          <p:cNvPr id="1831" name="Google Shape;1831;g29c779a9a9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2" name="Google Shape;1832;g29c779a9a9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6" name="Shape 1836"/>
        <p:cNvGrpSpPr/>
        <p:nvPr/>
      </p:nvGrpSpPr>
      <p:grpSpPr>
        <a:xfrm>
          <a:off x="0" y="0"/>
          <a:ext cx="0" cy="0"/>
          <a:chOff x="0" y="0"/>
          <a:chExt cx="0" cy="0"/>
        </a:xfrm>
      </p:grpSpPr>
      <p:sp>
        <p:nvSpPr>
          <p:cNvPr id="1837" name="Google Shape;1837;gdd0c7d16c6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8" name="Google Shape;1838;gdd0c7d16c6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 name="Shape 1845"/>
        <p:cNvGrpSpPr/>
        <p:nvPr/>
      </p:nvGrpSpPr>
      <p:grpSpPr>
        <a:xfrm>
          <a:off x="0" y="0"/>
          <a:ext cx="0" cy="0"/>
          <a:chOff x="0" y="0"/>
          <a:chExt cx="0" cy="0"/>
        </a:xfrm>
      </p:grpSpPr>
      <p:sp>
        <p:nvSpPr>
          <p:cNvPr id="1846" name="Google Shape;1846;gdd0c7d16c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7" name="Google Shape;1847;gdd0c7d16c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2" name="Shape 1862"/>
        <p:cNvGrpSpPr/>
        <p:nvPr/>
      </p:nvGrpSpPr>
      <p:grpSpPr>
        <a:xfrm>
          <a:off x="0" y="0"/>
          <a:ext cx="0" cy="0"/>
          <a:chOff x="0" y="0"/>
          <a:chExt cx="0" cy="0"/>
        </a:xfrm>
      </p:grpSpPr>
      <p:sp>
        <p:nvSpPr>
          <p:cNvPr id="1863" name="Google Shape;1863;gdd0c7d16c6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 name="Google Shape;1864;gdd0c7d16c6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8" name="Shape 1878"/>
        <p:cNvGrpSpPr/>
        <p:nvPr/>
      </p:nvGrpSpPr>
      <p:grpSpPr>
        <a:xfrm>
          <a:off x="0" y="0"/>
          <a:ext cx="0" cy="0"/>
          <a:chOff x="0" y="0"/>
          <a:chExt cx="0" cy="0"/>
        </a:xfrm>
      </p:grpSpPr>
      <p:sp>
        <p:nvSpPr>
          <p:cNvPr id="1879" name="Google Shape;1879;gdb0f9523dd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0" name="Google Shape;1880;gdb0f9523dd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4" name="Shape 1884"/>
        <p:cNvGrpSpPr/>
        <p:nvPr/>
      </p:nvGrpSpPr>
      <p:grpSpPr>
        <a:xfrm>
          <a:off x="0" y="0"/>
          <a:ext cx="0" cy="0"/>
          <a:chOff x="0" y="0"/>
          <a:chExt cx="0" cy="0"/>
        </a:xfrm>
      </p:grpSpPr>
      <p:sp>
        <p:nvSpPr>
          <p:cNvPr id="1885" name="Google Shape;1885;g29c770d5fd2_0_5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6" name="Google Shape;1886;g29c770d5fd2_0_5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0" name="Shape 1890"/>
        <p:cNvGrpSpPr/>
        <p:nvPr/>
      </p:nvGrpSpPr>
      <p:grpSpPr>
        <a:xfrm>
          <a:off x="0" y="0"/>
          <a:ext cx="0" cy="0"/>
          <a:chOff x="0" y="0"/>
          <a:chExt cx="0" cy="0"/>
        </a:xfrm>
      </p:grpSpPr>
      <p:sp>
        <p:nvSpPr>
          <p:cNvPr id="1891" name="Google Shape;1891;g29c770d5fd2_0_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2" name="Google Shape;1892;g29c770d5fd2_0_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3" name="Shape 1903"/>
        <p:cNvGrpSpPr/>
        <p:nvPr/>
      </p:nvGrpSpPr>
      <p:grpSpPr>
        <a:xfrm>
          <a:off x="0" y="0"/>
          <a:ext cx="0" cy="0"/>
          <a:chOff x="0" y="0"/>
          <a:chExt cx="0" cy="0"/>
        </a:xfrm>
      </p:grpSpPr>
      <p:sp>
        <p:nvSpPr>
          <p:cNvPr id="1904" name="Google Shape;1904;g29c770d5fd2_0_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5" name="Google Shape;1905;g29c770d5fd2_0_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9" name="Shape 1909"/>
        <p:cNvGrpSpPr/>
        <p:nvPr/>
      </p:nvGrpSpPr>
      <p:grpSpPr>
        <a:xfrm>
          <a:off x="0" y="0"/>
          <a:ext cx="0" cy="0"/>
          <a:chOff x="0" y="0"/>
          <a:chExt cx="0" cy="0"/>
        </a:xfrm>
      </p:grpSpPr>
      <p:sp>
        <p:nvSpPr>
          <p:cNvPr id="1910" name="Google Shape;1910;g29c770d5fd2_0_6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1" name="Google Shape;1911;g29c770d5fd2_0_6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4" name="Shape 1914"/>
        <p:cNvGrpSpPr/>
        <p:nvPr/>
      </p:nvGrpSpPr>
      <p:grpSpPr>
        <a:xfrm>
          <a:off x="0" y="0"/>
          <a:ext cx="0" cy="0"/>
          <a:chOff x="0" y="0"/>
          <a:chExt cx="0" cy="0"/>
        </a:xfrm>
      </p:grpSpPr>
      <p:sp>
        <p:nvSpPr>
          <p:cNvPr id="1915" name="Google Shape;1915;g29c770d5fd2_0_6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6" name="Google Shape;1916;g29c770d5fd2_0_6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5" name="Shape 1935"/>
        <p:cNvGrpSpPr/>
        <p:nvPr/>
      </p:nvGrpSpPr>
      <p:grpSpPr>
        <a:xfrm>
          <a:off x="0" y="0"/>
          <a:ext cx="0" cy="0"/>
          <a:chOff x="0" y="0"/>
          <a:chExt cx="0" cy="0"/>
        </a:xfrm>
      </p:grpSpPr>
      <p:sp>
        <p:nvSpPr>
          <p:cNvPr id="1936" name="Google Shape;1936;g29c770d5fd2_0_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7" name="Google Shape;1937;g29c770d5fd2_0_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2" name="Shape 1952"/>
        <p:cNvGrpSpPr/>
        <p:nvPr/>
      </p:nvGrpSpPr>
      <p:grpSpPr>
        <a:xfrm>
          <a:off x="0" y="0"/>
          <a:ext cx="0" cy="0"/>
          <a:chOff x="0" y="0"/>
          <a:chExt cx="0" cy="0"/>
        </a:xfrm>
      </p:grpSpPr>
      <p:sp>
        <p:nvSpPr>
          <p:cNvPr id="1953" name="Google Shape;1953;g29c770d5fd2_0_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4" name="Google Shape;1954;g29c770d5fd2_0_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3" name="Shape 1973"/>
        <p:cNvGrpSpPr/>
        <p:nvPr/>
      </p:nvGrpSpPr>
      <p:grpSpPr>
        <a:xfrm>
          <a:off x="0" y="0"/>
          <a:ext cx="0" cy="0"/>
          <a:chOff x="0" y="0"/>
          <a:chExt cx="0" cy="0"/>
        </a:xfrm>
      </p:grpSpPr>
      <p:sp>
        <p:nvSpPr>
          <p:cNvPr id="1974" name="Google Shape;1974;g29c770d5fd2_0_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5" name="Google Shape;1975;g29c770d5fd2_0_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9" name="Shape 1979"/>
        <p:cNvGrpSpPr/>
        <p:nvPr/>
      </p:nvGrpSpPr>
      <p:grpSpPr>
        <a:xfrm>
          <a:off x="0" y="0"/>
          <a:ext cx="0" cy="0"/>
          <a:chOff x="0" y="0"/>
          <a:chExt cx="0" cy="0"/>
        </a:xfrm>
      </p:grpSpPr>
      <p:sp>
        <p:nvSpPr>
          <p:cNvPr id="1980" name="Google Shape;1980;g29c770d5fd2_0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1" name="Google Shape;1981;g29c770d5fd2_0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5" name="Shape 1985"/>
        <p:cNvGrpSpPr/>
        <p:nvPr/>
      </p:nvGrpSpPr>
      <p:grpSpPr>
        <a:xfrm>
          <a:off x="0" y="0"/>
          <a:ext cx="0" cy="0"/>
          <a:chOff x="0" y="0"/>
          <a:chExt cx="0" cy="0"/>
        </a:xfrm>
      </p:grpSpPr>
      <p:sp>
        <p:nvSpPr>
          <p:cNvPr id="1986" name="Google Shape;1986;g29c770d5fd2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7" name="Google Shape;1987;g29c770d5fd2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6" name="Shape 2006"/>
        <p:cNvGrpSpPr/>
        <p:nvPr/>
      </p:nvGrpSpPr>
      <p:grpSpPr>
        <a:xfrm>
          <a:off x="0" y="0"/>
          <a:ext cx="0" cy="0"/>
          <a:chOff x="0" y="0"/>
          <a:chExt cx="0" cy="0"/>
        </a:xfrm>
      </p:grpSpPr>
      <p:sp>
        <p:nvSpPr>
          <p:cNvPr id="2007" name="Google Shape;2007;g29c770d5fd2_0_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8" name="Google Shape;2008;g29c770d5fd2_0_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9" name="Shape 2019"/>
        <p:cNvGrpSpPr/>
        <p:nvPr/>
      </p:nvGrpSpPr>
      <p:grpSpPr>
        <a:xfrm>
          <a:off x="0" y="0"/>
          <a:ext cx="0" cy="0"/>
          <a:chOff x="0" y="0"/>
          <a:chExt cx="0" cy="0"/>
        </a:xfrm>
      </p:grpSpPr>
      <p:sp>
        <p:nvSpPr>
          <p:cNvPr id="2020" name="Google Shape;2020;g29c770d5fd2_0_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1" name="Google Shape;2021;g29c770d5fd2_0_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2" name="Shape 2082"/>
        <p:cNvGrpSpPr/>
        <p:nvPr/>
      </p:nvGrpSpPr>
      <p:grpSpPr>
        <a:xfrm>
          <a:off x="0" y="0"/>
          <a:ext cx="0" cy="0"/>
          <a:chOff x="0" y="0"/>
          <a:chExt cx="0" cy="0"/>
        </a:xfrm>
      </p:grpSpPr>
      <p:sp>
        <p:nvSpPr>
          <p:cNvPr id="2083" name="Google Shape;2083;g29c770d5fd2_0_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4" name="Google Shape;2084;g29c770d5fd2_0_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9" name="Shape 2099"/>
        <p:cNvGrpSpPr/>
        <p:nvPr/>
      </p:nvGrpSpPr>
      <p:grpSpPr>
        <a:xfrm>
          <a:off x="0" y="0"/>
          <a:ext cx="0" cy="0"/>
          <a:chOff x="0" y="0"/>
          <a:chExt cx="0" cy="0"/>
        </a:xfrm>
      </p:grpSpPr>
      <p:sp>
        <p:nvSpPr>
          <p:cNvPr id="2100" name="Google Shape;2100;g29c770d5fd2_0_7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1" name="Google Shape;2101;g29c770d5fd2_0_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4" name="Shape 2124"/>
        <p:cNvGrpSpPr/>
        <p:nvPr/>
      </p:nvGrpSpPr>
      <p:grpSpPr>
        <a:xfrm>
          <a:off x="0" y="0"/>
          <a:ext cx="0" cy="0"/>
          <a:chOff x="0" y="0"/>
          <a:chExt cx="0" cy="0"/>
        </a:xfrm>
      </p:grpSpPr>
      <p:sp>
        <p:nvSpPr>
          <p:cNvPr id="2125" name="Google Shape;2125;g29c770d5fd2_0_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6" name="Google Shape;2126;g29c770d5fd2_0_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3" name="Shape 2143"/>
        <p:cNvGrpSpPr/>
        <p:nvPr/>
      </p:nvGrpSpPr>
      <p:grpSpPr>
        <a:xfrm>
          <a:off x="0" y="0"/>
          <a:ext cx="0" cy="0"/>
          <a:chOff x="0" y="0"/>
          <a:chExt cx="0" cy="0"/>
        </a:xfrm>
      </p:grpSpPr>
      <p:sp>
        <p:nvSpPr>
          <p:cNvPr id="2144" name="Google Shape;2144;g29c770d5fd2_0_8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5" name="Google Shape;2145;g29c770d5fd2_0_8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5" name="Shape 2535"/>
        <p:cNvGrpSpPr/>
        <p:nvPr/>
      </p:nvGrpSpPr>
      <p:grpSpPr>
        <a:xfrm>
          <a:off x="0" y="0"/>
          <a:ext cx="0" cy="0"/>
          <a:chOff x="0" y="0"/>
          <a:chExt cx="0" cy="0"/>
        </a:xfrm>
      </p:grpSpPr>
      <p:sp>
        <p:nvSpPr>
          <p:cNvPr id="2536" name="Google Shape;2536;g29d4e6a92e0_0_1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7" name="Google Shape;2537;g29d4e6a92e0_0_1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1" name="Shape 2541"/>
        <p:cNvGrpSpPr/>
        <p:nvPr/>
      </p:nvGrpSpPr>
      <p:grpSpPr>
        <a:xfrm>
          <a:off x="0" y="0"/>
          <a:ext cx="0" cy="0"/>
          <a:chOff x="0" y="0"/>
          <a:chExt cx="0" cy="0"/>
        </a:xfrm>
      </p:grpSpPr>
      <p:sp>
        <p:nvSpPr>
          <p:cNvPr id="2542" name="Google Shape;2542;g29d4e6a92e0_0_1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3" name="Google Shape;2543;g29d4e6a92e0_0_1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7" name="Shape 2547"/>
        <p:cNvGrpSpPr/>
        <p:nvPr/>
      </p:nvGrpSpPr>
      <p:grpSpPr>
        <a:xfrm>
          <a:off x="0" y="0"/>
          <a:ext cx="0" cy="0"/>
          <a:chOff x="0" y="0"/>
          <a:chExt cx="0" cy="0"/>
        </a:xfrm>
      </p:grpSpPr>
      <p:sp>
        <p:nvSpPr>
          <p:cNvPr id="2548" name="Google Shape;2548;g29d4e6a92e0_0_2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9" name="Google Shape;2549;g29d4e6a92e0_0_2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3" name="Shape 2553"/>
        <p:cNvGrpSpPr/>
        <p:nvPr/>
      </p:nvGrpSpPr>
      <p:grpSpPr>
        <a:xfrm>
          <a:off x="0" y="0"/>
          <a:ext cx="0" cy="0"/>
          <a:chOff x="0" y="0"/>
          <a:chExt cx="0" cy="0"/>
        </a:xfrm>
      </p:grpSpPr>
      <p:sp>
        <p:nvSpPr>
          <p:cNvPr id="2554" name="Google Shape;2554;g29d4e6a92e0_0_2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5" name="Google Shape;2555;g29d4e6a92e0_0_2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9" name="Shape 2559"/>
        <p:cNvGrpSpPr/>
        <p:nvPr/>
      </p:nvGrpSpPr>
      <p:grpSpPr>
        <a:xfrm>
          <a:off x="0" y="0"/>
          <a:ext cx="0" cy="0"/>
          <a:chOff x="0" y="0"/>
          <a:chExt cx="0" cy="0"/>
        </a:xfrm>
      </p:grpSpPr>
      <p:sp>
        <p:nvSpPr>
          <p:cNvPr id="2560" name="Google Shape;2560;g29d4e6a92e0_0_2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1" name="Google Shape;2561;g29d4e6a92e0_0_2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9" name="Shape 2579"/>
        <p:cNvGrpSpPr/>
        <p:nvPr/>
      </p:nvGrpSpPr>
      <p:grpSpPr>
        <a:xfrm>
          <a:off x="0" y="0"/>
          <a:ext cx="0" cy="0"/>
          <a:chOff x="0" y="0"/>
          <a:chExt cx="0" cy="0"/>
        </a:xfrm>
      </p:grpSpPr>
      <p:sp>
        <p:nvSpPr>
          <p:cNvPr id="2580" name="Google Shape;2580;g29d4e6a92e0_0_2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1" name="Google Shape;2581;g29d4e6a92e0_0_2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5" name="Shape 2595"/>
        <p:cNvGrpSpPr/>
        <p:nvPr/>
      </p:nvGrpSpPr>
      <p:grpSpPr>
        <a:xfrm>
          <a:off x="0" y="0"/>
          <a:ext cx="0" cy="0"/>
          <a:chOff x="0" y="0"/>
          <a:chExt cx="0" cy="0"/>
        </a:xfrm>
      </p:grpSpPr>
      <p:sp>
        <p:nvSpPr>
          <p:cNvPr id="2596" name="Google Shape;2596;g29d4e6a92e0_0_2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7" name="Google Shape;2597;g29d4e6a92e0_0_2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4" name="Shape 2934"/>
        <p:cNvGrpSpPr/>
        <p:nvPr/>
      </p:nvGrpSpPr>
      <p:grpSpPr>
        <a:xfrm>
          <a:off x="0" y="0"/>
          <a:ext cx="0" cy="0"/>
          <a:chOff x="0" y="0"/>
          <a:chExt cx="0" cy="0"/>
        </a:xfrm>
      </p:grpSpPr>
      <p:sp>
        <p:nvSpPr>
          <p:cNvPr id="2935" name="Google Shape;2935;g29d4e6a92e0_0_30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6" name="Google Shape;2936;g29d4e6a92e0_0_30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5" name="Shape 5135"/>
        <p:cNvGrpSpPr/>
        <p:nvPr/>
      </p:nvGrpSpPr>
      <p:grpSpPr>
        <a:xfrm>
          <a:off x="0" y="0"/>
          <a:ext cx="0" cy="0"/>
          <a:chOff x="0" y="0"/>
          <a:chExt cx="0" cy="0"/>
        </a:xfrm>
      </p:grpSpPr>
      <p:sp>
        <p:nvSpPr>
          <p:cNvPr id="5136" name="Google Shape;5136;g29d4e6a92e0_0_5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7" name="Google Shape;5137;g29d4e6a92e0_0_5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4" name="Shape 5554"/>
        <p:cNvGrpSpPr/>
        <p:nvPr/>
      </p:nvGrpSpPr>
      <p:grpSpPr>
        <a:xfrm>
          <a:off x="0" y="0"/>
          <a:ext cx="0" cy="0"/>
          <a:chOff x="0" y="0"/>
          <a:chExt cx="0" cy="0"/>
        </a:xfrm>
      </p:grpSpPr>
      <p:sp>
        <p:nvSpPr>
          <p:cNvPr id="5555" name="Google Shape;5555;g29d4e6a92e0_0_5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6" name="Google Shape;5556;g29d4e6a92e0_0_5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4" name="Shape 5724"/>
        <p:cNvGrpSpPr/>
        <p:nvPr/>
      </p:nvGrpSpPr>
      <p:grpSpPr>
        <a:xfrm>
          <a:off x="0" y="0"/>
          <a:ext cx="0" cy="0"/>
          <a:chOff x="0" y="0"/>
          <a:chExt cx="0" cy="0"/>
        </a:xfrm>
      </p:grpSpPr>
      <p:sp>
        <p:nvSpPr>
          <p:cNvPr id="5725" name="Google Shape;5725;g29d4e6a92e0_0_5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6" name="Google Shape;5726;g29d4e6a92e0_0_5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9" name="Shape 6129"/>
        <p:cNvGrpSpPr/>
        <p:nvPr/>
      </p:nvGrpSpPr>
      <p:grpSpPr>
        <a:xfrm>
          <a:off x="0" y="0"/>
          <a:ext cx="0" cy="0"/>
          <a:chOff x="0" y="0"/>
          <a:chExt cx="0" cy="0"/>
        </a:xfrm>
      </p:grpSpPr>
      <p:sp>
        <p:nvSpPr>
          <p:cNvPr id="6130" name="Google Shape;6130;g29d4e6a92e0_0_6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1" name="Google Shape;6131;g29d4e6a92e0_0_6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9" name="Shape 6509"/>
        <p:cNvGrpSpPr/>
        <p:nvPr/>
      </p:nvGrpSpPr>
      <p:grpSpPr>
        <a:xfrm>
          <a:off x="0" y="0"/>
          <a:ext cx="0" cy="0"/>
          <a:chOff x="0" y="0"/>
          <a:chExt cx="0" cy="0"/>
        </a:xfrm>
      </p:grpSpPr>
      <p:sp>
        <p:nvSpPr>
          <p:cNvPr id="6510" name="Google Shape;6510;g29d4e6a92e0_0_6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1" name="Google Shape;6511;g29d4e6a92e0_0_6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5" name="Shape 6935"/>
        <p:cNvGrpSpPr/>
        <p:nvPr/>
      </p:nvGrpSpPr>
      <p:grpSpPr>
        <a:xfrm>
          <a:off x="0" y="0"/>
          <a:ext cx="0" cy="0"/>
          <a:chOff x="0" y="0"/>
          <a:chExt cx="0" cy="0"/>
        </a:xfrm>
      </p:grpSpPr>
      <p:sp>
        <p:nvSpPr>
          <p:cNvPr id="6936" name="Google Shape;6936;g29d4e6a92e0_0_7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7" name="Google Shape;6937;g29d4e6a92e0_0_7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6" name="Shape 7296"/>
        <p:cNvGrpSpPr/>
        <p:nvPr/>
      </p:nvGrpSpPr>
      <p:grpSpPr>
        <a:xfrm>
          <a:off x="0" y="0"/>
          <a:ext cx="0" cy="0"/>
          <a:chOff x="0" y="0"/>
          <a:chExt cx="0" cy="0"/>
        </a:xfrm>
      </p:grpSpPr>
      <p:sp>
        <p:nvSpPr>
          <p:cNvPr id="7297" name="Google Shape;7297;g29d4e6a92e0_0_7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8" name="Google Shape;7298;g29d4e6a92e0_0_7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6" name="Shape 7806"/>
        <p:cNvGrpSpPr/>
        <p:nvPr/>
      </p:nvGrpSpPr>
      <p:grpSpPr>
        <a:xfrm>
          <a:off x="0" y="0"/>
          <a:ext cx="0" cy="0"/>
          <a:chOff x="0" y="0"/>
          <a:chExt cx="0" cy="0"/>
        </a:xfrm>
      </p:grpSpPr>
      <p:sp>
        <p:nvSpPr>
          <p:cNvPr id="7807" name="Google Shape;7807;g29d4e6a92e0_0_7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8" name="Google Shape;7808;g29d4e6a92e0_0_7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6" name="Shape 8426"/>
        <p:cNvGrpSpPr/>
        <p:nvPr/>
      </p:nvGrpSpPr>
      <p:grpSpPr>
        <a:xfrm>
          <a:off x="0" y="0"/>
          <a:ext cx="0" cy="0"/>
          <a:chOff x="0" y="0"/>
          <a:chExt cx="0" cy="0"/>
        </a:xfrm>
      </p:grpSpPr>
      <p:sp>
        <p:nvSpPr>
          <p:cNvPr id="8427" name="Google Shape;8427;g29d4e6a92e0_0_8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8" name="Google Shape;8428;g29d4e6a92e0_0_8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0" name="Shape 9020"/>
        <p:cNvGrpSpPr/>
        <p:nvPr/>
      </p:nvGrpSpPr>
      <p:grpSpPr>
        <a:xfrm>
          <a:off x="0" y="0"/>
          <a:ext cx="0" cy="0"/>
          <a:chOff x="0" y="0"/>
          <a:chExt cx="0" cy="0"/>
        </a:xfrm>
      </p:grpSpPr>
      <p:sp>
        <p:nvSpPr>
          <p:cNvPr id="9021" name="Google Shape;9021;g29d4e6a92e0_0_9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2" name="Google Shape;9022;g29d4e6a92e0_0_9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1" name="Shape 9341"/>
        <p:cNvGrpSpPr/>
        <p:nvPr/>
      </p:nvGrpSpPr>
      <p:grpSpPr>
        <a:xfrm>
          <a:off x="0" y="0"/>
          <a:ext cx="0" cy="0"/>
          <a:chOff x="0" y="0"/>
          <a:chExt cx="0" cy="0"/>
        </a:xfrm>
      </p:grpSpPr>
      <p:sp>
        <p:nvSpPr>
          <p:cNvPr id="9342" name="Google Shape;9342;g29d4e6a92e0_0_9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3" name="Google Shape;9343;g29d4e6a92e0_0_9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9" name="Shape 9649"/>
        <p:cNvGrpSpPr/>
        <p:nvPr/>
      </p:nvGrpSpPr>
      <p:grpSpPr>
        <a:xfrm>
          <a:off x="0" y="0"/>
          <a:ext cx="0" cy="0"/>
          <a:chOff x="0" y="0"/>
          <a:chExt cx="0" cy="0"/>
        </a:xfrm>
      </p:grpSpPr>
      <p:sp>
        <p:nvSpPr>
          <p:cNvPr id="9650" name="Google Shape;9650;g29d4e6a92e0_0_11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1" name="Google Shape;9651;g29d4e6a92e0_0_11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87450" y="-58650"/>
            <a:ext cx="9318900" cy="5260800"/>
            <a:chOff x="-87450" y="-58650"/>
            <a:chExt cx="9318900" cy="5260800"/>
          </a:xfrm>
        </p:grpSpPr>
        <p:grpSp>
          <p:nvGrpSpPr>
            <p:cNvPr id="10" name="Google Shape;10;p2"/>
            <p:cNvGrpSpPr/>
            <p:nvPr/>
          </p:nvGrpSpPr>
          <p:grpSpPr>
            <a:xfrm>
              <a:off x="129563" y="-58650"/>
              <a:ext cx="8884875" cy="5260800"/>
              <a:chOff x="129563" y="-58650"/>
              <a:chExt cx="8884875" cy="5260800"/>
            </a:xfrm>
          </p:grpSpPr>
          <p:cxnSp>
            <p:nvCxnSpPr>
              <p:cNvPr id="11" name="Google Shape;11;p2"/>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 name="Google Shape;12;p2"/>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 name="Google Shape;13;p2"/>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 name="Google Shape;14;p2"/>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 name="Google Shape;15;p2"/>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 name="Google Shape;16;p2"/>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 name="Google Shape;17;p2"/>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8" name="Google Shape;18;p2"/>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9" name="Google Shape;19;p2"/>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 name="Google Shape;20;p2"/>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 name="Google Shape;21;p2"/>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 name="Google Shape;22;p2"/>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3" name="Google Shape;23;p2"/>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4" name="Google Shape;24;p2"/>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5" name="Google Shape;25;p2"/>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 name="Google Shape;26;p2"/>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 name="Google Shape;27;p2"/>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 name="Google Shape;28;p2"/>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9" name="Google Shape;29;p2"/>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0" name="Google Shape;30;p2"/>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1" name="Google Shape;31;p2"/>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 name="Google Shape;32;p2"/>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 name="Google Shape;33;p2"/>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 name="Google Shape;34;p2"/>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5" name="Google Shape;35;p2"/>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6" name="Google Shape;36;p2"/>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7" name="Google Shape;37;p2"/>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8" name="Google Shape;38;p2"/>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 name="Google Shape;39;p2"/>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40" name="Google Shape;40;p2"/>
            <p:cNvGrpSpPr/>
            <p:nvPr/>
          </p:nvGrpSpPr>
          <p:grpSpPr>
            <a:xfrm>
              <a:off x="-87450" y="171125"/>
              <a:ext cx="9318900" cy="4801250"/>
              <a:chOff x="-87450" y="281675"/>
              <a:chExt cx="9318900" cy="4801250"/>
            </a:xfrm>
          </p:grpSpPr>
          <p:cxnSp>
            <p:nvCxnSpPr>
              <p:cNvPr id="41" name="Google Shape;41;p2"/>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 name="Google Shape;42;p2"/>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3" name="Google Shape;43;p2"/>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4" name="Google Shape;44;p2"/>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5" name="Google Shape;45;p2"/>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6" name="Google Shape;46;p2"/>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7" name="Google Shape;47;p2"/>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8" name="Google Shape;48;p2"/>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9" name="Google Shape;49;p2"/>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 name="Google Shape;50;p2"/>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1" name="Google Shape;51;p2"/>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2" name="Google Shape;52;p2"/>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3" name="Google Shape;53;p2"/>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4" name="Google Shape;54;p2"/>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 name="Google Shape;55;p2"/>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6" name="Google Shape;56;p2"/>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57" name="Google Shape;57;p2"/>
          <p:cNvPicPr preferRelativeResize="0"/>
          <p:nvPr/>
        </p:nvPicPr>
        <p:blipFill>
          <a:blip r:embed="rId2">
            <a:alphaModFix/>
          </a:blip>
          <a:stretch>
            <a:fillRect/>
          </a:stretch>
        </p:blipFill>
        <p:spPr>
          <a:xfrm>
            <a:off x="840789" y="539500"/>
            <a:ext cx="7462422" cy="4064500"/>
          </a:xfrm>
          <a:prstGeom prst="rect">
            <a:avLst/>
          </a:prstGeom>
          <a:noFill/>
          <a:ln>
            <a:noFill/>
          </a:ln>
        </p:spPr>
      </p:pic>
      <p:sp>
        <p:nvSpPr>
          <p:cNvPr id="58" name="Google Shape;58;p2"/>
          <p:cNvSpPr txBox="1"/>
          <p:nvPr>
            <p:ph type="ctrTitle"/>
          </p:nvPr>
        </p:nvSpPr>
        <p:spPr>
          <a:xfrm>
            <a:off x="717225" y="1384900"/>
            <a:ext cx="7713600" cy="191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8500"/>
              <a:buNone/>
              <a:defRPr b="0" sz="5600">
                <a:latin typeface="Raleway ExtraBold"/>
                <a:ea typeface="Raleway ExtraBold"/>
                <a:cs typeface="Raleway ExtraBold"/>
                <a:sym typeface="Raleway ExtraBold"/>
              </a:defRPr>
            </a:lvl1pPr>
            <a:lvl2pPr lvl="1" rtl="0" algn="ctr">
              <a:spcBef>
                <a:spcPts val="0"/>
              </a:spcBef>
              <a:spcAft>
                <a:spcPts val="0"/>
              </a:spcAft>
              <a:buSzPts val="8500"/>
              <a:buNone/>
              <a:defRPr sz="8500"/>
            </a:lvl2pPr>
            <a:lvl3pPr lvl="2" rtl="0" algn="ctr">
              <a:spcBef>
                <a:spcPts val="0"/>
              </a:spcBef>
              <a:spcAft>
                <a:spcPts val="0"/>
              </a:spcAft>
              <a:buSzPts val="8500"/>
              <a:buNone/>
              <a:defRPr sz="8500"/>
            </a:lvl3pPr>
            <a:lvl4pPr lvl="3" rtl="0" algn="ctr">
              <a:spcBef>
                <a:spcPts val="0"/>
              </a:spcBef>
              <a:spcAft>
                <a:spcPts val="0"/>
              </a:spcAft>
              <a:buSzPts val="8500"/>
              <a:buNone/>
              <a:defRPr sz="8500"/>
            </a:lvl4pPr>
            <a:lvl5pPr lvl="4" rtl="0" algn="ctr">
              <a:spcBef>
                <a:spcPts val="0"/>
              </a:spcBef>
              <a:spcAft>
                <a:spcPts val="0"/>
              </a:spcAft>
              <a:buSzPts val="8500"/>
              <a:buNone/>
              <a:defRPr sz="8500"/>
            </a:lvl5pPr>
            <a:lvl6pPr lvl="5" rtl="0" algn="ctr">
              <a:spcBef>
                <a:spcPts val="0"/>
              </a:spcBef>
              <a:spcAft>
                <a:spcPts val="0"/>
              </a:spcAft>
              <a:buSzPts val="8500"/>
              <a:buNone/>
              <a:defRPr sz="8500"/>
            </a:lvl6pPr>
            <a:lvl7pPr lvl="6" rtl="0" algn="ctr">
              <a:spcBef>
                <a:spcPts val="0"/>
              </a:spcBef>
              <a:spcAft>
                <a:spcPts val="0"/>
              </a:spcAft>
              <a:buSzPts val="8500"/>
              <a:buNone/>
              <a:defRPr sz="8500"/>
            </a:lvl7pPr>
            <a:lvl8pPr lvl="7" rtl="0" algn="ctr">
              <a:spcBef>
                <a:spcPts val="0"/>
              </a:spcBef>
              <a:spcAft>
                <a:spcPts val="0"/>
              </a:spcAft>
              <a:buSzPts val="8500"/>
              <a:buNone/>
              <a:defRPr sz="8500"/>
            </a:lvl8pPr>
            <a:lvl9pPr lvl="8" rtl="0" algn="ctr">
              <a:spcBef>
                <a:spcPts val="0"/>
              </a:spcBef>
              <a:spcAft>
                <a:spcPts val="0"/>
              </a:spcAft>
              <a:buSzPts val="8500"/>
              <a:buNone/>
              <a:defRPr sz="8500"/>
            </a:lvl9pPr>
          </a:lstStyle>
          <a:p/>
        </p:txBody>
      </p:sp>
      <p:sp>
        <p:nvSpPr>
          <p:cNvPr id="59" name="Google Shape;59;p2"/>
          <p:cNvSpPr txBox="1"/>
          <p:nvPr>
            <p:ph idx="1" type="subTitle"/>
          </p:nvPr>
        </p:nvSpPr>
        <p:spPr>
          <a:xfrm>
            <a:off x="2345475" y="3382975"/>
            <a:ext cx="4477500" cy="4602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60" name="Google Shape;60;p2"/>
          <p:cNvGrpSpPr/>
          <p:nvPr/>
        </p:nvGrpSpPr>
        <p:grpSpPr>
          <a:xfrm>
            <a:off x="393372" y="3577466"/>
            <a:ext cx="671993" cy="671901"/>
            <a:chOff x="-990075" y="1350000"/>
            <a:chExt cx="914400" cy="914400"/>
          </a:xfrm>
        </p:grpSpPr>
        <p:sp>
          <p:nvSpPr>
            <p:cNvPr id="61" name="Google Shape;61;p2"/>
            <p:cNvSpPr/>
            <p:nvPr/>
          </p:nvSpPr>
          <p:spPr>
            <a:xfrm>
              <a:off x="-990075" y="1350000"/>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2" name="Google Shape;62;p2"/>
            <p:cNvGrpSpPr/>
            <p:nvPr/>
          </p:nvGrpSpPr>
          <p:grpSpPr>
            <a:xfrm>
              <a:off x="-783698" y="1532882"/>
              <a:ext cx="501626" cy="548634"/>
              <a:chOff x="1026360" y="1137240"/>
              <a:chExt cx="349200" cy="380520"/>
            </a:xfrm>
          </p:grpSpPr>
          <p:sp>
            <p:nvSpPr>
              <p:cNvPr id="63" name="Google Shape;63;p2"/>
              <p:cNvSpPr/>
              <p:nvPr/>
            </p:nvSpPr>
            <p:spPr>
              <a:xfrm>
                <a:off x="1286640" y="1137240"/>
                <a:ext cx="88920" cy="126360"/>
              </a:xfrm>
              <a:custGeom>
                <a:rect b="b" l="l" r="r" t="t"/>
                <a:pathLst>
                  <a:path extrusionOk="0" h="351" w="247">
                    <a:moveTo>
                      <a:pt x="96" y="335"/>
                    </a:moveTo>
                    <a:cubicBezTo>
                      <a:pt x="108" y="357"/>
                      <a:pt x="139" y="357"/>
                      <a:pt x="150" y="335"/>
                    </a:cubicBezTo>
                    <a:lnTo>
                      <a:pt x="232" y="182"/>
                    </a:lnTo>
                    <a:cubicBezTo>
                      <a:pt x="253" y="144"/>
                      <a:pt x="252" y="98"/>
                      <a:pt x="229" y="61"/>
                    </a:cubicBezTo>
                    <a:cubicBezTo>
                      <a:pt x="207" y="23"/>
                      <a:pt x="167" y="0"/>
                      <a:pt x="123" y="0"/>
                    </a:cubicBezTo>
                    <a:cubicBezTo>
                      <a:pt x="79" y="0"/>
                      <a:pt x="40" y="23"/>
                      <a:pt x="17" y="61"/>
                    </a:cubicBezTo>
                    <a:cubicBezTo>
                      <a:pt x="-5" y="98"/>
                      <a:pt x="-6" y="144"/>
                      <a:pt x="14" y="182"/>
                    </a:cubicBezTo>
                    <a:lnTo>
                      <a:pt x="96" y="33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4" name="Google Shape;64;p2"/>
              <p:cNvSpPr/>
              <p:nvPr/>
            </p:nvSpPr>
            <p:spPr>
              <a:xfrm>
                <a:off x="1026360" y="1168560"/>
                <a:ext cx="236160" cy="236160"/>
              </a:xfrm>
              <a:custGeom>
                <a:rect b="b" l="l" r="r" t="t"/>
                <a:pathLst>
                  <a:path extrusionOk="0" h="656" w="656">
                    <a:moveTo>
                      <a:pt x="83" y="615"/>
                    </a:moveTo>
                    <a:cubicBezTo>
                      <a:pt x="69" y="573"/>
                      <a:pt x="62" y="530"/>
                      <a:pt x="62" y="485"/>
                    </a:cubicBezTo>
                    <a:cubicBezTo>
                      <a:pt x="62" y="252"/>
                      <a:pt x="252" y="62"/>
                      <a:pt x="485" y="62"/>
                    </a:cubicBezTo>
                    <a:cubicBezTo>
                      <a:pt x="529" y="62"/>
                      <a:pt x="573" y="69"/>
                      <a:pt x="616" y="83"/>
                    </a:cubicBezTo>
                    <a:cubicBezTo>
                      <a:pt x="632" y="88"/>
                      <a:pt x="649" y="79"/>
                      <a:pt x="654" y="63"/>
                    </a:cubicBezTo>
                    <a:cubicBezTo>
                      <a:pt x="660" y="47"/>
                      <a:pt x="651" y="29"/>
                      <a:pt x="635" y="24"/>
                    </a:cubicBezTo>
                    <a:cubicBezTo>
                      <a:pt x="586" y="8"/>
                      <a:pt x="536" y="0"/>
                      <a:pt x="485" y="0"/>
                    </a:cubicBezTo>
                    <a:cubicBezTo>
                      <a:pt x="356" y="0"/>
                      <a:pt x="234" y="51"/>
                      <a:pt x="142" y="142"/>
                    </a:cubicBezTo>
                    <a:cubicBezTo>
                      <a:pt x="51" y="234"/>
                      <a:pt x="0" y="356"/>
                      <a:pt x="0" y="485"/>
                    </a:cubicBezTo>
                    <a:cubicBezTo>
                      <a:pt x="0" y="536"/>
                      <a:pt x="8" y="586"/>
                      <a:pt x="24" y="635"/>
                    </a:cubicBezTo>
                    <a:cubicBezTo>
                      <a:pt x="29" y="651"/>
                      <a:pt x="47" y="660"/>
                      <a:pt x="63" y="655"/>
                    </a:cubicBezTo>
                    <a:cubicBezTo>
                      <a:pt x="79" y="649"/>
                      <a:pt x="88" y="632"/>
                      <a:pt x="83" y="615"/>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5" name="Google Shape;65;p2"/>
              <p:cNvSpPr/>
              <p:nvPr/>
            </p:nvSpPr>
            <p:spPr>
              <a:xfrm>
                <a:off x="1139400" y="1281600"/>
                <a:ext cx="236160" cy="236160"/>
              </a:xfrm>
              <a:custGeom>
                <a:rect b="b" l="l" r="r" t="t"/>
                <a:pathLst>
                  <a:path extrusionOk="0" h="656" w="656">
                    <a:moveTo>
                      <a:pt x="632" y="21"/>
                    </a:moveTo>
                    <a:cubicBezTo>
                      <a:pt x="627" y="5"/>
                      <a:pt x="610" y="-4"/>
                      <a:pt x="593" y="2"/>
                    </a:cubicBezTo>
                    <a:cubicBezTo>
                      <a:pt x="577" y="7"/>
                      <a:pt x="568" y="24"/>
                      <a:pt x="573" y="41"/>
                    </a:cubicBezTo>
                    <a:cubicBezTo>
                      <a:pt x="587" y="83"/>
                      <a:pt x="594" y="127"/>
                      <a:pt x="594" y="171"/>
                    </a:cubicBezTo>
                    <a:cubicBezTo>
                      <a:pt x="594" y="404"/>
                      <a:pt x="404" y="594"/>
                      <a:pt x="171" y="594"/>
                    </a:cubicBezTo>
                    <a:cubicBezTo>
                      <a:pt x="127" y="594"/>
                      <a:pt x="83" y="587"/>
                      <a:pt x="41" y="573"/>
                    </a:cubicBezTo>
                    <a:cubicBezTo>
                      <a:pt x="24" y="568"/>
                      <a:pt x="7" y="577"/>
                      <a:pt x="2" y="593"/>
                    </a:cubicBezTo>
                    <a:cubicBezTo>
                      <a:pt x="-4" y="610"/>
                      <a:pt x="5" y="627"/>
                      <a:pt x="21" y="632"/>
                    </a:cubicBezTo>
                    <a:cubicBezTo>
                      <a:pt x="70" y="648"/>
                      <a:pt x="120" y="656"/>
                      <a:pt x="171" y="656"/>
                    </a:cubicBezTo>
                    <a:cubicBezTo>
                      <a:pt x="301" y="656"/>
                      <a:pt x="422" y="605"/>
                      <a:pt x="514" y="514"/>
                    </a:cubicBezTo>
                    <a:cubicBezTo>
                      <a:pt x="605" y="422"/>
                      <a:pt x="656" y="301"/>
                      <a:pt x="656" y="171"/>
                    </a:cubicBezTo>
                    <a:cubicBezTo>
                      <a:pt x="656" y="120"/>
                      <a:pt x="648" y="70"/>
                      <a:pt x="632" y="2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6" name="Google Shape;66;p2"/>
              <p:cNvSpPr/>
              <p:nvPr/>
            </p:nvSpPr>
            <p:spPr>
              <a:xfrm>
                <a:off x="1081440" y="1213200"/>
                <a:ext cx="119520" cy="79200"/>
              </a:xfrm>
              <a:custGeom>
                <a:rect b="b" l="l" r="r" t="t"/>
                <a:pathLst>
                  <a:path extrusionOk="0" h="220" w="332">
                    <a:moveTo>
                      <a:pt x="0" y="220"/>
                    </a:moveTo>
                    <a:lnTo>
                      <a:pt x="173" y="220"/>
                    </a:lnTo>
                    <a:cubicBezTo>
                      <a:pt x="180" y="182"/>
                      <a:pt x="191" y="146"/>
                      <a:pt x="204" y="115"/>
                    </a:cubicBezTo>
                    <a:cubicBezTo>
                      <a:pt x="236" y="41"/>
                      <a:pt x="281" y="0"/>
                      <a:pt x="332" y="0"/>
                    </a:cubicBezTo>
                    <a:cubicBezTo>
                      <a:pt x="183" y="0"/>
                      <a:pt x="55" y="91"/>
                      <a:pt x="0" y="220"/>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7" name="Google Shape;67;p2"/>
              <p:cNvSpPr/>
              <p:nvPr/>
            </p:nvSpPr>
            <p:spPr>
              <a:xfrm>
                <a:off x="1166400" y="1235520"/>
                <a:ext cx="69120" cy="56880"/>
              </a:xfrm>
              <a:custGeom>
                <a:rect b="b" l="l" r="r" t="t"/>
                <a:pathLst>
                  <a:path extrusionOk="0" h="158" w="192">
                    <a:moveTo>
                      <a:pt x="96" y="0"/>
                    </a:moveTo>
                    <a:cubicBezTo>
                      <a:pt x="63" y="0"/>
                      <a:pt x="21" y="58"/>
                      <a:pt x="0" y="158"/>
                    </a:cubicBezTo>
                    <a:lnTo>
                      <a:pt x="192" y="158"/>
                    </a:lnTo>
                    <a:cubicBezTo>
                      <a:pt x="171" y="58"/>
                      <a:pt x="129" y="0"/>
                      <a:pt x="96" y="0"/>
                    </a:cubicBezTo>
                    <a:close/>
                  </a:path>
                </a:pathLst>
              </a:custGeom>
              <a:solidFill>
                <a:schemeClr val="accent6"/>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 name="Google Shape;68;p2"/>
              <p:cNvSpPr/>
              <p:nvPr/>
            </p:nvSpPr>
            <p:spPr>
              <a:xfrm>
                <a:off x="1200960" y="1213200"/>
                <a:ext cx="119520" cy="79200"/>
              </a:xfrm>
              <a:custGeom>
                <a:rect b="b" l="l" r="r" t="t"/>
                <a:pathLst>
                  <a:path extrusionOk="0" h="220" w="332">
                    <a:moveTo>
                      <a:pt x="159" y="220"/>
                    </a:moveTo>
                    <a:lnTo>
                      <a:pt x="332" y="220"/>
                    </a:lnTo>
                    <a:cubicBezTo>
                      <a:pt x="277" y="91"/>
                      <a:pt x="149" y="0"/>
                      <a:pt x="0" y="0"/>
                    </a:cubicBezTo>
                    <a:cubicBezTo>
                      <a:pt x="51" y="0"/>
                      <a:pt x="96" y="41"/>
                      <a:pt x="128" y="115"/>
                    </a:cubicBezTo>
                    <a:cubicBezTo>
                      <a:pt x="141" y="146"/>
                      <a:pt x="152" y="182"/>
                      <a:pt x="159" y="220"/>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 name="Google Shape;69;p2"/>
              <p:cNvSpPr/>
              <p:nvPr/>
            </p:nvSpPr>
            <p:spPr>
              <a:xfrm>
                <a:off x="1161360" y="1314720"/>
                <a:ext cx="79200" cy="56880"/>
              </a:xfrm>
              <a:custGeom>
                <a:rect b="b" l="l" r="r" t="t"/>
                <a:pathLst>
                  <a:path extrusionOk="0" h="158" w="220">
                    <a:moveTo>
                      <a:pt x="220" y="79"/>
                    </a:moveTo>
                    <a:cubicBezTo>
                      <a:pt x="220" y="51"/>
                      <a:pt x="219" y="25"/>
                      <a:pt x="216" y="0"/>
                    </a:cubicBezTo>
                    <a:lnTo>
                      <a:pt x="4" y="0"/>
                    </a:lnTo>
                    <a:cubicBezTo>
                      <a:pt x="1" y="25"/>
                      <a:pt x="0" y="51"/>
                      <a:pt x="0" y="79"/>
                    </a:cubicBezTo>
                    <a:cubicBezTo>
                      <a:pt x="0" y="107"/>
                      <a:pt x="1" y="134"/>
                      <a:pt x="4" y="158"/>
                    </a:cubicBezTo>
                    <a:lnTo>
                      <a:pt x="216" y="158"/>
                    </a:lnTo>
                    <a:cubicBezTo>
                      <a:pt x="219" y="134"/>
                      <a:pt x="220" y="107"/>
                      <a:pt x="220" y="79"/>
                    </a:cubicBezTo>
                    <a:close/>
                  </a:path>
                </a:pathLst>
              </a:custGeom>
              <a:solidFill>
                <a:schemeClr val="accent6"/>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 name="Google Shape;70;p2"/>
              <p:cNvSpPr/>
              <p:nvPr/>
            </p:nvSpPr>
            <p:spPr>
              <a:xfrm>
                <a:off x="1261440" y="1314720"/>
                <a:ext cx="69480" cy="56880"/>
              </a:xfrm>
              <a:custGeom>
                <a:rect b="b" l="l" r="r" t="t"/>
                <a:pathLst>
                  <a:path extrusionOk="0" h="158" w="193">
                    <a:moveTo>
                      <a:pt x="184" y="158"/>
                    </a:moveTo>
                    <a:cubicBezTo>
                      <a:pt x="190" y="133"/>
                      <a:pt x="193" y="106"/>
                      <a:pt x="193" y="79"/>
                    </a:cubicBezTo>
                    <a:cubicBezTo>
                      <a:pt x="193" y="52"/>
                      <a:pt x="190" y="25"/>
                      <a:pt x="184" y="0"/>
                    </a:cubicBezTo>
                    <a:lnTo>
                      <a:pt x="0" y="0"/>
                    </a:lnTo>
                    <a:cubicBezTo>
                      <a:pt x="3" y="26"/>
                      <a:pt x="4" y="52"/>
                      <a:pt x="4" y="79"/>
                    </a:cubicBezTo>
                    <a:cubicBezTo>
                      <a:pt x="4" y="106"/>
                      <a:pt x="3" y="132"/>
                      <a:pt x="0" y="158"/>
                    </a:cubicBezTo>
                    <a:lnTo>
                      <a:pt x="184" y="158"/>
                    </a:lnTo>
                    <a:close/>
                  </a:path>
                </a:pathLst>
              </a:custGeom>
              <a:solidFill>
                <a:schemeClr val="accent6"/>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 name="Google Shape;71;p2"/>
              <p:cNvSpPr/>
              <p:nvPr/>
            </p:nvSpPr>
            <p:spPr>
              <a:xfrm>
                <a:off x="1071000" y="1314720"/>
                <a:ext cx="69480" cy="56880"/>
              </a:xfrm>
              <a:custGeom>
                <a:rect b="b" l="l" r="r" t="t"/>
                <a:pathLst>
                  <a:path extrusionOk="0" h="158" w="193">
                    <a:moveTo>
                      <a:pt x="189" y="79"/>
                    </a:moveTo>
                    <a:cubicBezTo>
                      <a:pt x="189" y="52"/>
                      <a:pt x="190" y="26"/>
                      <a:pt x="193" y="0"/>
                    </a:cubicBezTo>
                    <a:lnTo>
                      <a:pt x="9" y="0"/>
                    </a:lnTo>
                    <a:cubicBezTo>
                      <a:pt x="3" y="25"/>
                      <a:pt x="0" y="52"/>
                      <a:pt x="0" y="79"/>
                    </a:cubicBezTo>
                    <a:cubicBezTo>
                      <a:pt x="0" y="106"/>
                      <a:pt x="3" y="133"/>
                      <a:pt x="9" y="158"/>
                    </a:cubicBezTo>
                    <a:lnTo>
                      <a:pt x="193" y="158"/>
                    </a:lnTo>
                    <a:cubicBezTo>
                      <a:pt x="190" y="132"/>
                      <a:pt x="189" y="106"/>
                      <a:pt x="189" y="79"/>
                    </a:cubicBezTo>
                    <a:close/>
                  </a:path>
                </a:pathLst>
              </a:custGeom>
              <a:solidFill>
                <a:schemeClr val="accent6"/>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 name="Google Shape;72;p2"/>
              <p:cNvSpPr/>
              <p:nvPr/>
            </p:nvSpPr>
            <p:spPr>
              <a:xfrm>
                <a:off x="1081440" y="1393920"/>
                <a:ext cx="119520" cy="79200"/>
              </a:xfrm>
              <a:custGeom>
                <a:rect b="b" l="l" r="r" t="t"/>
                <a:pathLst>
                  <a:path extrusionOk="0" h="220" w="332">
                    <a:moveTo>
                      <a:pt x="204" y="105"/>
                    </a:moveTo>
                    <a:cubicBezTo>
                      <a:pt x="191" y="74"/>
                      <a:pt x="180" y="38"/>
                      <a:pt x="173" y="0"/>
                    </a:cubicBezTo>
                    <a:lnTo>
                      <a:pt x="0" y="0"/>
                    </a:lnTo>
                    <a:cubicBezTo>
                      <a:pt x="55" y="129"/>
                      <a:pt x="183" y="220"/>
                      <a:pt x="332" y="220"/>
                    </a:cubicBezTo>
                    <a:cubicBezTo>
                      <a:pt x="281" y="220"/>
                      <a:pt x="236" y="179"/>
                      <a:pt x="204" y="105"/>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3" name="Google Shape;73;p2"/>
              <p:cNvSpPr/>
              <p:nvPr/>
            </p:nvSpPr>
            <p:spPr>
              <a:xfrm>
                <a:off x="1166400" y="1393920"/>
                <a:ext cx="69120" cy="56880"/>
              </a:xfrm>
              <a:custGeom>
                <a:rect b="b" l="l" r="r" t="t"/>
                <a:pathLst>
                  <a:path extrusionOk="0" h="158" w="192">
                    <a:moveTo>
                      <a:pt x="96" y="158"/>
                    </a:moveTo>
                    <a:cubicBezTo>
                      <a:pt x="129" y="158"/>
                      <a:pt x="171" y="100"/>
                      <a:pt x="192" y="0"/>
                    </a:cubicBezTo>
                    <a:lnTo>
                      <a:pt x="0" y="0"/>
                    </a:lnTo>
                    <a:cubicBezTo>
                      <a:pt x="21" y="100"/>
                      <a:pt x="63" y="158"/>
                      <a:pt x="96" y="158"/>
                    </a:cubicBezTo>
                    <a:close/>
                  </a:path>
                </a:pathLst>
              </a:custGeom>
              <a:solidFill>
                <a:schemeClr val="accent6"/>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 name="Google Shape;74;p2"/>
              <p:cNvSpPr/>
              <p:nvPr/>
            </p:nvSpPr>
            <p:spPr>
              <a:xfrm>
                <a:off x="1200960" y="1393920"/>
                <a:ext cx="119520" cy="79200"/>
              </a:xfrm>
              <a:custGeom>
                <a:rect b="b" l="l" r="r" t="t"/>
                <a:pathLst>
                  <a:path extrusionOk="0" h="220" w="332">
                    <a:moveTo>
                      <a:pt x="332" y="0"/>
                    </a:moveTo>
                    <a:lnTo>
                      <a:pt x="159" y="0"/>
                    </a:lnTo>
                    <a:cubicBezTo>
                      <a:pt x="152" y="38"/>
                      <a:pt x="141" y="74"/>
                      <a:pt x="128" y="105"/>
                    </a:cubicBezTo>
                    <a:cubicBezTo>
                      <a:pt x="96" y="179"/>
                      <a:pt x="51" y="220"/>
                      <a:pt x="0" y="220"/>
                    </a:cubicBezTo>
                    <a:cubicBezTo>
                      <a:pt x="149" y="220"/>
                      <a:pt x="277" y="129"/>
                      <a:pt x="332" y="0"/>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75" name="Google Shape;75;p2"/>
          <p:cNvGrpSpPr/>
          <p:nvPr/>
        </p:nvGrpSpPr>
        <p:grpSpPr>
          <a:xfrm>
            <a:off x="4248234" y="203551"/>
            <a:ext cx="671993" cy="671901"/>
            <a:chOff x="-990075" y="2638275"/>
            <a:chExt cx="914400" cy="914400"/>
          </a:xfrm>
        </p:grpSpPr>
        <p:sp>
          <p:nvSpPr>
            <p:cNvPr id="76" name="Google Shape;76;p2"/>
            <p:cNvSpPr/>
            <p:nvPr/>
          </p:nvSpPr>
          <p:spPr>
            <a:xfrm>
              <a:off x="-990075" y="2638275"/>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77" name="Google Shape;77;p2"/>
            <p:cNvGrpSpPr/>
            <p:nvPr/>
          </p:nvGrpSpPr>
          <p:grpSpPr>
            <a:xfrm>
              <a:off x="-720985" y="2821157"/>
              <a:ext cx="376216" cy="548629"/>
              <a:chOff x="1069920" y="3429360"/>
              <a:chExt cx="262080" cy="382320"/>
            </a:xfrm>
          </p:grpSpPr>
          <p:sp>
            <p:nvSpPr>
              <p:cNvPr id="78" name="Google Shape;78;p2"/>
              <p:cNvSpPr/>
              <p:nvPr/>
            </p:nvSpPr>
            <p:spPr>
              <a:xfrm>
                <a:off x="1137240" y="3474000"/>
                <a:ext cx="127440" cy="74880"/>
              </a:xfrm>
              <a:custGeom>
                <a:rect b="b" l="l" r="r" t="t"/>
                <a:pathLst>
                  <a:path extrusionOk="0" h="208" w="354">
                    <a:moveTo>
                      <a:pt x="151" y="139"/>
                    </a:moveTo>
                    <a:cubicBezTo>
                      <a:pt x="156" y="130"/>
                      <a:pt x="166" y="125"/>
                      <a:pt x="177" y="125"/>
                    </a:cubicBezTo>
                    <a:cubicBezTo>
                      <a:pt x="188" y="125"/>
                      <a:pt x="198" y="130"/>
                      <a:pt x="203" y="139"/>
                    </a:cubicBezTo>
                    <a:cubicBezTo>
                      <a:pt x="230" y="182"/>
                      <a:pt x="276" y="208"/>
                      <a:pt x="327" y="208"/>
                    </a:cubicBezTo>
                    <a:lnTo>
                      <a:pt x="354" y="208"/>
                    </a:lnTo>
                    <a:lnTo>
                      <a:pt x="354" y="135"/>
                    </a:lnTo>
                    <a:cubicBezTo>
                      <a:pt x="354" y="61"/>
                      <a:pt x="293" y="0"/>
                      <a:pt x="219" y="0"/>
                    </a:cubicBezTo>
                    <a:lnTo>
                      <a:pt x="135" y="0"/>
                    </a:lnTo>
                    <a:cubicBezTo>
                      <a:pt x="61" y="0"/>
                      <a:pt x="0" y="61"/>
                      <a:pt x="0" y="135"/>
                    </a:cubicBezTo>
                    <a:lnTo>
                      <a:pt x="0" y="208"/>
                    </a:lnTo>
                    <a:lnTo>
                      <a:pt x="27" y="208"/>
                    </a:lnTo>
                    <a:cubicBezTo>
                      <a:pt x="78" y="208"/>
                      <a:pt x="124" y="182"/>
                      <a:pt x="151" y="139"/>
                    </a:cubicBezTo>
                    <a:close/>
                  </a:path>
                </a:pathLst>
              </a:custGeom>
              <a:solidFill>
                <a:schemeClr val="accent6"/>
              </a:solidFill>
              <a:ln>
                <a:noFill/>
              </a:ln>
            </p:spPr>
            <p:txBody>
              <a:bodyPr anchorCtr="1" anchor="ctr" bIns="29875" lIns="90000" spcFirstLastPara="1" rIns="90000" wrap="square" tIns="29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 name="Google Shape;79;p2"/>
              <p:cNvSpPr/>
              <p:nvPr/>
            </p:nvSpPr>
            <p:spPr>
              <a:xfrm>
                <a:off x="1174680" y="3686400"/>
                <a:ext cx="52560" cy="48960"/>
              </a:xfrm>
              <a:custGeom>
                <a:rect b="b" l="l" r="r" t="t"/>
                <a:pathLst>
                  <a:path extrusionOk="0" h="136" w="146">
                    <a:moveTo>
                      <a:pt x="0" y="0"/>
                    </a:moveTo>
                    <a:lnTo>
                      <a:pt x="0" y="64"/>
                    </a:lnTo>
                    <a:cubicBezTo>
                      <a:pt x="0" y="104"/>
                      <a:pt x="33" y="136"/>
                      <a:pt x="73" y="136"/>
                    </a:cubicBezTo>
                    <a:cubicBezTo>
                      <a:pt x="113" y="136"/>
                      <a:pt x="146" y="104"/>
                      <a:pt x="146" y="64"/>
                    </a:cubicBezTo>
                    <a:lnTo>
                      <a:pt x="146" y="0"/>
                    </a:lnTo>
                    <a:cubicBezTo>
                      <a:pt x="123" y="8"/>
                      <a:pt x="98" y="12"/>
                      <a:pt x="73" y="12"/>
                    </a:cubicBezTo>
                    <a:cubicBezTo>
                      <a:pt x="48" y="12"/>
                      <a:pt x="23" y="8"/>
                      <a:pt x="0" y="0"/>
                    </a:cubicBezTo>
                    <a:close/>
                  </a:path>
                </a:pathLst>
              </a:custGeom>
              <a:solidFill>
                <a:schemeClr val="accent6"/>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 name="Google Shape;80;p2"/>
              <p:cNvSpPr/>
              <p:nvPr/>
            </p:nvSpPr>
            <p:spPr>
              <a:xfrm>
                <a:off x="1137240" y="3548520"/>
                <a:ext cx="127440" cy="119880"/>
              </a:xfrm>
              <a:custGeom>
                <a:rect b="b" l="l" r="r" t="t"/>
                <a:pathLst>
                  <a:path extrusionOk="0" h="333" w="354">
                    <a:moveTo>
                      <a:pt x="208" y="240"/>
                    </a:moveTo>
                    <a:cubicBezTo>
                      <a:pt x="208" y="223"/>
                      <a:pt x="222" y="209"/>
                      <a:pt x="239" y="209"/>
                    </a:cubicBezTo>
                    <a:lnTo>
                      <a:pt x="346" y="209"/>
                    </a:lnTo>
                    <a:cubicBezTo>
                      <a:pt x="351" y="192"/>
                      <a:pt x="354" y="175"/>
                      <a:pt x="354" y="157"/>
                    </a:cubicBezTo>
                    <a:lnTo>
                      <a:pt x="354" y="63"/>
                    </a:lnTo>
                    <a:lnTo>
                      <a:pt x="327" y="63"/>
                    </a:lnTo>
                    <a:cubicBezTo>
                      <a:pt x="269" y="63"/>
                      <a:pt x="216" y="40"/>
                      <a:pt x="177" y="0"/>
                    </a:cubicBezTo>
                    <a:cubicBezTo>
                      <a:pt x="138" y="40"/>
                      <a:pt x="85" y="63"/>
                      <a:pt x="27" y="63"/>
                    </a:cubicBezTo>
                    <a:lnTo>
                      <a:pt x="0" y="63"/>
                    </a:lnTo>
                    <a:lnTo>
                      <a:pt x="0" y="157"/>
                    </a:lnTo>
                    <a:cubicBezTo>
                      <a:pt x="0" y="254"/>
                      <a:pt x="80" y="333"/>
                      <a:pt x="177" y="333"/>
                    </a:cubicBezTo>
                    <a:cubicBezTo>
                      <a:pt x="231" y="333"/>
                      <a:pt x="279" y="309"/>
                      <a:pt x="311" y="271"/>
                    </a:cubicBezTo>
                    <a:lnTo>
                      <a:pt x="239" y="271"/>
                    </a:lnTo>
                    <a:cubicBezTo>
                      <a:pt x="222" y="271"/>
                      <a:pt x="208" y="257"/>
                      <a:pt x="208" y="24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 name="Google Shape;81;p2"/>
              <p:cNvSpPr/>
              <p:nvPr/>
            </p:nvSpPr>
            <p:spPr>
              <a:xfrm>
                <a:off x="1069920" y="3697920"/>
                <a:ext cx="262080" cy="113760"/>
              </a:xfrm>
              <a:custGeom>
                <a:rect b="b" l="l" r="r" t="t"/>
                <a:pathLst>
                  <a:path extrusionOk="0" h="316" w="728">
                    <a:moveTo>
                      <a:pt x="551" y="0"/>
                    </a:moveTo>
                    <a:lnTo>
                      <a:pt x="499" y="0"/>
                    </a:lnTo>
                    <a:lnTo>
                      <a:pt x="499" y="32"/>
                    </a:lnTo>
                    <a:cubicBezTo>
                      <a:pt x="499" y="106"/>
                      <a:pt x="438" y="167"/>
                      <a:pt x="364" y="167"/>
                    </a:cubicBezTo>
                    <a:cubicBezTo>
                      <a:pt x="290" y="167"/>
                      <a:pt x="229" y="106"/>
                      <a:pt x="229" y="32"/>
                    </a:cubicBezTo>
                    <a:lnTo>
                      <a:pt x="229" y="0"/>
                    </a:lnTo>
                    <a:lnTo>
                      <a:pt x="177" y="0"/>
                    </a:lnTo>
                    <a:cubicBezTo>
                      <a:pt x="80" y="0"/>
                      <a:pt x="0" y="80"/>
                      <a:pt x="0" y="177"/>
                    </a:cubicBezTo>
                    <a:lnTo>
                      <a:pt x="0" y="285"/>
                    </a:lnTo>
                    <a:cubicBezTo>
                      <a:pt x="0" y="302"/>
                      <a:pt x="14" y="316"/>
                      <a:pt x="32" y="316"/>
                    </a:cubicBezTo>
                    <a:lnTo>
                      <a:pt x="127" y="316"/>
                    </a:lnTo>
                    <a:lnTo>
                      <a:pt x="127" y="239"/>
                    </a:lnTo>
                    <a:cubicBezTo>
                      <a:pt x="127" y="222"/>
                      <a:pt x="141" y="208"/>
                      <a:pt x="158" y="208"/>
                    </a:cubicBezTo>
                    <a:cubicBezTo>
                      <a:pt x="176" y="208"/>
                      <a:pt x="190" y="222"/>
                      <a:pt x="190" y="239"/>
                    </a:cubicBezTo>
                    <a:lnTo>
                      <a:pt x="190" y="316"/>
                    </a:lnTo>
                    <a:lnTo>
                      <a:pt x="541" y="316"/>
                    </a:lnTo>
                    <a:lnTo>
                      <a:pt x="541" y="239"/>
                    </a:lnTo>
                    <a:cubicBezTo>
                      <a:pt x="541" y="222"/>
                      <a:pt x="555" y="208"/>
                      <a:pt x="572" y="208"/>
                    </a:cubicBezTo>
                    <a:cubicBezTo>
                      <a:pt x="589" y="208"/>
                      <a:pt x="603" y="222"/>
                      <a:pt x="603" y="239"/>
                    </a:cubicBezTo>
                    <a:lnTo>
                      <a:pt x="603" y="316"/>
                    </a:lnTo>
                    <a:lnTo>
                      <a:pt x="696" y="316"/>
                    </a:lnTo>
                    <a:cubicBezTo>
                      <a:pt x="714" y="316"/>
                      <a:pt x="728" y="302"/>
                      <a:pt x="728" y="285"/>
                    </a:cubicBezTo>
                    <a:lnTo>
                      <a:pt x="728" y="177"/>
                    </a:lnTo>
                    <a:cubicBezTo>
                      <a:pt x="728" y="80"/>
                      <a:pt x="648" y="0"/>
                      <a:pt x="551"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 name="Google Shape;82;p2"/>
              <p:cNvSpPr/>
              <p:nvPr/>
            </p:nvSpPr>
            <p:spPr>
              <a:xfrm>
                <a:off x="1085040" y="3429360"/>
                <a:ext cx="231840" cy="216720"/>
              </a:xfrm>
              <a:custGeom>
                <a:rect b="b" l="l" r="r" t="t"/>
                <a:pathLst>
                  <a:path extrusionOk="0" h="602" w="644">
                    <a:moveTo>
                      <a:pt x="42" y="498"/>
                    </a:moveTo>
                    <a:lnTo>
                      <a:pt x="83" y="498"/>
                    </a:lnTo>
                    <a:lnTo>
                      <a:pt x="83" y="332"/>
                    </a:lnTo>
                    <a:lnTo>
                      <a:pt x="62" y="332"/>
                    </a:lnTo>
                    <a:lnTo>
                      <a:pt x="62" y="322"/>
                    </a:lnTo>
                    <a:cubicBezTo>
                      <a:pt x="62" y="178"/>
                      <a:pt x="179" y="62"/>
                      <a:pt x="322" y="62"/>
                    </a:cubicBezTo>
                    <a:cubicBezTo>
                      <a:pt x="465" y="62"/>
                      <a:pt x="582" y="178"/>
                      <a:pt x="582" y="322"/>
                    </a:cubicBezTo>
                    <a:lnTo>
                      <a:pt x="582" y="332"/>
                    </a:lnTo>
                    <a:lnTo>
                      <a:pt x="561" y="332"/>
                    </a:lnTo>
                    <a:lnTo>
                      <a:pt x="561" y="529"/>
                    </a:lnTo>
                    <a:cubicBezTo>
                      <a:pt x="561" y="535"/>
                      <a:pt x="556" y="540"/>
                      <a:pt x="551" y="540"/>
                    </a:cubicBezTo>
                    <a:lnTo>
                      <a:pt x="491" y="540"/>
                    </a:lnTo>
                    <a:cubicBezTo>
                      <a:pt x="484" y="563"/>
                      <a:pt x="472" y="584"/>
                      <a:pt x="456" y="602"/>
                    </a:cubicBezTo>
                    <a:lnTo>
                      <a:pt x="551" y="602"/>
                    </a:lnTo>
                    <a:cubicBezTo>
                      <a:pt x="591" y="602"/>
                      <a:pt x="623" y="569"/>
                      <a:pt x="623" y="529"/>
                    </a:cubicBezTo>
                    <a:lnTo>
                      <a:pt x="623" y="493"/>
                    </a:lnTo>
                    <a:cubicBezTo>
                      <a:pt x="636" y="485"/>
                      <a:pt x="644" y="472"/>
                      <a:pt x="644" y="457"/>
                    </a:cubicBezTo>
                    <a:lnTo>
                      <a:pt x="644" y="322"/>
                    </a:lnTo>
                    <a:cubicBezTo>
                      <a:pt x="644" y="144"/>
                      <a:pt x="500" y="0"/>
                      <a:pt x="322" y="0"/>
                    </a:cubicBezTo>
                    <a:cubicBezTo>
                      <a:pt x="144" y="0"/>
                      <a:pt x="0" y="144"/>
                      <a:pt x="0" y="322"/>
                    </a:cubicBezTo>
                    <a:lnTo>
                      <a:pt x="0" y="457"/>
                    </a:lnTo>
                    <a:cubicBezTo>
                      <a:pt x="0" y="480"/>
                      <a:pt x="19" y="498"/>
                      <a:pt x="42" y="4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83" name="Google Shape;83;p2"/>
          <p:cNvGrpSpPr/>
          <p:nvPr/>
        </p:nvGrpSpPr>
        <p:grpSpPr>
          <a:xfrm>
            <a:off x="8103079" y="3577338"/>
            <a:ext cx="671993" cy="671901"/>
            <a:chOff x="-990075" y="4109425"/>
            <a:chExt cx="914400" cy="914400"/>
          </a:xfrm>
        </p:grpSpPr>
        <p:sp>
          <p:nvSpPr>
            <p:cNvPr id="84" name="Google Shape;84;p2"/>
            <p:cNvSpPr/>
            <p:nvPr/>
          </p:nvSpPr>
          <p:spPr>
            <a:xfrm>
              <a:off x="-990075" y="4109425"/>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85" name="Google Shape;85;p2"/>
            <p:cNvGrpSpPr/>
            <p:nvPr/>
          </p:nvGrpSpPr>
          <p:grpSpPr>
            <a:xfrm>
              <a:off x="-807191" y="4327581"/>
              <a:ext cx="548653" cy="478094"/>
              <a:chOff x="5266080" y="3441960"/>
              <a:chExt cx="406440" cy="356760"/>
            </a:xfrm>
          </p:grpSpPr>
          <p:sp>
            <p:nvSpPr>
              <p:cNvPr id="86" name="Google Shape;86;p2"/>
              <p:cNvSpPr/>
              <p:nvPr/>
            </p:nvSpPr>
            <p:spPr>
              <a:xfrm>
                <a:off x="5266080" y="3751200"/>
                <a:ext cx="406440" cy="47520"/>
              </a:xfrm>
              <a:custGeom>
                <a:rect b="b" l="l" r="r" t="t"/>
                <a:pathLst>
                  <a:path extrusionOk="0" h="132" w="1129">
                    <a:moveTo>
                      <a:pt x="0" y="0"/>
                    </a:moveTo>
                    <a:lnTo>
                      <a:pt x="0" y="33"/>
                    </a:lnTo>
                    <a:cubicBezTo>
                      <a:pt x="0" y="88"/>
                      <a:pt x="45" y="132"/>
                      <a:pt x="99" y="132"/>
                    </a:cubicBezTo>
                    <a:lnTo>
                      <a:pt x="1030" y="132"/>
                    </a:lnTo>
                    <a:cubicBezTo>
                      <a:pt x="1085" y="132"/>
                      <a:pt x="1129" y="88"/>
                      <a:pt x="1129" y="33"/>
                    </a:cubicBezTo>
                    <a:lnTo>
                      <a:pt x="1129" y="0"/>
                    </a:lnTo>
                    <a:lnTo>
                      <a:pt x="0" y="0"/>
                    </a:lnTo>
                    <a:close/>
                  </a:path>
                </a:pathLst>
              </a:custGeom>
              <a:solidFill>
                <a:schemeClr val="accent6"/>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 name="Google Shape;87;p2"/>
              <p:cNvSpPr/>
              <p:nvPr/>
            </p:nvSpPr>
            <p:spPr>
              <a:xfrm>
                <a:off x="5269680" y="3687840"/>
                <a:ext cx="399240" cy="39600"/>
              </a:xfrm>
              <a:custGeom>
                <a:rect b="b" l="l" r="r" t="t"/>
                <a:pathLst>
                  <a:path extrusionOk="0" h="110" w="1109">
                    <a:moveTo>
                      <a:pt x="1068" y="0"/>
                    </a:moveTo>
                    <a:lnTo>
                      <a:pt x="42" y="0"/>
                    </a:lnTo>
                    <a:lnTo>
                      <a:pt x="0" y="110"/>
                    </a:lnTo>
                    <a:lnTo>
                      <a:pt x="1109" y="110"/>
                    </a:lnTo>
                    <a:lnTo>
                      <a:pt x="1068"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8" name="Google Shape;88;p2"/>
              <p:cNvSpPr/>
              <p:nvPr/>
            </p:nvSpPr>
            <p:spPr>
              <a:xfrm>
                <a:off x="5362200" y="3533400"/>
                <a:ext cx="23760" cy="23760"/>
              </a:xfrm>
              <a:custGeom>
                <a:rect b="b" l="l" r="r" t="t"/>
                <a:pathLst>
                  <a:path extrusionOk="0" h="66" w="66">
                    <a:moveTo>
                      <a:pt x="0" y="11"/>
                    </a:moveTo>
                    <a:lnTo>
                      <a:pt x="0" y="55"/>
                    </a:lnTo>
                    <a:cubicBezTo>
                      <a:pt x="0" y="61"/>
                      <a:pt x="5" y="66"/>
                      <a:pt x="11" y="66"/>
                    </a:cubicBezTo>
                    <a:lnTo>
                      <a:pt x="66" y="66"/>
                    </a:lnTo>
                    <a:lnTo>
                      <a:pt x="66" y="0"/>
                    </a:lnTo>
                    <a:lnTo>
                      <a:pt x="11" y="0"/>
                    </a:lnTo>
                    <a:cubicBezTo>
                      <a:pt x="5" y="0"/>
                      <a:pt x="0" y="5"/>
                      <a:pt x="0" y="1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9" name="Google Shape;89;p2"/>
              <p:cNvSpPr/>
              <p:nvPr/>
            </p:nvSpPr>
            <p:spPr>
              <a:xfrm>
                <a:off x="5289840" y="3441960"/>
                <a:ext cx="358920" cy="222480"/>
              </a:xfrm>
              <a:custGeom>
                <a:rect b="b" l="l" r="r" t="t"/>
                <a:pathLst>
                  <a:path extrusionOk="0" h="618" w="997">
                    <a:moveTo>
                      <a:pt x="853" y="244"/>
                    </a:moveTo>
                    <a:lnTo>
                      <a:pt x="743" y="354"/>
                    </a:lnTo>
                    <a:cubicBezTo>
                      <a:pt x="730" y="367"/>
                      <a:pt x="709" y="367"/>
                      <a:pt x="696" y="354"/>
                    </a:cubicBezTo>
                    <a:lnTo>
                      <a:pt x="631" y="290"/>
                    </a:lnTo>
                    <a:lnTo>
                      <a:pt x="554" y="367"/>
                    </a:lnTo>
                    <a:lnTo>
                      <a:pt x="554" y="441"/>
                    </a:lnTo>
                    <a:cubicBezTo>
                      <a:pt x="554" y="471"/>
                      <a:pt x="518" y="485"/>
                      <a:pt x="497" y="465"/>
                    </a:cubicBezTo>
                    <a:cubicBezTo>
                      <a:pt x="453" y="420"/>
                      <a:pt x="395" y="393"/>
                      <a:pt x="333" y="387"/>
                    </a:cubicBezTo>
                    <a:lnTo>
                      <a:pt x="333" y="485"/>
                    </a:lnTo>
                    <a:cubicBezTo>
                      <a:pt x="333" y="504"/>
                      <a:pt x="318" y="518"/>
                      <a:pt x="300" y="518"/>
                    </a:cubicBezTo>
                    <a:cubicBezTo>
                      <a:pt x="282" y="518"/>
                      <a:pt x="267" y="504"/>
                      <a:pt x="267" y="485"/>
                    </a:cubicBezTo>
                    <a:lnTo>
                      <a:pt x="267" y="386"/>
                    </a:lnTo>
                    <a:lnTo>
                      <a:pt x="212" y="386"/>
                    </a:lnTo>
                    <a:cubicBezTo>
                      <a:pt x="169" y="386"/>
                      <a:pt x="135" y="352"/>
                      <a:pt x="135" y="309"/>
                    </a:cubicBezTo>
                    <a:lnTo>
                      <a:pt x="135" y="265"/>
                    </a:lnTo>
                    <a:cubicBezTo>
                      <a:pt x="135" y="222"/>
                      <a:pt x="169" y="188"/>
                      <a:pt x="212" y="188"/>
                    </a:cubicBezTo>
                    <a:lnTo>
                      <a:pt x="308" y="188"/>
                    </a:lnTo>
                    <a:cubicBezTo>
                      <a:pt x="379" y="188"/>
                      <a:pt x="447" y="159"/>
                      <a:pt x="497" y="109"/>
                    </a:cubicBezTo>
                    <a:cubicBezTo>
                      <a:pt x="518" y="88"/>
                      <a:pt x="554" y="103"/>
                      <a:pt x="554" y="133"/>
                    </a:cubicBezTo>
                    <a:lnTo>
                      <a:pt x="554" y="273"/>
                    </a:lnTo>
                    <a:lnTo>
                      <a:pt x="608" y="219"/>
                    </a:lnTo>
                    <a:cubicBezTo>
                      <a:pt x="620" y="207"/>
                      <a:pt x="641" y="207"/>
                      <a:pt x="654" y="219"/>
                    </a:cubicBezTo>
                    <a:lnTo>
                      <a:pt x="719" y="284"/>
                    </a:lnTo>
                    <a:lnTo>
                      <a:pt x="806" y="197"/>
                    </a:lnTo>
                    <a:cubicBezTo>
                      <a:pt x="819" y="184"/>
                      <a:pt x="840" y="184"/>
                      <a:pt x="853" y="197"/>
                    </a:cubicBezTo>
                    <a:cubicBezTo>
                      <a:pt x="866" y="210"/>
                      <a:pt x="866" y="231"/>
                      <a:pt x="853" y="244"/>
                    </a:cubicBezTo>
                    <a:moveTo>
                      <a:pt x="829" y="518"/>
                    </a:moveTo>
                    <a:lnTo>
                      <a:pt x="697" y="518"/>
                    </a:lnTo>
                    <a:cubicBezTo>
                      <a:pt x="679" y="518"/>
                      <a:pt x="664" y="504"/>
                      <a:pt x="664" y="485"/>
                    </a:cubicBezTo>
                    <a:cubicBezTo>
                      <a:pt x="664" y="467"/>
                      <a:pt x="679" y="452"/>
                      <a:pt x="697" y="452"/>
                    </a:cubicBezTo>
                    <a:lnTo>
                      <a:pt x="829" y="452"/>
                    </a:lnTo>
                    <a:cubicBezTo>
                      <a:pt x="848" y="452"/>
                      <a:pt x="862" y="467"/>
                      <a:pt x="862" y="485"/>
                    </a:cubicBezTo>
                    <a:cubicBezTo>
                      <a:pt x="862" y="504"/>
                      <a:pt x="848" y="518"/>
                      <a:pt x="829" y="518"/>
                    </a:cubicBezTo>
                    <a:moveTo>
                      <a:pt x="997" y="99"/>
                    </a:moveTo>
                    <a:cubicBezTo>
                      <a:pt x="997" y="45"/>
                      <a:pt x="952" y="0"/>
                      <a:pt x="898" y="0"/>
                    </a:cubicBezTo>
                    <a:lnTo>
                      <a:pt x="100" y="0"/>
                    </a:lnTo>
                    <a:cubicBezTo>
                      <a:pt x="45" y="0"/>
                      <a:pt x="0" y="45"/>
                      <a:pt x="0" y="99"/>
                    </a:cubicBezTo>
                    <a:lnTo>
                      <a:pt x="0" y="618"/>
                    </a:lnTo>
                    <a:lnTo>
                      <a:pt x="997" y="618"/>
                    </a:lnTo>
                    <a:lnTo>
                      <a:pt x="997" y="9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0" name="Google Shape;90;p2"/>
              <p:cNvSpPr/>
              <p:nvPr/>
            </p:nvSpPr>
            <p:spPr>
              <a:xfrm>
                <a:off x="5409720" y="3514320"/>
                <a:ext cx="55800" cy="61560"/>
              </a:xfrm>
              <a:custGeom>
                <a:rect b="b" l="l" r="r" t="t"/>
                <a:pathLst>
                  <a:path extrusionOk="0" h="171" w="155">
                    <a:moveTo>
                      <a:pt x="0" y="120"/>
                    </a:moveTo>
                    <a:cubicBezTo>
                      <a:pt x="56" y="124"/>
                      <a:pt x="108" y="142"/>
                      <a:pt x="155" y="171"/>
                    </a:cubicBezTo>
                    <a:lnTo>
                      <a:pt x="155" y="0"/>
                    </a:lnTo>
                    <a:cubicBezTo>
                      <a:pt x="108" y="30"/>
                      <a:pt x="56" y="48"/>
                      <a:pt x="0" y="52"/>
                    </a:cubicBezTo>
                    <a:lnTo>
                      <a:pt x="0" y="120"/>
                    </a:lnTo>
                    <a:close/>
                  </a:path>
                </a:pathLst>
              </a:custGeom>
              <a:solidFill>
                <a:schemeClr val="accent6"/>
              </a:solidFill>
              <a:ln>
                <a:noFill/>
              </a:ln>
            </p:spPr>
            <p:txBody>
              <a:bodyPr anchorCtr="1" anchor="ctr" bIns="16550" lIns="90000" spcFirstLastPara="1" rIns="90000" wrap="square" tIns="16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91" name="Google Shape;91;p2"/>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2" name="Shape 92"/>
        <p:cNvGrpSpPr/>
        <p:nvPr/>
      </p:nvGrpSpPr>
      <p:grpSpPr>
        <a:xfrm>
          <a:off x="0" y="0"/>
          <a:ext cx="0" cy="0"/>
          <a:chOff x="0" y="0"/>
          <a:chExt cx="0" cy="0"/>
        </a:xfrm>
      </p:grpSpPr>
      <p:grpSp>
        <p:nvGrpSpPr>
          <p:cNvPr id="93" name="Google Shape;93;p3"/>
          <p:cNvGrpSpPr/>
          <p:nvPr/>
        </p:nvGrpSpPr>
        <p:grpSpPr>
          <a:xfrm>
            <a:off x="-87450" y="-58650"/>
            <a:ext cx="9318900" cy="5260800"/>
            <a:chOff x="-87450" y="-58650"/>
            <a:chExt cx="9318900" cy="5260800"/>
          </a:xfrm>
        </p:grpSpPr>
        <p:grpSp>
          <p:nvGrpSpPr>
            <p:cNvPr id="94" name="Google Shape;94;p3"/>
            <p:cNvGrpSpPr/>
            <p:nvPr/>
          </p:nvGrpSpPr>
          <p:grpSpPr>
            <a:xfrm>
              <a:off x="129563" y="-58650"/>
              <a:ext cx="8884875" cy="5260800"/>
              <a:chOff x="129563" y="-58650"/>
              <a:chExt cx="8884875" cy="5260800"/>
            </a:xfrm>
          </p:grpSpPr>
          <p:cxnSp>
            <p:nvCxnSpPr>
              <p:cNvPr id="95" name="Google Shape;95;p3"/>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6" name="Google Shape;96;p3"/>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7" name="Google Shape;97;p3"/>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8" name="Google Shape;98;p3"/>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 name="Google Shape;99;p3"/>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 name="Google Shape;100;p3"/>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 name="Google Shape;101;p3"/>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2" name="Google Shape;102;p3"/>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3" name="Google Shape;103;p3"/>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4" name="Google Shape;104;p3"/>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5" name="Google Shape;105;p3"/>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 name="Google Shape;106;p3"/>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 name="Google Shape;107;p3"/>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8" name="Google Shape;108;p3"/>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9" name="Google Shape;109;p3"/>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0" name="Google Shape;110;p3"/>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1" name="Google Shape;111;p3"/>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 name="Google Shape;112;p3"/>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 name="Google Shape;113;p3"/>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4" name="Google Shape;114;p3"/>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5" name="Google Shape;115;p3"/>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6" name="Google Shape;116;p3"/>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 name="Google Shape;117;p3"/>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 name="Google Shape;118;p3"/>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 name="Google Shape;119;p3"/>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0" name="Google Shape;120;p3"/>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1" name="Google Shape;121;p3"/>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2" name="Google Shape;122;p3"/>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3" name="Google Shape;123;p3"/>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24" name="Google Shape;124;p3"/>
            <p:cNvGrpSpPr/>
            <p:nvPr/>
          </p:nvGrpSpPr>
          <p:grpSpPr>
            <a:xfrm>
              <a:off x="-87450" y="171125"/>
              <a:ext cx="9318900" cy="4801250"/>
              <a:chOff x="-87450" y="281675"/>
              <a:chExt cx="9318900" cy="4801250"/>
            </a:xfrm>
          </p:grpSpPr>
          <p:cxnSp>
            <p:nvCxnSpPr>
              <p:cNvPr id="125" name="Google Shape;125;p3"/>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6" name="Google Shape;126;p3"/>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 name="Google Shape;127;p3"/>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8" name="Google Shape;128;p3"/>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9" name="Google Shape;129;p3"/>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0" name="Google Shape;130;p3"/>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1" name="Google Shape;131;p3"/>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2" name="Google Shape;132;p3"/>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 name="Google Shape;133;p3"/>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4" name="Google Shape;134;p3"/>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5" name="Google Shape;135;p3"/>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6" name="Google Shape;136;p3"/>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7" name="Google Shape;137;p3"/>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8" name="Google Shape;138;p3"/>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 name="Google Shape;139;p3"/>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0" name="Google Shape;140;p3"/>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41" name="Google Shape;141;p3"/>
          <p:cNvPicPr preferRelativeResize="0"/>
          <p:nvPr/>
        </p:nvPicPr>
        <p:blipFill>
          <a:blip r:embed="rId2">
            <a:alphaModFix/>
          </a:blip>
          <a:stretch>
            <a:fillRect/>
          </a:stretch>
        </p:blipFill>
        <p:spPr>
          <a:xfrm rot="10800000">
            <a:off x="2468164" y="-1517900"/>
            <a:ext cx="7462422" cy="4064500"/>
          </a:xfrm>
          <a:prstGeom prst="rect">
            <a:avLst/>
          </a:prstGeom>
          <a:noFill/>
          <a:ln>
            <a:noFill/>
          </a:ln>
        </p:spPr>
      </p:pic>
      <p:sp>
        <p:nvSpPr>
          <p:cNvPr id="142" name="Google Shape;142;p3"/>
          <p:cNvSpPr txBox="1"/>
          <p:nvPr>
            <p:ph type="title"/>
          </p:nvPr>
        </p:nvSpPr>
        <p:spPr>
          <a:xfrm>
            <a:off x="3967975" y="2219400"/>
            <a:ext cx="4462800" cy="15501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3" name="Google Shape;143;p3"/>
          <p:cNvSpPr txBox="1"/>
          <p:nvPr>
            <p:ph hasCustomPrompt="1" idx="2" type="title"/>
          </p:nvPr>
        </p:nvSpPr>
        <p:spPr>
          <a:xfrm>
            <a:off x="5505325" y="833625"/>
            <a:ext cx="1388100" cy="1223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0000"/>
              <a:buNone/>
              <a:defRPr sz="50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144" name="Google Shape;144;p3"/>
          <p:cNvSpPr txBox="1"/>
          <p:nvPr>
            <p:ph idx="1" type="subTitle"/>
          </p:nvPr>
        </p:nvSpPr>
        <p:spPr>
          <a:xfrm>
            <a:off x="3967975" y="3845475"/>
            <a:ext cx="4462800" cy="464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
        <p:nvSpPr>
          <p:cNvPr id="145" name="Google Shape;145;p3"/>
          <p:cNvSpPr/>
          <p:nvPr>
            <p:ph idx="3" type="pic"/>
          </p:nvPr>
        </p:nvSpPr>
        <p:spPr>
          <a:xfrm>
            <a:off x="0" y="0"/>
            <a:ext cx="3429900" cy="5143500"/>
          </a:xfrm>
          <a:prstGeom prst="rect">
            <a:avLst/>
          </a:prstGeom>
          <a:no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6" name="Shape 146"/>
        <p:cNvGrpSpPr/>
        <p:nvPr/>
      </p:nvGrpSpPr>
      <p:grpSpPr>
        <a:xfrm>
          <a:off x="0" y="0"/>
          <a:ext cx="0" cy="0"/>
          <a:chOff x="0" y="0"/>
          <a:chExt cx="0" cy="0"/>
        </a:xfrm>
      </p:grpSpPr>
      <p:grpSp>
        <p:nvGrpSpPr>
          <p:cNvPr id="147" name="Google Shape;147;p4"/>
          <p:cNvGrpSpPr/>
          <p:nvPr/>
        </p:nvGrpSpPr>
        <p:grpSpPr>
          <a:xfrm>
            <a:off x="-87450" y="-58650"/>
            <a:ext cx="9318900" cy="5260800"/>
            <a:chOff x="-87450" y="-58650"/>
            <a:chExt cx="9318900" cy="5260800"/>
          </a:xfrm>
        </p:grpSpPr>
        <p:grpSp>
          <p:nvGrpSpPr>
            <p:cNvPr id="148" name="Google Shape;148;p4"/>
            <p:cNvGrpSpPr/>
            <p:nvPr/>
          </p:nvGrpSpPr>
          <p:grpSpPr>
            <a:xfrm>
              <a:off x="129563" y="-58650"/>
              <a:ext cx="8884875" cy="5260800"/>
              <a:chOff x="129563" y="-58650"/>
              <a:chExt cx="8884875" cy="5260800"/>
            </a:xfrm>
          </p:grpSpPr>
          <p:cxnSp>
            <p:nvCxnSpPr>
              <p:cNvPr id="149" name="Google Shape;149;p4"/>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 name="Google Shape;150;p4"/>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1" name="Google Shape;151;p4"/>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2" name="Google Shape;152;p4"/>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3" name="Google Shape;153;p4"/>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 name="Google Shape;154;p4"/>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 name="Google Shape;155;p4"/>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 name="Google Shape;156;p4"/>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7" name="Google Shape;157;p4"/>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8" name="Google Shape;158;p4"/>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9" name="Google Shape;159;p4"/>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0" name="Google Shape;160;p4"/>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 name="Google Shape;161;p4"/>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 name="Google Shape;162;p4"/>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 name="Google Shape;163;p4"/>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4" name="Google Shape;164;p4"/>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5" name="Google Shape;165;p4"/>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 name="Google Shape;166;p4"/>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 name="Google Shape;167;p4"/>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 name="Google Shape;168;p4"/>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9" name="Google Shape;169;p4"/>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0" name="Google Shape;170;p4"/>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1" name="Google Shape;171;p4"/>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 name="Google Shape;172;p4"/>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 name="Google Shape;173;p4"/>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 name="Google Shape;174;p4"/>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5" name="Google Shape;175;p4"/>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6" name="Google Shape;176;p4"/>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 name="Google Shape;177;p4"/>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78" name="Google Shape;178;p4"/>
            <p:cNvGrpSpPr/>
            <p:nvPr/>
          </p:nvGrpSpPr>
          <p:grpSpPr>
            <a:xfrm>
              <a:off x="-87450" y="171125"/>
              <a:ext cx="9318900" cy="4801250"/>
              <a:chOff x="-87450" y="281675"/>
              <a:chExt cx="9318900" cy="4801250"/>
            </a:xfrm>
          </p:grpSpPr>
          <p:cxnSp>
            <p:nvCxnSpPr>
              <p:cNvPr id="179" name="Google Shape;179;p4"/>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 name="Google Shape;180;p4"/>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1" name="Google Shape;181;p4"/>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2" name="Google Shape;182;p4"/>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3" name="Google Shape;183;p4"/>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4" name="Google Shape;184;p4"/>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5" name="Google Shape;185;p4"/>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6" name="Google Shape;186;p4"/>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7" name="Google Shape;187;p4"/>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8" name="Google Shape;188;p4"/>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9" name="Google Shape;189;p4"/>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90" name="Google Shape;190;p4"/>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91" name="Google Shape;191;p4"/>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92" name="Google Shape;192;p4"/>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93" name="Google Shape;193;p4"/>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94" name="Google Shape;194;p4"/>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95" name="Google Shape;195;p4"/>
          <p:cNvPicPr preferRelativeResize="0"/>
          <p:nvPr/>
        </p:nvPicPr>
        <p:blipFill>
          <a:blip r:embed="rId2">
            <a:alphaModFix/>
          </a:blip>
          <a:stretch>
            <a:fillRect/>
          </a:stretch>
        </p:blipFill>
        <p:spPr>
          <a:xfrm>
            <a:off x="840789" y="1987300"/>
            <a:ext cx="7462422" cy="4064500"/>
          </a:xfrm>
          <a:prstGeom prst="rect">
            <a:avLst/>
          </a:prstGeom>
          <a:noFill/>
          <a:ln>
            <a:noFill/>
          </a:ln>
        </p:spPr>
      </p:pic>
      <p:sp>
        <p:nvSpPr>
          <p:cNvPr id="196" name="Google Shape;196;p4"/>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7" name="Google Shape;197;p4"/>
          <p:cNvSpPr txBox="1"/>
          <p:nvPr>
            <p:ph idx="1" type="body"/>
          </p:nvPr>
        </p:nvSpPr>
        <p:spPr>
          <a:xfrm>
            <a:off x="720000" y="1203200"/>
            <a:ext cx="7704000" cy="34005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accent1"/>
              </a:buClr>
              <a:buSzPts val="1200"/>
              <a:buChar char="●"/>
              <a:defRPr sz="1200"/>
            </a:lvl1pPr>
            <a:lvl2pPr indent="-304800" lvl="1" marL="914400">
              <a:spcBef>
                <a:spcPts val="0"/>
              </a:spcBef>
              <a:spcAft>
                <a:spcPts val="0"/>
              </a:spcAft>
              <a:buClr>
                <a:srgbClr val="434343"/>
              </a:buClr>
              <a:buSzPts val="1200"/>
              <a:buFont typeface="Roboto Condensed Light"/>
              <a:buAutoNum type="alphaLcPeriod"/>
              <a:defRPr/>
            </a:lvl2pPr>
            <a:lvl3pPr indent="-304800" lvl="2" marL="1371600">
              <a:spcBef>
                <a:spcPts val="0"/>
              </a:spcBef>
              <a:spcAft>
                <a:spcPts val="0"/>
              </a:spcAft>
              <a:buClr>
                <a:srgbClr val="434343"/>
              </a:buClr>
              <a:buSzPts val="1200"/>
              <a:buFont typeface="Roboto Condensed Light"/>
              <a:buAutoNum type="romanLcPeriod"/>
              <a:defRPr/>
            </a:lvl3pPr>
            <a:lvl4pPr indent="-304800" lvl="3" marL="1828800">
              <a:spcBef>
                <a:spcPts val="0"/>
              </a:spcBef>
              <a:spcAft>
                <a:spcPts val="0"/>
              </a:spcAft>
              <a:buClr>
                <a:srgbClr val="434343"/>
              </a:buClr>
              <a:buSzPts val="1200"/>
              <a:buFont typeface="Roboto Condensed Light"/>
              <a:buAutoNum type="arabicPeriod"/>
              <a:defRPr/>
            </a:lvl4pPr>
            <a:lvl5pPr indent="-304800" lvl="4" marL="2286000">
              <a:spcBef>
                <a:spcPts val="0"/>
              </a:spcBef>
              <a:spcAft>
                <a:spcPts val="0"/>
              </a:spcAft>
              <a:buClr>
                <a:srgbClr val="434343"/>
              </a:buClr>
              <a:buSzPts val="1200"/>
              <a:buFont typeface="Roboto Condensed Light"/>
              <a:buAutoNum type="alphaLcPeriod"/>
              <a:defRPr/>
            </a:lvl5pPr>
            <a:lvl6pPr indent="-304800" lvl="5" marL="2743200">
              <a:spcBef>
                <a:spcPts val="0"/>
              </a:spcBef>
              <a:spcAft>
                <a:spcPts val="0"/>
              </a:spcAft>
              <a:buClr>
                <a:srgbClr val="434343"/>
              </a:buClr>
              <a:buSzPts val="1200"/>
              <a:buFont typeface="Roboto Condensed Light"/>
              <a:buAutoNum type="romanLcPeriod"/>
              <a:defRPr/>
            </a:lvl6pPr>
            <a:lvl7pPr indent="-304800" lvl="6" marL="3200400">
              <a:spcBef>
                <a:spcPts val="0"/>
              </a:spcBef>
              <a:spcAft>
                <a:spcPts val="0"/>
              </a:spcAft>
              <a:buClr>
                <a:srgbClr val="434343"/>
              </a:buClr>
              <a:buSzPts val="1200"/>
              <a:buFont typeface="Roboto Condensed Light"/>
              <a:buAutoNum type="arabicPeriod"/>
              <a:defRPr/>
            </a:lvl7pPr>
            <a:lvl8pPr indent="-304800" lvl="7" marL="3657600">
              <a:spcBef>
                <a:spcPts val="0"/>
              </a:spcBef>
              <a:spcAft>
                <a:spcPts val="0"/>
              </a:spcAft>
              <a:buClr>
                <a:srgbClr val="434343"/>
              </a:buClr>
              <a:buSzPts val="1200"/>
              <a:buFont typeface="Roboto Condensed Light"/>
              <a:buAutoNum type="alphaLcPeriod"/>
              <a:defRPr/>
            </a:lvl8pPr>
            <a:lvl9pPr indent="-304800" lvl="8" marL="4114800">
              <a:spcBef>
                <a:spcPts val="0"/>
              </a:spcBef>
              <a:spcAft>
                <a:spcPts val="0"/>
              </a:spcAft>
              <a:buClr>
                <a:srgbClr val="434343"/>
              </a:buClr>
              <a:buSzPts val="1200"/>
              <a:buFont typeface="Roboto Condensed Light"/>
              <a:buAutoNum type="romanLcPeriod"/>
              <a:defRPr/>
            </a:lvl9pPr>
          </a:lstStyle>
          <a:p/>
        </p:txBody>
      </p:sp>
      <p:sp>
        <p:nvSpPr>
          <p:cNvPr id="198" name="Google Shape;198;p4"/>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9" name="Shape 199"/>
        <p:cNvGrpSpPr/>
        <p:nvPr/>
      </p:nvGrpSpPr>
      <p:grpSpPr>
        <a:xfrm>
          <a:off x="0" y="0"/>
          <a:ext cx="0" cy="0"/>
          <a:chOff x="0" y="0"/>
          <a:chExt cx="0" cy="0"/>
        </a:xfrm>
      </p:grpSpPr>
      <p:grpSp>
        <p:nvGrpSpPr>
          <p:cNvPr id="200" name="Google Shape;200;p5"/>
          <p:cNvGrpSpPr/>
          <p:nvPr/>
        </p:nvGrpSpPr>
        <p:grpSpPr>
          <a:xfrm>
            <a:off x="-87450" y="-58650"/>
            <a:ext cx="9318900" cy="5260800"/>
            <a:chOff x="-87450" y="-58650"/>
            <a:chExt cx="9318900" cy="5260800"/>
          </a:xfrm>
        </p:grpSpPr>
        <p:grpSp>
          <p:nvGrpSpPr>
            <p:cNvPr id="201" name="Google Shape;201;p5"/>
            <p:cNvGrpSpPr/>
            <p:nvPr/>
          </p:nvGrpSpPr>
          <p:grpSpPr>
            <a:xfrm>
              <a:off x="129563" y="-58650"/>
              <a:ext cx="8884875" cy="5260800"/>
              <a:chOff x="129563" y="-58650"/>
              <a:chExt cx="8884875" cy="5260800"/>
            </a:xfrm>
          </p:grpSpPr>
          <p:cxnSp>
            <p:nvCxnSpPr>
              <p:cNvPr id="202" name="Google Shape;202;p5"/>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3" name="Google Shape;203;p5"/>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4" name="Google Shape;204;p5"/>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5" name="Google Shape;205;p5"/>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6" name="Google Shape;206;p5"/>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7" name="Google Shape;207;p5"/>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8" name="Google Shape;208;p5"/>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09" name="Google Shape;209;p5"/>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0" name="Google Shape;210;p5"/>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1" name="Google Shape;211;p5"/>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2" name="Google Shape;212;p5"/>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3" name="Google Shape;213;p5"/>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4" name="Google Shape;214;p5"/>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5" name="Google Shape;215;p5"/>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6" name="Google Shape;216;p5"/>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7" name="Google Shape;217;p5"/>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8" name="Google Shape;218;p5"/>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19" name="Google Shape;219;p5"/>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0" name="Google Shape;220;p5"/>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1" name="Google Shape;221;p5"/>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2" name="Google Shape;222;p5"/>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3" name="Google Shape;223;p5"/>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4" name="Google Shape;224;p5"/>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5" name="Google Shape;225;p5"/>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6" name="Google Shape;226;p5"/>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7" name="Google Shape;227;p5"/>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8" name="Google Shape;228;p5"/>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29" name="Google Shape;229;p5"/>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30" name="Google Shape;230;p5"/>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231" name="Google Shape;231;p5"/>
            <p:cNvGrpSpPr/>
            <p:nvPr/>
          </p:nvGrpSpPr>
          <p:grpSpPr>
            <a:xfrm>
              <a:off x="-87450" y="171125"/>
              <a:ext cx="9318900" cy="4801250"/>
              <a:chOff x="-87450" y="281675"/>
              <a:chExt cx="9318900" cy="4801250"/>
            </a:xfrm>
          </p:grpSpPr>
          <p:cxnSp>
            <p:nvCxnSpPr>
              <p:cNvPr id="232" name="Google Shape;232;p5"/>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3" name="Google Shape;233;p5"/>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4" name="Google Shape;234;p5"/>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5" name="Google Shape;235;p5"/>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6" name="Google Shape;236;p5"/>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7" name="Google Shape;237;p5"/>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8" name="Google Shape;238;p5"/>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39" name="Google Shape;239;p5"/>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0" name="Google Shape;240;p5"/>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1" name="Google Shape;241;p5"/>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2" name="Google Shape;242;p5"/>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3" name="Google Shape;243;p5"/>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4" name="Google Shape;244;p5"/>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5" name="Google Shape;245;p5"/>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6" name="Google Shape;246;p5"/>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47" name="Google Shape;247;p5"/>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sp>
        <p:nvSpPr>
          <p:cNvPr id="248" name="Google Shape;248;p5"/>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9" name="Google Shape;249;p5"/>
          <p:cNvSpPr txBox="1"/>
          <p:nvPr>
            <p:ph type="title"/>
          </p:nvPr>
        </p:nvSpPr>
        <p:spPr>
          <a:xfrm>
            <a:off x="720000" y="1801575"/>
            <a:ext cx="3522300" cy="3936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1800"/>
              <a:buNone/>
              <a:defRPr sz="1800"/>
            </a:lvl1pPr>
            <a:lvl2pPr lvl="1" algn="ctr">
              <a:spcBef>
                <a:spcPts val="0"/>
              </a:spcBef>
              <a:spcAft>
                <a:spcPts val="0"/>
              </a:spcAft>
              <a:buSzPts val="1800"/>
              <a:buNone/>
              <a:defRPr sz="1800"/>
            </a:lvl2pPr>
            <a:lvl3pPr lvl="2" algn="ctr">
              <a:spcBef>
                <a:spcPts val="0"/>
              </a:spcBef>
              <a:spcAft>
                <a:spcPts val="0"/>
              </a:spcAft>
              <a:buSzPts val="1800"/>
              <a:buNone/>
              <a:defRPr sz="1800"/>
            </a:lvl3pPr>
            <a:lvl4pPr lvl="3" algn="ctr">
              <a:spcBef>
                <a:spcPts val="0"/>
              </a:spcBef>
              <a:spcAft>
                <a:spcPts val="0"/>
              </a:spcAft>
              <a:buSzPts val="1800"/>
              <a:buNone/>
              <a:defRPr sz="1800"/>
            </a:lvl4pPr>
            <a:lvl5pPr lvl="4" algn="ctr">
              <a:spcBef>
                <a:spcPts val="0"/>
              </a:spcBef>
              <a:spcAft>
                <a:spcPts val="0"/>
              </a:spcAft>
              <a:buSzPts val="1800"/>
              <a:buNone/>
              <a:defRPr sz="1800"/>
            </a:lvl5pPr>
            <a:lvl6pPr lvl="5" algn="ctr">
              <a:spcBef>
                <a:spcPts val="0"/>
              </a:spcBef>
              <a:spcAft>
                <a:spcPts val="0"/>
              </a:spcAft>
              <a:buSzPts val="1800"/>
              <a:buNone/>
              <a:defRPr sz="1800"/>
            </a:lvl6pPr>
            <a:lvl7pPr lvl="6" algn="ctr">
              <a:spcBef>
                <a:spcPts val="0"/>
              </a:spcBef>
              <a:spcAft>
                <a:spcPts val="0"/>
              </a:spcAft>
              <a:buSzPts val="1800"/>
              <a:buNone/>
              <a:defRPr sz="1800"/>
            </a:lvl7pPr>
            <a:lvl8pPr lvl="7" algn="ctr">
              <a:spcBef>
                <a:spcPts val="0"/>
              </a:spcBef>
              <a:spcAft>
                <a:spcPts val="0"/>
              </a:spcAft>
              <a:buSzPts val="1800"/>
              <a:buNone/>
              <a:defRPr sz="1800"/>
            </a:lvl8pPr>
            <a:lvl9pPr lvl="8" algn="ctr">
              <a:spcBef>
                <a:spcPts val="0"/>
              </a:spcBef>
              <a:spcAft>
                <a:spcPts val="0"/>
              </a:spcAft>
              <a:buSzPts val="1800"/>
              <a:buNone/>
              <a:defRPr sz="1800"/>
            </a:lvl9pPr>
          </a:lstStyle>
          <a:p/>
        </p:txBody>
      </p:sp>
      <p:sp>
        <p:nvSpPr>
          <p:cNvPr id="250" name="Google Shape;250;p5"/>
          <p:cNvSpPr txBox="1"/>
          <p:nvPr>
            <p:ph idx="2" type="title"/>
          </p:nvPr>
        </p:nvSpPr>
        <p:spPr>
          <a:xfrm>
            <a:off x="4901688" y="1801575"/>
            <a:ext cx="3522300" cy="3936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51" name="Google Shape;251;p5"/>
          <p:cNvSpPr txBox="1"/>
          <p:nvPr>
            <p:ph idx="1" type="subTitle"/>
          </p:nvPr>
        </p:nvSpPr>
        <p:spPr>
          <a:xfrm>
            <a:off x="720000" y="2195175"/>
            <a:ext cx="3522300" cy="19563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Arial"/>
              <a:buChar char="•"/>
              <a:defRPr/>
            </a:lvl1pPr>
            <a:lvl2pPr lvl="1" algn="ctr">
              <a:spcBef>
                <a:spcPts val="0"/>
              </a:spcBef>
              <a:spcAft>
                <a:spcPts val="0"/>
              </a:spcAft>
              <a:buClr>
                <a:schemeClr val="dk1"/>
              </a:buClr>
              <a:buSzPts val="1200"/>
              <a:buFont typeface="Arial"/>
              <a:buChar char="○"/>
              <a:defRPr/>
            </a:lvl2pPr>
            <a:lvl3pPr lvl="2" algn="ctr">
              <a:spcBef>
                <a:spcPts val="0"/>
              </a:spcBef>
              <a:spcAft>
                <a:spcPts val="0"/>
              </a:spcAft>
              <a:buClr>
                <a:schemeClr val="dk1"/>
              </a:buClr>
              <a:buSzPts val="1200"/>
              <a:buFont typeface="Arial"/>
              <a:buChar char="■"/>
              <a:defRPr/>
            </a:lvl3pPr>
            <a:lvl4pPr lvl="3" algn="ctr">
              <a:spcBef>
                <a:spcPts val="0"/>
              </a:spcBef>
              <a:spcAft>
                <a:spcPts val="0"/>
              </a:spcAft>
              <a:buClr>
                <a:schemeClr val="dk1"/>
              </a:buClr>
              <a:buSzPts val="1200"/>
              <a:buFont typeface="Arial"/>
              <a:buChar char="●"/>
              <a:defRPr/>
            </a:lvl4pPr>
            <a:lvl5pPr lvl="4" algn="ctr">
              <a:spcBef>
                <a:spcPts val="0"/>
              </a:spcBef>
              <a:spcAft>
                <a:spcPts val="0"/>
              </a:spcAft>
              <a:buClr>
                <a:schemeClr val="dk1"/>
              </a:buClr>
              <a:buSzPts val="1200"/>
              <a:buFont typeface="Arial"/>
              <a:buChar char="○"/>
              <a:defRPr/>
            </a:lvl5pPr>
            <a:lvl6pPr lvl="5" algn="ctr">
              <a:spcBef>
                <a:spcPts val="0"/>
              </a:spcBef>
              <a:spcAft>
                <a:spcPts val="0"/>
              </a:spcAft>
              <a:buClr>
                <a:schemeClr val="dk1"/>
              </a:buClr>
              <a:buSzPts val="1200"/>
              <a:buFont typeface="Arial"/>
              <a:buChar char="■"/>
              <a:defRPr/>
            </a:lvl6pPr>
            <a:lvl7pPr lvl="6" algn="ctr">
              <a:spcBef>
                <a:spcPts val="0"/>
              </a:spcBef>
              <a:spcAft>
                <a:spcPts val="0"/>
              </a:spcAft>
              <a:buClr>
                <a:schemeClr val="dk1"/>
              </a:buClr>
              <a:buSzPts val="1200"/>
              <a:buFont typeface="Arial"/>
              <a:buChar char="●"/>
              <a:defRPr/>
            </a:lvl7pPr>
            <a:lvl8pPr lvl="7" algn="ctr">
              <a:spcBef>
                <a:spcPts val="0"/>
              </a:spcBef>
              <a:spcAft>
                <a:spcPts val="0"/>
              </a:spcAft>
              <a:buClr>
                <a:schemeClr val="dk1"/>
              </a:buClr>
              <a:buSzPts val="1200"/>
              <a:buFont typeface="Arial"/>
              <a:buChar char="○"/>
              <a:defRPr/>
            </a:lvl8pPr>
            <a:lvl9pPr lvl="8" algn="ctr">
              <a:spcBef>
                <a:spcPts val="0"/>
              </a:spcBef>
              <a:spcAft>
                <a:spcPts val="0"/>
              </a:spcAft>
              <a:buClr>
                <a:schemeClr val="dk1"/>
              </a:buClr>
              <a:buSzPts val="1200"/>
              <a:buFont typeface="Arial"/>
              <a:buChar char="■"/>
              <a:defRPr/>
            </a:lvl9pPr>
          </a:lstStyle>
          <a:p/>
        </p:txBody>
      </p:sp>
      <p:sp>
        <p:nvSpPr>
          <p:cNvPr id="252" name="Google Shape;252;p5"/>
          <p:cNvSpPr txBox="1"/>
          <p:nvPr>
            <p:ph idx="3" type="subTitle"/>
          </p:nvPr>
        </p:nvSpPr>
        <p:spPr>
          <a:xfrm>
            <a:off x="4901700" y="2195175"/>
            <a:ext cx="3522300" cy="19563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Arial"/>
              <a:buChar char="•"/>
              <a:defRPr/>
            </a:lvl1pPr>
            <a:lvl2pPr lvl="1" rtl="0" algn="ctr">
              <a:spcBef>
                <a:spcPts val="0"/>
              </a:spcBef>
              <a:spcAft>
                <a:spcPts val="0"/>
              </a:spcAft>
              <a:buClr>
                <a:schemeClr val="dk1"/>
              </a:buClr>
              <a:buSzPts val="1200"/>
              <a:buFont typeface="Arial"/>
              <a:buChar char="○"/>
              <a:defRPr/>
            </a:lvl2pPr>
            <a:lvl3pPr lvl="2" rtl="0" algn="ctr">
              <a:spcBef>
                <a:spcPts val="0"/>
              </a:spcBef>
              <a:spcAft>
                <a:spcPts val="0"/>
              </a:spcAft>
              <a:buClr>
                <a:schemeClr val="dk1"/>
              </a:buClr>
              <a:buSzPts val="1200"/>
              <a:buFont typeface="Arial"/>
              <a:buChar char="■"/>
              <a:defRPr/>
            </a:lvl3pPr>
            <a:lvl4pPr lvl="3" rtl="0" algn="ctr">
              <a:spcBef>
                <a:spcPts val="0"/>
              </a:spcBef>
              <a:spcAft>
                <a:spcPts val="0"/>
              </a:spcAft>
              <a:buClr>
                <a:schemeClr val="dk1"/>
              </a:buClr>
              <a:buSzPts val="1200"/>
              <a:buFont typeface="Arial"/>
              <a:buChar char="●"/>
              <a:defRPr/>
            </a:lvl4pPr>
            <a:lvl5pPr lvl="4" rtl="0" algn="ctr">
              <a:spcBef>
                <a:spcPts val="0"/>
              </a:spcBef>
              <a:spcAft>
                <a:spcPts val="0"/>
              </a:spcAft>
              <a:buClr>
                <a:schemeClr val="dk1"/>
              </a:buClr>
              <a:buSzPts val="1200"/>
              <a:buFont typeface="Arial"/>
              <a:buChar char="○"/>
              <a:defRPr/>
            </a:lvl5pPr>
            <a:lvl6pPr lvl="5" rtl="0" algn="ctr">
              <a:spcBef>
                <a:spcPts val="0"/>
              </a:spcBef>
              <a:spcAft>
                <a:spcPts val="0"/>
              </a:spcAft>
              <a:buClr>
                <a:schemeClr val="dk1"/>
              </a:buClr>
              <a:buSzPts val="1200"/>
              <a:buFont typeface="Arial"/>
              <a:buChar char="■"/>
              <a:defRPr/>
            </a:lvl6pPr>
            <a:lvl7pPr lvl="6" rtl="0" algn="ctr">
              <a:spcBef>
                <a:spcPts val="0"/>
              </a:spcBef>
              <a:spcAft>
                <a:spcPts val="0"/>
              </a:spcAft>
              <a:buClr>
                <a:schemeClr val="dk1"/>
              </a:buClr>
              <a:buSzPts val="1200"/>
              <a:buFont typeface="Arial"/>
              <a:buChar char="●"/>
              <a:defRPr/>
            </a:lvl7pPr>
            <a:lvl8pPr lvl="7" rtl="0" algn="ctr">
              <a:spcBef>
                <a:spcPts val="0"/>
              </a:spcBef>
              <a:spcAft>
                <a:spcPts val="0"/>
              </a:spcAft>
              <a:buClr>
                <a:schemeClr val="dk1"/>
              </a:buClr>
              <a:buSzPts val="1200"/>
              <a:buFont typeface="Arial"/>
              <a:buChar char="○"/>
              <a:defRPr/>
            </a:lvl8pPr>
            <a:lvl9pPr lvl="8" rtl="0" algn="ctr">
              <a:spcBef>
                <a:spcPts val="0"/>
              </a:spcBef>
              <a:spcAft>
                <a:spcPts val="0"/>
              </a:spcAft>
              <a:buClr>
                <a:schemeClr val="dk1"/>
              </a:buClr>
              <a:buSzPts val="1200"/>
              <a:buFont typeface="Arial"/>
              <a:buChar char="■"/>
              <a:defRPr/>
            </a:lvl9pPr>
          </a:lstStyle>
          <a:p/>
        </p:txBody>
      </p:sp>
      <p:sp>
        <p:nvSpPr>
          <p:cNvPr id="253" name="Google Shape;253;p5"/>
          <p:cNvSpPr txBox="1"/>
          <p:nvPr>
            <p:ph idx="4"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4" name="Shape 254"/>
        <p:cNvGrpSpPr/>
        <p:nvPr/>
      </p:nvGrpSpPr>
      <p:grpSpPr>
        <a:xfrm>
          <a:off x="0" y="0"/>
          <a:ext cx="0" cy="0"/>
          <a:chOff x="0" y="0"/>
          <a:chExt cx="0" cy="0"/>
        </a:xfrm>
      </p:grpSpPr>
      <p:grpSp>
        <p:nvGrpSpPr>
          <p:cNvPr id="255" name="Google Shape;255;p6"/>
          <p:cNvGrpSpPr/>
          <p:nvPr/>
        </p:nvGrpSpPr>
        <p:grpSpPr>
          <a:xfrm>
            <a:off x="-87450" y="-58650"/>
            <a:ext cx="9318900" cy="5260800"/>
            <a:chOff x="-87450" y="-58650"/>
            <a:chExt cx="9318900" cy="5260800"/>
          </a:xfrm>
        </p:grpSpPr>
        <p:grpSp>
          <p:nvGrpSpPr>
            <p:cNvPr id="256" name="Google Shape;256;p6"/>
            <p:cNvGrpSpPr/>
            <p:nvPr/>
          </p:nvGrpSpPr>
          <p:grpSpPr>
            <a:xfrm>
              <a:off x="129563" y="-58650"/>
              <a:ext cx="8884875" cy="5260800"/>
              <a:chOff x="129563" y="-58650"/>
              <a:chExt cx="8884875" cy="5260800"/>
            </a:xfrm>
          </p:grpSpPr>
          <p:cxnSp>
            <p:nvCxnSpPr>
              <p:cNvPr id="257" name="Google Shape;257;p6"/>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58" name="Google Shape;258;p6"/>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59" name="Google Shape;259;p6"/>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0" name="Google Shape;260;p6"/>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1" name="Google Shape;261;p6"/>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2" name="Google Shape;262;p6"/>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3" name="Google Shape;263;p6"/>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4" name="Google Shape;264;p6"/>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5" name="Google Shape;265;p6"/>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6" name="Google Shape;266;p6"/>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7" name="Google Shape;267;p6"/>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8" name="Google Shape;268;p6"/>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69" name="Google Shape;269;p6"/>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0" name="Google Shape;270;p6"/>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1" name="Google Shape;271;p6"/>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2" name="Google Shape;272;p6"/>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3" name="Google Shape;273;p6"/>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4" name="Google Shape;274;p6"/>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5" name="Google Shape;275;p6"/>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6" name="Google Shape;276;p6"/>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7" name="Google Shape;277;p6"/>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8" name="Google Shape;278;p6"/>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79" name="Google Shape;279;p6"/>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0" name="Google Shape;280;p6"/>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1" name="Google Shape;281;p6"/>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2" name="Google Shape;282;p6"/>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3" name="Google Shape;283;p6"/>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4" name="Google Shape;284;p6"/>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285" name="Google Shape;285;p6"/>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286" name="Google Shape;286;p6"/>
            <p:cNvGrpSpPr/>
            <p:nvPr/>
          </p:nvGrpSpPr>
          <p:grpSpPr>
            <a:xfrm>
              <a:off x="-87450" y="171125"/>
              <a:ext cx="9318900" cy="4801250"/>
              <a:chOff x="-87450" y="281675"/>
              <a:chExt cx="9318900" cy="4801250"/>
            </a:xfrm>
          </p:grpSpPr>
          <p:cxnSp>
            <p:nvCxnSpPr>
              <p:cNvPr id="287" name="Google Shape;287;p6"/>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88" name="Google Shape;288;p6"/>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89" name="Google Shape;289;p6"/>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0" name="Google Shape;290;p6"/>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1" name="Google Shape;291;p6"/>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2" name="Google Shape;292;p6"/>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3" name="Google Shape;293;p6"/>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4" name="Google Shape;294;p6"/>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5" name="Google Shape;295;p6"/>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6" name="Google Shape;296;p6"/>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7" name="Google Shape;297;p6"/>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8" name="Google Shape;298;p6"/>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299" name="Google Shape;299;p6"/>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00" name="Google Shape;300;p6"/>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01" name="Google Shape;301;p6"/>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02" name="Google Shape;302;p6"/>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303" name="Google Shape;303;p6"/>
          <p:cNvPicPr preferRelativeResize="0"/>
          <p:nvPr/>
        </p:nvPicPr>
        <p:blipFill>
          <a:blip r:embed="rId2">
            <a:alphaModFix/>
          </a:blip>
          <a:stretch>
            <a:fillRect/>
          </a:stretch>
        </p:blipFill>
        <p:spPr>
          <a:xfrm rot="10800000">
            <a:off x="840789" y="-2127500"/>
            <a:ext cx="7462422" cy="4064500"/>
          </a:xfrm>
          <a:prstGeom prst="rect">
            <a:avLst/>
          </a:prstGeom>
          <a:noFill/>
          <a:ln>
            <a:noFill/>
          </a:ln>
        </p:spPr>
      </p:pic>
      <p:sp>
        <p:nvSpPr>
          <p:cNvPr id="304" name="Google Shape;304;p6"/>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05" name="Google Shape;305;p6"/>
          <p:cNvGrpSpPr/>
          <p:nvPr/>
        </p:nvGrpSpPr>
        <p:grpSpPr>
          <a:xfrm>
            <a:off x="8097025" y="550550"/>
            <a:ext cx="667500" cy="667500"/>
            <a:chOff x="8097025" y="550550"/>
            <a:chExt cx="667500" cy="667500"/>
          </a:xfrm>
        </p:grpSpPr>
        <p:sp>
          <p:nvSpPr>
            <p:cNvPr id="306" name="Google Shape;306;p6"/>
            <p:cNvSpPr/>
            <p:nvPr/>
          </p:nvSpPr>
          <p:spPr>
            <a:xfrm>
              <a:off x="8097025" y="550550"/>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07" name="Google Shape;307;p6"/>
            <p:cNvGrpSpPr/>
            <p:nvPr/>
          </p:nvGrpSpPr>
          <p:grpSpPr>
            <a:xfrm>
              <a:off x="8230502" y="708316"/>
              <a:ext cx="400542" cy="351961"/>
              <a:chOff x="6893640" y="1902240"/>
              <a:chExt cx="436320" cy="383400"/>
            </a:xfrm>
          </p:grpSpPr>
          <p:sp>
            <p:nvSpPr>
              <p:cNvPr id="308" name="Google Shape;308;p6"/>
              <p:cNvSpPr/>
              <p:nvPr/>
            </p:nvSpPr>
            <p:spPr>
              <a:xfrm>
                <a:off x="6893640" y="2234520"/>
                <a:ext cx="436320" cy="51120"/>
              </a:xfrm>
              <a:custGeom>
                <a:rect b="b" l="l" r="r" t="t"/>
                <a:pathLst>
                  <a:path extrusionOk="0" h="142" w="1212">
                    <a:moveTo>
                      <a:pt x="0" y="0"/>
                    </a:moveTo>
                    <a:lnTo>
                      <a:pt x="0" y="35"/>
                    </a:lnTo>
                    <a:cubicBezTo>
                      <a:pt x="0" y="94"/>
                      <a:pt x="48" y="142"/>
                      <a:pt x="107" y="142"/>
                    </a:cubicBezTo>
                    <a:lnTo>
                      <a:pt x="1106" y="142"/>
                    </a:lnTo>
                    <a:cubicBezTo>
                      <a:pt x="1164" y="142"/>
                      <a:pt x="1212" y="94"/>
                      <a:pt x="1212" y="35"/>
                    </a:cubicBezTo>
                    <a:lnTo>
                      <a:pt x="1212" y="0"/>
                    </a:lnTo>
                    <a:lnTo>
                      <a:pt x="0" y="0"/>
                    </a:ln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9" name="Google Shape;309;p6"/>
              <p:cNvSpPr/>
              <p:nvPr/>
            </p:nvSpPr>
            <p:spPr>
              <a:xfrm>
                <a:off x="6897600" y="2166120"/>
                <a:ext cx="428400" cy="42840"/>
              </a:xfrm>
              <a:custGeom>
                <a:rect b="b" l="l" r="r" t="t"/>
                <a:pathLst>
                  <a:path extrusionOk="0" h="119" w="1190">
                    <a:moveTo>
                      <a:pt x="1146" y="0"/>
                    </a:moveTo>
                    <a:lnTo>
                      <a:pt x="45" y="0"/>
                    </a:lnTo>
                    <a:lnTo>
                      <a:pt x="0" y="119"/>
                    </a:lnTo>
                    <a:lnTo>
                      <a:pt x="1190" y="119"/>
                    </a:lnTo>
                    <a:lnTo>
                      <a:pt x="1146"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10" name="Google Shape;310;p6"/>
              <p:cNvSpPr/>
              <p:nvPr/>
            </p:nvSpPr>
            <p:spPr>
              <a:xfrm>
                <a:off x="6919200" y="1902240"/>
                <a:ext cx="385200" cy="51120"/>
              </a:xfrm>
              <a:custGeom>
                <a:rect b="b" l="l" r="r" t="t"/>
                <a:pathLst>
                  <a:path extrusionOk="0" h="142" w="1070">
                    <a:moveTo>
                      <a:pt x="1070" y="107"/>
                    </a:moveTo>
                    <a:cubicBezTo>
                      <a:pt x="1070" y="48"/>
                      <a:pt x="1022" y="0"/>
                      <a:pt x="964" y="0"/>
                    </a:cubicBezTo>
                    <a:lnTo>
                      <a:pt x="107" y="0"/>
                    </a:lnTo>
                    <a:cubicBezTo>
                      <a:pt x="48" y="0"/>
                      <a:pt x="0" y="48"/>
                      <a:pt x="0" y="107"/>
                    </a:cubicBezTo>
                    <a:lnTo>
                      <a:pt x="0" y="142"/>
                    </a:lnTo>
                    <a:lnTo>
                      <a:pt x="1070" y="142"/>
                    </a:lnTo>
                    <a:lnTo>
                      <a:pt x="1070" y="107"/>
                    </a:ln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11" name="Google Shape;311;p6"/>
              <p:cNvSpPr/>
              <p:nvPr/>
            </p:nvSpPr>
            <p:spPr>
              <a:xfrm>
                <a:off x="6919200" y="1978920"/>
                <a:ext cx="385200" cy="161640"/>
              </a:xfrm>
              <a:custGeom>
                <a:rect b="b" l="l" r="r" t="t"/>
                <a:pathLst>
                  <a:path extrusionOk="0" h="449" w="1070">
                    <a:moveTo>
                      <a:pt x="892" y="141"/>
                    </a:moveTo>
                    <a:lnTo>
                      <a:pt x="584" y="141"/>
                    </a:lnTo>
                    <a:cubicBezTo>
                      <a:pt x="565" y="141"/>
                      <a:pt x="549" y="125"/>
                      <a:pt x="549" y="106"/>
                    </a:cubicBezTo>
                    <a:cubicBezTo>
                      <a:pt x="549" y="86"/>
                      <a:pt x="565" y="70"/>
                      <a:pt x="584" y="70"/>
                    </a:cubicBezTo>
                    <a:lnTo>
                      <a:pt x="892" y="70"/>
                    </a:lnTo>
                    <a:cubicBezTo>
                      <a:pt x="912" y="70"/>
                      <a:pt x="928" y="86"/>
                      <a:pt x="928" y="106"/>
                    </a:cubicBezTo>
                    <a:cubicBezTo>
                      <a:pt x="928" y="125"/>
                      <a:pt x="912" y="141"/>
                      <a:pt x="892" y="141"/>
                    </a:cubicBezTo>
                    <a:moveTo>
                      <a:pt x="892" y="283"/>
                    </a:moveTo>
                    <a:lnTo>
                      <a:pt x="584" y="283"/>
                    </a:lnTo>
                    <a:cubicBezTo>
                      <a:pt x="565" y="283"/>
                      <a:pt x="549" y="268"/>
                      <a:pt x="549" y="248"/>
                    </a:cubicBezTo>
                    <a:cubicBezTo>
                      <a:pt x="549" y="228"/>
                      <a:pt x="565" y="212"/>
                      <a:pt x="584" y="212"/>
                    </a:cubicBezTo>
                    <a:lnTo>
                      <a:pt x="892" y="212"/>
                    </a:lnTo>
                    <a:cubicBezTo>
                      <a:pt x="912" y="212"/>
                      <a:pt x="928" y="228"/>
                      <a:pt x="928" y="248"/>
                    </a:cubicBezTo>
                    <a:cubicBezTo>
                      <a:pt x="928" y="268"/>
                      <a:pt x="912" y="283"/>
                      <a:pt x="892" y="283"/>
                    </a:cubicBezTo>
                    <a:moveTo>
                      <a:pt x="473" y="343"/>
                    </a:moveTo>
                    <a:cubicBezTo>
                      <a:pt x="473" y="362"/>
                      <a:pt x="457" y="378"/>
                      <a:pt x="438" y="378"/>
                    </a:cubicBezTo>
                    <a:lnTo>
                      <a:pt x="178" y="378"/>
                    </a:lnTo>
                    <a:cubicBezTo>
                      <a:pt x="158" y="378"/>
                      <a:pt x="142" y="362"/>
                      <a:pt x="142" y="343"/>
                    </a:cubicBezTo>
                    <a:lnTo>
                      <a:pt x="142" y="106"/>
                    </a:lnTo>
                    <a:cubicBezTo>
                      <a:pt x="142" y="86"/>
                      <a:pt x="158" y="70"/>
                      <a:pt x="178" y="70"/>
                    </a:cubicBezTo>
                    <a:lnTo>
                      <a:pt x="438" y="70"/>
                    </a:lnTo>
                    <a:cubicBezTo>
                      <a:pt x="457" y="70"/>
                      <a:pt x="473" y="86"/>
                      <a:pt x="473" y="106"/>
                    </a:cubicBezTo>
                    <a:lnTo>
                      <a:pt x="473" y="343"/>
                    </a:lnTo>
                    <a:moveTo>
                      <a:pt x="1070" y="0"/>
                    </a:moveTo>
                    <a:lnTo>
                      <a:pt x="0" y="0"/>
                    </a:lnTo>
                    <a:lnTo>
                      <a:pt x="0" y="449"/>
                    </a:lnTo>
                    <a:lnTo>
                      <a:pt x="1070" y="449"/>
                    </a:lnTo>
                    <a:lnTo>
                      <a:pt x="107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12" name="Google Shape;312;p6"/>
              <p:cNvSpPr/>
              <p:nvPr/>
            </p:nvSpPr>
            <p:spPr>
              <a:xfrm>
                <a:off x="6996240" y="2029680"/>
                <a:ext cx="67680" cy="59760"/>
              </a:xfrm>
              <a:custGeom>
                <a:rect b="b" l="l" r="r" t="t"/>
                <a:pathLst>
                  <a:path extrusionOk="0" h="166" w="188">
                    <a:moveTo>
                      <a:pt x="0" y="0"/>
                    </a:moveTo>
                    <a:lnTo>
                      <a:pt x="188" y="0"/>
                    </a:lnTo>
                    <a:lnTo>
                      <a:pt x="188" y="166"/>
                    </a:lnTo>
                    <a:lnTo>
                      <a:pt x="0" y="166"/>
                    </a:lnTo>
                    <a:lnTo>
                      <a:pt x="0"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313" name="Google Shape;313;p6"/>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4" name="Shape 314"/>
        <p:cNvGrpSpPr/>
        <p:nvPr/>
      </p:nvGrpSpPr>
      <p:grpSpPr>
        <a:xfrm>
          <a:off x="0" y="0"/>
          <a:ext cx="0" cy="0"/>
          <a:chOff x="0" y="0"/>
          <a:chExt cx="0" cy="0"/>
        </a:xfrm>
      </p:grpSpPr>
      <p:grpSp>
        <p:nvGrpSpPr>
          <p:cNvPr id="315" name="Google Shape;315;p7"/>
          <p:cNvGrpSpPr/>
          <p:nvPr/>
        </p:nvGrpSpPr>
        <p:grpSpPr>
          <a:xfrm>
            <a:off x="-87450" y="-58650"/>
            <a:ext cx="9318900" cy="5260800"/>
            <a:chOff x="-87450" y="-58650"/>
            <a:chExt cx="9318900" cy="5260800"/>
          </a:xfrm>
        </p:grpSpPr>
        <p:grpSp>
          <p:nvGrpSpPr>
            <p:cNvPr id="316" name="Google Shape;316;p7"/>
            <p:cNvGrpSpPr/>
            <p:nvPr/>
          </p:nvGrpSpPr>
          <p:grpSpPr>
            <a:xfrm>
              <a:off x="129563" y="-58650"/>
              <a:ext cx="8884875" cy="5260800"/>
              <a:chOff x="129563" y="-58650"/>
              <a:chExt cx="8884875" cy="5260800"/>
            </a:xfrm>
          </p:grpSpPr>
          <p:cxnSp>
            <p:nvCxnSpPr>
              <p:cNvPr id="317" name="Google Shape;317;p7"/>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18" name="Google Shape;318;p7"/>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19" name="Google Shape;319;p7"/>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0" name="Google Shape;320;p7"/>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1" name="Google Shape;321;p7"/>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2" name="Google Shape;322;p7"/>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3" name="Google Shape;323;p7"/>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4" name="Google Shape;324;p7"/>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5" name="Google Shape;325;p7"/>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6" name="Google Shape;326;p7"/>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7" name="Google Shape;327;p7"/>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8" name="Google Shape;328;p7"/>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29" name="Google Shape;329;p7"/>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0" name="Google Shape;330;p7"/>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1" name="Google Shape;331;p7"/>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2" name="Google Shape;332;p7"/>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3" name="Google Shape;333;p7"/>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4" name="Google Shape;334;p7"/>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5" name="Google Shape;335;p7"/>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6" name="Google Shape;336;p7"/>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7" name="Google Shape;337;p7"/>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8" name="Google Shape;338;p7"/>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39" name="Google Shape;339;p7"/>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0" name="Google Shape;340;p7"/>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1" name="Google Shape;341;p7"/>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2" name="Google Shape;342;p7"/>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3" name="Google Shape;343;p7"/>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4" name="Google Shape;344;p7"/>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45" name="Google Shape;345;p7"/>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346" name="Google Shape;346;p7"/>
            <p:cNvGrpSpPr/>
            <p:nvPr/>
          </p:nvGrpSpPr>
          <p:grpSpPr>
            <a:xfrm>
              <a:off x="-87450" y="171125"/>
              <a:ext cx="9318900" cy="4801250"/>
              <a:chOff x="-87450" y="281675"/>
              <a:chExt cx="9318900" cy="4801250"/>
            </a:xfrm>
          </p:grpSpPr>
          <p:cxnSp>
            <p:nvCxnSpPr>
              <p:cNvPr id="347" name="Google Shape;347;p7"/>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48" name="Google Shape;348;p7"/>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49" name="Google Shape;349;p7"/>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0" name="Google Shape;350;p7"/>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1" name="Google Shape;351;p7"/>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2" name="Google Shape;352;p7"/>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3" name="Google Shape;353;p7"/>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4" name="Google Shape;354;p7"/>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5" name="Google Shape;355;p7"/>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6" name="Google Shape;356;p7"/>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7" name="Google Shape;357;p7"/>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8" name="Google Shape;358;p7"/>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59" name="Google Shape;359;p7"/>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60" name="Google Shape;360;p7"/>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61" name="Google Shape;361;p7"/>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362" name="Google Shape;362;p7"/>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363" name="Google Shape;363;p7"/>
          <p:cNvPicPr preferRelativeResize="0"/>
          <p:nvPr/>
        </p:nvPicPr>
        <p:blipFill>
          <a:blip r:embed="rId2">
            <a:alphaModFix/>
          </a:blip>
          <a:stretch>
            <a:fillRect/>
          </a:stretch>
        </p:blipFill>
        <p:spPr>
          <a:xfrm>
            <a:off x="840789" y="2368300"/>
            <a:ext cx="7462422" cy="4064500"/>
          </a:xfrm>
          <a:prstGeom prst="rect">
            <a:avLst/>
          </a:prstGeom>
          <a:noFill/>
          <a:ln>
            <a:noFill/>
          </a:ln>
        </p:spPr>
      </p:pic>
      <p:sp>
        <p:nvSpPr>
          <p:cNvPr id="364" name="Google Shape;364;p7"/>
          <p:cNvSpPr txBox="1"/>
          <p:nvPr>
            <p:ph type="title"/>
          </p:nvPr>
        </p:nvSpPr>
        <p:spPr>
          <a:xfrm>
            <a:off x="1412050" y="1581400"/>
            <a:ext cx="6320400" cy="1322700"/>
          </a:xfrm>
          <a:prstGeom prst="rect">
            <a:avLst/>
          </a:prstGeom>
        </p:spPr>
        <p:txBody>
          <a:bodyPr anchorCtr="0" anchor="b" bIns="91425" lIns="91425" spcFirstLastPara="1" rIns="91425" wrap="square" tIns="91425">
            <a:noAutofit/>
          </a:bodyPr>
          <a:lstStyle>
            <a:lvl1pPr lvl="0" algn="ctr">
              <a:spcBef>
                <a:spcPts val="0"/>
              </a:spcBef>
              <a:spcAft>
                <a:spcPts val="0"/>
              </a:spcAft>
              <a:buSzPts val="2400"/>
              <a:buNone/>
              <a:defRPr sz="4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65" name="Google Shape;365;p7"/>
          <p:cNvSpPr txBox="1"/>
          <p:nvPr>
            <p:ph idx="1" type="subTitle"/>
          </p:nvPr>
        </p:nvSpPr>
        <p:spPr>
          <a:xfrm>
            <a:off x="1412050" y="3011600"/>
            <a:ext cx="6320400" cy="1007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grpSp>
        <p:nvGrpSpPr>
          <p:cNvPr id="366" name="Google Shape;366;p7"/>
          <p:cNvGrpSpPr/>
          <p:nvPr/>
        </p:nvGrpSpPr>
        <p:grpSpPr>
          <a:xfrm>
            <a:off x="8068550" y="543532"/>
            <a:ext cx="667512" cy="667512"/>
            <a:chOff x="7839975" y="821025"/>
            <a:chExt cx="914400" cy="914400"/>
          </a:xfrm>
        </p:grpSpPr>
        <p:sp>
          <p:nvSpPr>
            <p:cNvPr id="367" name="Google Shape;367;p7"/>
            <p:cNvSpPr/>
            <p:nvPr/>
          </p:nvSpPr>
          <p:spPr>
            <a:xfrm>
              <a:off x="7839975" y="821025"/>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68" name="Google Shape;368;p7"/>
            <p:cNvGrpSpPr/>
            <p:nvPr/>
          </p:nvGrpSpPr>
          <p:grpSpPr>
            <a:xfrm>
              <a:off x="8022853" y="1037365"/>
              <a:ext cx="548635" cy="481719"/>
              <a:chOff x="8658720" y="2636280"/>
              <a:chExt cx="420120" cy="369360"/>
            </a:xfrm>
          </p:grpSpPr>
          <p:sp>
            <p:nvSpPr>
              <p:cNvPr id="369" name="Google Shape;369;p7"/>
              <p:cNvSpPr/>
              <p:nvPr/>
            </p:nvSpPr>
            <p:spPr>
              <a:xfrm>
                <a:off x="8658720" y="2956320"/>
                <a:ext cx="420120" cy="49320"/>
              </a:xfrm>
              <a:custGeom>
                <a:rect b="b" l="l" r="r" t="t"/>
                <a:pathLst>
                  <a:path extrusionOk="0" h="137" w="1167">
                    <a:moveTo>
                      <a:pt x="0" y="0"/>
                    </a:moveTo>
                    <a:lnTo>
                      <a:pt x="0" y="34"/>
                    </a:lnTo>
                    <a:cubicBezTo>
                      <a:pt x="0" y="91"/>
                      <a:pt x="46" y="137"/>
                      <a:pt x="102" y="137"/>
                    </a:cubicBezTo>
                    <a:lnTo>
                      <a:pt x="1064" y="137"/>
                    </a:lnTo>
                    <a:cubicBezTo>
                      <a:pt x="1121" y="137"/>
                      <a:pt x="1167" y="91"/>
                      <a:pt x="1167" y="34"/>
                    </a:cubicBezTo>
                    <a:lnTo>
                      <a:pt x="1167" y="0"/>
                    </a:lnTo>
                    <a:lnTo>
                      <a:pt x="0" y="0"/>
                    </a:lnTo>
                    <a:close/>
                  </a:path>
                </a:pathLst>
              </a:custGeom>
              <a:solidFill>
                <a:schemeClr val="accent6"/>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70" name="Google Shape;370;p7"/>
              <p:cNvSpPr/>
              <p:nvPr/>
            </p:nvSpPr>
            <p:spPr>
              <a:xfrm>
                <a:off x="8662320" y="2890800"/>
                <a:ext cx="412560" cy="41040"/>
              </a:xfrm>
              <a:custGeom>
                <a:rect b="b" l="l" r="r" t="t"/>
                <a:pathLst>
                  <a:path extrusionOk="0" h="114" w="1146">
                    <a:moveTo>
                      <a:pt x="1103" y="0"/>
                    </a:moveTo>
                    <a:lnTo>
                      <a:pt x="43" y="0"/>
                    </a:lnTo>
                    <a:lnTo>
                      <a:pt x="0" y="114"/>
                    </a:lnTo>
                    <a:lnTo>
                      <a:pt x="1146" y="114"/>
                    </a:lnTo>
                    <a:lnTo>
                      <a:pt x="1103"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71" name="Google Shape;371;p7"/>
              <p:cNvSpPr/>
              <p:nvPr/>
            </p:nvSpPr>
            <p:spPr>
              <a:xfrm>
                <a:off x="8775000" y="2734920"/>
                <a:ext cx="39960" cy="44640"/>
              </a:xfrm>
              <a:custGeom>
                <a:rect b="b" l="l" r="r" t="t"/>
                <a:pathLst>
                  <a:path extrusionOk="0" h="124" w="111">
                    <a:moveTo>
                      <a:pt x="55" y="124"/>
                    </a:moveTo>
                    <a:cubicBezTo>
                      <a:pt x="88" y="92"/>
                      <a:pt x="109" y="48"/>
                      <a:pt x="111" y="0"/>
                    </a:cubicBezTo>
                    <a:lnTo>
                      <a:pt x="0" y="0"/>
                    </a:lnTo>
                    <a:cubicBezTo>
                      <a:pt x="1" y="48"/>
                      <a:pt x="22" y="92"/>
                      <a:pt x="55" y="12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72" name="Google Shape;372;p7"/>
              <p:cNvSpPr/>
              <p:nvPr/>
            </p:nvSpPr>
            <p:spPr>
              <a:xfrm>
                <a:off x="8929800" y="2723760"/>
                <a:ext cx="33480" cy="44280"/>
              </a:xfrm>
              <a:custGeom>
                <a:rect b="b" l="l" r="r" t="t"/>
                <a:pathLst>
                  <a:path extrusionOk="0" h="123" w="93">
                    <a:moveTo>
                      <a:pt x="0" y="123"/>
                    </a:moveTo>
                    <a:lnTo>
                      <a:pt x="93" y="123"/>
                    </a:lnTo>
                    <a:lnTo>
                      <a:pt x="47" y="0"/>
                    </a:lnTo>
                    <a:lnTo>
                      <a:pt x="0" y="123"/>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73" name="Google Shape;373;p7"/>
              <p:cNvSpPr/>
              <p:nvPr/>
            </p:nvSpPr>
            <p:spPr>
              <a:xfrm>
                <a:off x="8683200" y="2636280"/>
                <a:ext cx="370800" cy="229680"/>
              </a:xfrm>
              <a:custGeom>
                <a:rect b="b" l="l" r="r" t="t"/>
                <a:pathLst>
                  <a:path extrusionOk="0" h="638" w="1030">
                    <a:moveTo>
                      <a:pt x="869" y="511"/>
                    </a:moveTo>
                    <a:cubicBezTo>
                      <a:pt x="851" y="518"/>
                      <a:pt x="832" y="509"/>
                      <a:pt x="825" y="491"/>
                    </a:cubicBezTo>
                    <a:lnTo>
                      <a:pt x="804" y="435"/>
                    </a:lnTo>
                    <a:lnTo>
                      <a:pt x="659" y="435"/>
                    </a:lnTo>
                    <a:lnTo>
                      <a:pt x="637" y="491"/>
                    </a:lnTo>
                    <a:cubicBezTo>
                      <a:pt x="630" y="509"/>
                      <a:pt x="611" y="518"/>
                      <a:pt x="593" y="511"/>
                    </a:cubicBezTo>
                    <a:cubicBezTo>
                      <a:pt x="575" y="504"/>
                      <a:pt x="566" y="484"/>
                      <a:pt x="573" y="467"/>
                    </a:cubicBezTo>
                    <a:lnTo>
                      <a:pt x="693" y="152"/>
                    </a:lnTo>
                    <a:lnTo>
                      <a:pt x="693" y="151"/>
                    </a:lnTo>
                    <a:cubicBezTo>
                      <a:pt x="700" y="136"/>
                      <a:pt x="715" y="126"/>
                      <a:pt x="732" y="126"/>
                    </a:cubicBezTo>
                    <a:lnTo>
                      <a:pt x="732" y="126"/>
                    </a:lnTo>
                    <a:cubicBezTo>
                      <a:pt x="748" y="126"/>
                      <a:pt x="763" y="136"/>
                      <a:pt x="770" y="151"/>
                    </a:cubicBezTo>
                    <a:cubicBezTo>
                      <a:pt x="770" y="152"/>
                      <a:pt x="770" y="152"/>
                      <a:pt x="770" y="152"/>
                    </a:cubicBezTo>
                    <a:lnTo>
                      <a:pt x="889" y="467"/>
                    </a:lnTo>
                    <a:cubicBezTo>
                      <a:pt x="896" y="484"/>
                      <a:pt x="887" y="504"/>
                      <a:pt x="869" y="511"/>
                    </a:cubicBezTo>
                    <a:moveTo>
                      <a:pt x="450" y="274"/>
                    </a:moveTo>
                    <a:lnTo>
                      <a:pt x="434" y="274"/>
                    </a:lnTo>
                    <a:cubicBezTo>
                      <a:pt x="433" y="336"/>
                      <a:pt x="409" y="392"/>
                      <a:pt x="370" y="435"/>
                    </a:cubicBezTo>
                    <a:cubicBezTo>
                      <a:pt x="383" y="440"/>
                      <a:pt x="398" y="443"/>
                      <a:pt x="413" y="445"/>
                    </a:cubicBezTo>
                    <a:cubicBezTo>
                      <a:pt x="432" y="447"/>
                      <a:pt x="446" y="464"/>
                      <a:pt x="444" y="482"/>
                    </a:cubicBezTo>
                    <a:cubicBezTo>
                      <a:pt x="442" y="500"/>
                      <a:pt x="427" y="513"/>
                      <a:pt x="410" y="513"/>
                    </a:cubicBezTo>
                    <a:cubicBezTo>
                      <a:pt x="409" y="513"/>
                      <a:pt x="407" y="513"/>
                      <a:pt x="406" y="513"/>
                    </a:cubicBezTo>
                    <a:cubicBezTo>
                      <a:pt x="371" y="509"/>
                      <a:pt x="339" y="498"/>
                      <a:pt x="310" y="482"/>
                    </a:cubicBezTo>
                    <a:cubicBezTo>
                      <a:pt x="281" y="498"/>
                      <a:pt x="249" y="509"/>
                      <a:pt x="214" y="513"/>
                    </a:cubicBezTo>
                    <a:cubicBezTo>
                      <a:pt x="213" y="513"/>
                      <a:pt x="212" y="513"/>
                      <a:pt x="210" y="513"/>
                    </a:cubicBezTo>
                    <a:cubicBezTo>
                      <a:pt x="193" y="513"/>
                      <a:pt x="178" y="500"/>
                      <a:pt x="176" y="482"/>
                    </a:cubicBezTo>
                    <a:cubicBezTo>
                      <a:pt x="174" y="464"/>
                      <a:pt x="188" y="447"/>
                      <a:pt x="207" y="445"/>
                    </a:cubicBezTo>
                    <a:cubicBezTo>
                      <a:pt x="222" y="443"/>
                      <a:pt x="237" y="440"/>
                      <a:pt x="251" y="435"/>
                    </a:cubicBezTo>
                    <a:cubicBezTo>
                      <a:pt x="212" y="392"/>
                      <a:pt x="188" y="336"/>
                      <a:pt x="186" y="274"/>
                    </a:cubicBezTo>
                    <a:lnTo>
                      <a:pt x="171" y="274"/>
                    </a:lnTo>
                    <a:cubicBezTo>
                      <a:pt x="152" y="274"/>
                      <a:pt x="136" y="258"/>
                      <a:pt x="136" y="240"/>
                    </a:cubicBezTo>
                    <a:cubicBezTo>
                      <a:pt x="136" y="221"/>
                      <a:pt x="152" y="205"/>
                      <a:pt x="171" y="205"/>
                    </a:cubicBezTo>
                    <a:lnTo>
                      <a:pt x="276" y="205"/>
                    </a:lnTo>
                    <a:lnTo>
                      <a:pt x="276" y="160"/>
                    </a:lnTo>
                    <a:cubicBezTo>
                      <a:pt x="276" y="141"/>
                      <a:pt x="291" y="126"/>
                      <a:pt x="310" y="126"/>
                    </a:cubicBezTo>
                    <a:cubicBezTo>
                      <a:pt x="329" y="126"/>
                      <a:pt x="344" y="141"/>
                      <a:pt x="344" y="160"/>
                    </a:cubicBezTo>
                    <a:lnTo>
                      <a:pt x="344" y="205"/>
                    </a:lnTo>
                    <a:lnTo>
                      <a:pt x="450" y="205"/>
                    </a:lnTo>
                    <a:cubicBezTo>
                      <a:pt x="469" y="205"/>
                      <a:pt x="484" y="221"/>
                      <a:pt x="484" y="240"/>
                    </a:cubicBezTo>
                    <a:cubicBezTo>
                      <a:pt x="484" y="258"/>
                      <a:pt x="469" y="274"/>
                      <a:pt x="450" y="274"/>
                    </a:cubicBezTo>
                    <a:moveTo>
                      <a:pt x="1030" y="103"/>
                    </a:moveTo>
                    <a:cubicBezTo>
                      <a:pt x="1030" y="46"/>
                      <a:pt x="984" y="0"/>
                      <a:pt x="928" y="0"/>
                    </a:cubicBezTo>
                    <a:lnTo>
                      <a:pt x="103" y="0"/>
                    </a:lnTo>
                    <a:cubicBezTo>
                      <a:pt x="46" y="0"/>
                      <a:pt x="0" y="46"/>
                      <a:pt x="0" y="103"/>
                    </a:cubicBezTo>
                    <a:lnTo>
                      <a:pt x="0" y="638"/>
                    </a:lnTo>
                    <a:lnTo>
                      <a:pt x="1030" y="638"/>
                    </a:lnTo>
                    <a:lnTo>
                      <a:pt x="1030" y="10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374" name="Google Shape;374;p7"/>
          <p:cNvGrpSpPr/>
          <p:nvPr/>
        </p:nvGrpSpPr>
        <p:grpSpPr>
          <a:xfrm>
            <a:off x="407950" y="543532"/>
            <a:ext cx="667512" cy="667512"/>
            <a:chOff x="365175" y="821025"/>
            <a:chExt cx="914400" cy="914400"/>
          </a:xfrm>
        </p:grpSpPr>
        <p:sp>
          <p:nvSpPr>
            <p:cNvPr id="375" name="Google Shape;375;p7"/>
            <p:cNvSpPr/>
            <p:nvPr/>
          </p:nvSpPr>
          <p:spPr>
            <a:xfrm>
              <a:off x="365175" y="821025"/>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76" name="Google Shape;376;p7"/>
            <p:cNvGrpSpPr/>
            <p:nvPr/>
          </p:nvGrpSpPr>
          <p:grpSpPr>
            <a:xfrm>
              <a:off x="570289" y="1003900"/>
              <a:ext cx="504160" cy="548651"/>
              <a:chOff x="6939720" y="4156560"/>
              <a:chExt cx="344160" cy="375480"/>
            </a:xfrm>
          </p:grpSpPr>
          <p:sp>
            <p:nvSpPr>
              <p:cNvPr id="377" name="Google Shape;377;p7"/>
              <p:cNvSpPr/>
              <p:nvPr/>
            </p:nvSpPr>
            <p:spPr>
              <a:xfrm>
                <a:off x="6939720" y="4156560"/>
                <a:ext cx="344160" cy="111600"/>
              </a:xfrm>
              <a:custGeom>
                <a:rect b="b" l="l" r="r" t="t"/>
                <a:pathLst>
                  <a:path extrusionOk="0" h="310" w="956">
                    <a:moveTo>
                      <a:pt x="366" y="126"/>
                    </a:moveTo>
                    <a:lnTo>
                      <a:pt x="366" y="92"/>
                    </a:lnTo>
                    <a:cubicBezTo>
                      <a:pt x="366" y="75"/>
                      <a:pt x="379" y="61"/>
                      <a:pt x="396" y="61"/>
                    </a:cubicBezTo>
                    <a:lnTo>
                      <a:pt x="559" y="61"/>
                    </a:lnTo>
                    <a:cubicBezTo>
                      <a:pt x="576" y="61"/>
                      <a:pt x="590" y="75"/>
                      <a:pt x="590" y="92"/>
                    </a:cubicBezTo>
                    <a:lnTo>
                      <a:pt x="590" y="126"/>
                    </a:lnTo>
                    <a:lnTo>
                      <a:pt x="366" y="126"/>
                    </a:lnTo>
                    <a:moveTo>
                      <a:pt x="865" y="126"/>
                    </a:moveTo>
                    <a:lnTo>
                      <a:pt x="651" y="126"/>
                    </a:lnTo>
                    <a:lnTo>
                      <a:pt x="651" y="92"/>
                    </a:lnTo>
                    <a:cubicBezTo>
                      <a:pt x="651" y="41"/>
                      <a:pt x="610" y="0"/>
                      <a:pt x="559" y="0"/>
                    </a:cubicBezTo>
                    <a:lnTo>
                      <a:pt x="396" y="0"/>
                    </a:lnTo>
                    <a:cubicBezTo>
                      <a:pt x="346" y="0"/>
                      <a:pt x="306" y="41"/>
                      <a:pt x="306" y="92"/>
                    </a:cubicBezTo>
                    <a:lnTo>
                      <a:pt x="306" y="126"/>
                    </a:lnTo>
                    <a:lnTo>
                      <a:pt x="92" y="126"/>
                    </a:lnTo>
                    <a:cubicBezTo>
                      <a:pt x="41" y="126"/>
                      <a:pt x="0" y="167"/>
                      <a:pt x="0" y="218"/>
                    </a:cubicBezTo>
                    <a:lnTo>
                      <a:pt x="0" y="310"/>
                    </a:lnTo>
                    <a:lnTo>
                      <a:pt x="242" y="310"/>
                    </a:lnTo>
                    <a:cubicBezTo>
                      <a:pt x="302" y="247"/>
                      <a:pt x="385" y="208"/>
                      <a:pt x="478" y="208"/>
                    </a:cubicBezTo>
                    <a:cubicBezTo>
                      <a:pt x="571" y="208"/>
                      <a:pt x="655" y="247"/>
                      <a:pt x="714" y="310"/>
                    </a:cubicBezTo>
                    <a:lnTo>
                      <a:pt x="956" y="310"/>
                    </a:lnTo>
                    <a:lnTo>
                      <a:pt x="956" y="218"/>
                    </a:lnTo>
                    <a:cubicBezTo>
                      <a:pt x="956" y="167"/>
                      <a:pt x="915" y="126"/>
                      <a:pt x="865" y="12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78" name="Google Shape;378;p7"/>
              <p:cNvSpPr/>
              <p:nvPr/>
            </p:nvSpPr>
            <p:spPr>
              <a:xfrm>
                <a:off x="7185600" y="4290120"/>
                <a:ext cx="98280" cy="153720"/>
              </a:xfrm>
              <a:custGeom>
                <a:rect b="b" l="l" r="r" t="t"/>
                <a:pathLst>
                  <a:path extrusionOk="0" h="427" w="273">
                    <a:moveTo>
                      <a:pt x="121" y="163"/>
                    </a:moveTo>
                    <a:cubicBezTo>
                      <a:pt x="121" y="250"/>
                      <a:pt x="86" y="332"/>
                      <a:pt x="25" y="393"/>
                    </a:cubicBezTo>
                    <a:cubicBezTo>
                      <a:pt x="14" y="404"/>
                      <a:pt x="6" y="415"/>
                      <a:pt x="0" y="427"/>
                    </a:cubicBezTo>
                    <a:lnTo>
                      <a:pt x="182" y="427"/>
                    </a:lnTo>
                    <a:cubicBezTo>
                      <a:pt x="232" y="427"/>
                      <a:pt x="273" y="386"/>
                      <a:pt x="273" y="336"/>
                    </a:cubicBezTo>
                    <a:lnTo>
                      <a:pt x="273" y="0"/>
                    </a:lnTo>
                    <a:lnTo>
                      <a:pt x="77" y="0"/>
                    </a:lnTo>
                    <a:cubicBezTo>
                      <a:pt x="105" y="48"/>
                      <a:pt x="121" y="103"/>
                      <a:pt x="121" y="16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79" name="Google Shape;379;p7"/>
              <p:cNvSpPr/>
              <p:nvPr/>
            </p:nvSpPr>
            <p:spPr>
              <a:xfrm>
                <a:off x="6939720" y="4290120"/>
                <a:ext cx="98640" cy="153720"/>
              </a:xfrm>
              <a:custGeom>
                <a:rect b="b" l="l" r="r" t="t"/>
                <a:pathLst>
                  <a:path extrusionOk="0" h="427" w="274">
                    <a:moveTo>
                      <a:pt x="153" y="163"/>
                    </a:moveTo>
                    <a:cubicBezTo>
                      <a:pt x="153" y="103"/>
                      <a:pt x="169" y="48"/>
                      <a:pt x="197" y="0"/>
                    </a:cubicBezTo>
                    <a:lnTo>
                      <a:pt x="0" y="0"/>
                    </a:lnTo>
                    <a:lnTo>
                      <a:pt x="0" y="336"/>
                    </a:lnTo>
                    <a:cubicBezTo>
                      <a:pt x="0" y="386"/>
                      <a:pt x="41" y="427"/>
                      <a:pt x="92" y="427"/>
                    </a:cubicBezTo>
                    <a:lnTo>
                      <a:pt x="274" y="427"/>
                    </a:lnTo>
                    <a:cubicBezTo>
                      <a:pt x="268" y="415"/>
                      <a:pt x="259" y="404"/>
                      <a:pt x="249" y="393"/>
                    </a:cubicBezTo>
                    <a:cubicBezTo>
                      <a:pt x="187" y="332"/>
                      <a:pt x="153" y="250"/>
                      <a:pt x="153" y="16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80" name="Google Shape;380;p7"/>
              <p:cNvSpPr/>
              <p:nvPr/>
            </p:nvSpPr>
            <p:spPr>
              <a:xfrm>
                <a:off x="7063920" y="4480560"/>
                <a:ext cx="95400" cy="51480"/>
              </a:xfrm>
              <a:custGeom>
                <a:rect b="b" l="l" r="r" t="t"/>
                <a:pathLst>
                  <a:path extrusionOk="0" h="143" w="265">
                    <a:moveTo>
                      <a:pt x="0" y="51"/>
                    </a:moveTo>
                    <a:cubicBezTo>
                      <a:pt x="0" y="102"/>
                      <a:pt x="41" y="143"/>
                      <a:pt x="92" y="143"/>
                    </a:cubicBezTo>
                    <a:lnTo>
                      <a:pt x="173" y="143"/>
                    </a:lnTo>
                    <a:cubicBezTo>
                      <a:pt x="224" y="143"/>
                      <a:pt x="265" y="102"/>
                      <a:pt x="265" y="51"/>
                    </a:cubicBezTo>
                    <a:lnTo>
                      <a:pt x="265" y="0"/>
                    </a:lnTo>
                    <a:lnTo>
                      <a:pt x="0" y="0"/>
                    </a:lnTo>
                    <a:lnTo>
                      <a:pt x="0" y="51"/>
                    </a:lnTo>
                    <a:close/>
                  </a:path>
                </a:pathLst>
              </a:custGeom>
              <a:solidFill>
                <a:schemeClr val="accent6"/>
              </a:solidFill>
              <a:ln>
                <a:noFill/>
              </a:ln>
            </p:spPr>
            <p:txBody>
              <a:bodyPr anchorCtr="1" anchor="ctr" bIns="6475" lIns="90000" spcFirstLastPara="1" rIns="90000" wrap="square" tIns="6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81" name="Google Shape;381;p7"/>
              <p:cNvSpPr/>
              <p:nvPr/>
            </p:nvSpPr>
            <p:spPr>
              <a:xfrm>
                <a:off x="7118280" y="4366080"/>
                <a:ext cx="10800" cy="29880"/>
              </a:xfrm>
              <a:custGeom>
                <a:rect b="b" l="l" r="r" t="t"/>
                <a:pathLst>
                  <a:path extrusionOk="0" h="83" w="30">
                    <a:moveTo>
                      <a:pt x="1" y="0"/>
                    </a:moveTo>
                    <a:lnTo>
                      <a:pt x="0" y="0"/>
                    </a:lnTo>
                    <a:lnTo>
                      <a:pt x="0" y="83"/>
                    </a:lnTo>
                    <a:cubicBezTo>
                      <a:pt x="17" y="76"/>
                      <a:pt x="27" y="61"/>
                      <a:pt x="29" y="46"/>
                    </a:cubicBezTo>
                    <a:cubicBezTo>
                      <a:pt x="31" y="38"/>
                      <a:pt x="33" y="11"/>
                      <a:pt x="1"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82" name="Google Shape;382;p7"/>
              <p:cNvSpPr/>
              <p:nvPr/>
            </p:nvSpPr>
            <p:spPr>
              <a:xfrm>
                <a:off x="7097400" y="4322520"/>
                <a:ext cx="6480" cy="21240"/>
              </a:xfrm>
              <a:custGeom>
                <a:rect b="b" l="l" r="r" t="t"/>
                <a:pathLst>
                  <a:path extrusionOk="0" h="59" w="18">
                    <a:moveTo>
                      <a:pt x="0" y="26"/>
                    </a:moveTo>
                    <a:cubicBezTo>
                      <a:pt x="-2" y="36"/>
                      <a:pt x="0" y="47"/>
                      <a:pt x="7" y="52"/>
                    </a:cubicBezTo>
                    <a:cubicBezTo>
                      <a:pt x="10" y="54"/>
                      <a:pt x="14" y="57"/>
                      <a:pt x="18" y="59"/>
                    </a:cubicBezTo>
                    <a:lnTo>
                      <a:pt x="18" y="0"/>
                    </a:lnTo>
                    <a:cubicBezTo>
                      <a:pt x="7" y="5"/>
                      <a:pt x="1" y="16"/>
                      <a:pt x="0"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83" name="Google Shape;383;p7"/>
              <p:cNvSpPr/>
              <p:nvPr/>
            </p:nvSpPr>
            <p:spPr>
              <a:xfrm>
                <a:off x="7016760" y="4253400"/>
                <a:ext cx="190080" cy="205200"/>
              </a:xfrm>
              <a:custGeom>
                <a:rect b="b" l="l" r="r" t="t"/>
                <a:pathLst>
                  <a:path extrusionOk="0" h="570" w="528">
                    <a:moveTo>
                      <a:pt x="351" y="366"/>
                    </a:moveTo>
                    <a:cubicBezTo>
                      <a:pt x="346" y="398"/>
                      <a:pt x="321" y="430"/>
                      <a:pt x="282" y="439"/>
                    </a:cubicBezTo>
                    <a:lnTo>
                      <a:pt x="282" y="458"/>
                    </a:lnTo>
                    <a:cubicBezTo>
                      <a:pt x="282" y="469"/>
                      <a:pt x="273" y="478"/>
                      <a:pt x="262" y="478"/>
                    </a:cubicBezTo>
                    <a:cubicBezTo>
                      <a:pt x="251" y="478"/>
                      <a:pt x="242" y="469"/>
                      <a:pt x="242" y="458"/>
                    </a:cubicBezTo>
                    <a:lnTo>
                      <a:pt x="242" y="441"/>
                    </a:lnTo>
                    <a:cubicBezTo>
                      <a:pt x="222" y="440"/>
                      <a:pt x="207" y="435"/>
                      <a:pt x="184" y="420"/>
                    </a:cubicBezTo>
                    <a:cubicBezTo>
                      <a:pt x="175" y="414"/>
                      <a:pt x="172" y="401"/>
                      <a:pt x="178" y="392"/>
                    </a:cubicBezTo>
                    <a:cubicBezTo>
                      <a:pt x="184" y="382"/>
                      <a:pt x="197" y="380"/>
                      <a:pt x="206" y="386"/>
                    </a:cubicBezTo>
                    <a:cubicBezTo>
                      <a:pt x="220" y="395"/>
                      <a:pt x="229" y="399"/>
                      <a:pt x="242" y="400"/>
                    </a:cubicBezTo>
                    <a:lnTo>
                      <a:pt x="242" y="297"/>
                    </a:lnTo>
                    <a:cubicBezTo>
                      <a:pt x="226" y="290"/>
                      <a:pt x="215" y="283"/>
                      <a:pt x="206" y="276"/>
                    </a:cubicBezTo>
                    <a:cubicBezTo>
                      <a:pt x="187" y="261"/>
                      <a:pt x="179" y="236"/>
                      <a:pt x="184" y="210"/>
                    </a:cubicBezTo>
                    <a:cubicBezTo>
                      <a:pt x="189" y="181"/>
                      <a:pt x="209" y="159"/>
                      <a:pt x="235" y="151"/>
                    </a:cubicBezTo>
                    <a:cubicBezTo>
                      <a:pt x="238" y="150"/>
                      <a:pt x="240" y="150"/>
                      <a:pt x="242" y="149"/>
                    </a:cubicBezTo>
                    <a:lnTo>
                      <a:pt x="242" y="132"/>
                    </a:lnTo>
                    <a:cubicBezTo>
                      <a:pt x="242" y="121"/>
                      <a:pt x="251" y="112"/>
                      <a:pt x="262" y="112"/>
                    </a:cubicBezTo>
                    <a:cubicBezTo>
                      <a:pt x="273" y="112"/>
                      <a:pt x="282" y="121"/>
                      <a:pt x="282" y="132"/>
                    </a:cubicBezTo>
                    <a:lnTo>
                      <a:pt x="282" y="147"/>
                    </a:lnTo>
                    <a:cubicBezTo>
                      <a:pt x="306" y="150"/>
                      <a:pt x="322" y="161"/>
                      <a:pt x="329" y="170"/>
                    </a:cubicBezTo>
                    <a:cubicBezTo>
                      <a:pt x="337" y="179"/>
                      <a:pt x="336" y="191"/>
                      <a:pt x="328" y="199"/>
                    </a:cubicBezTo>
                    <a:cubicBezTo>
                      <a:pt x="319" y="206"/>
                      <a:pt x="306" y="205"/>
                      <a:pt x="299" y="197"/>
                    </a:cubicBezTo>
                    <a:cubicBezTo>
                      <a:pt x="298" y="196"/>
                      <a:pt x="293" y="191"/>
                      <a:pt x="282" y="188"/>
                    </a:cubicBezTo>
                    <a:lnTo>
                      <a:pt x="282" y="269"/>
                    </a:lnTo>
                    <a:cubicBezTo>
                      <a:pt x="287" y="271"/>
                      <a:pt x="292" y="273"/>
                      <a:pt x="297" y="275"/>
                    </a:cubicBezTo>
                    <a:cubicBezTo>
                      <a:pt x="337" y="289"/>
                      <a:pt x="358" y="324"/>
                      <a:pt x="351" y="366"/>
                    </a:cubicBezTo>
                    <a:moveTo>
                      <a:pt x="264" y="0"/>
                    </a:moveTo>
                    <a:cubicBezTo>
                      <a:pt x="118" y="0"/>
                      <a:pt x="0" y="119"/>
                      <a:pt x="0" y="265"/>
                    </a:cubicBezTo>
                    <a:cubicBezTo>
                      <a:pt x="0" y="336"/>
                      <a:pt x="28" y="402"/>
                      <a:pt x="78" y="452"/>
                    </a:cubicBezTo>
                    <a:cubicBezTo>
                      <a:pt x="110" y="485"/>
                      <a:pt x="129" y="527"/>
                      <a:pt x="131" y="570"/>
                    </a:cubicBezTo>
                    <a:lnTo>
                      <a:pt x="396" y="570"/>
                    </a:lnTo>
                    <a:cubicBezTo>
                      <a:pt x="398" y="527"/>
                      <a:pt x="417" y="485"/>
                      <a:pt x="450" y="452"/>
                    </a:cubicBezTo>
                    <a:cubicBezTo>
                      <a:pt x="501" y="402"/>
                      <a:pt x="528" y="336"/>
                      <a:pt x="528" y="265"/>
                    </a:cubicBezTo>
                    <a:cubicBezTo>
                      <a:pt x="528" y="119"/>
                      <a:pt x="410" y="0"/>
                      <a:pt x="264"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384" name="Google Shape;384;p7"/>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85" name="Shape 385"/>
        <p:cNvGrpSpPr/>
        <p:nvPr/>
      </p:nvGrpSpPr>
      <p:grpSpPr>
        <a:xfrm>
          <a:off x="0" y="0"/>
          <a:ext cx="0" cy="0"/>
          <a:chOff x="0" y="0"/>
          <a:chExt cx="0" cy="0"/>
        </a:xfrm>
      </p:grpSpPr>
      <p:grpSp>
        <p:nvGrpSpPr>
          <p:cNvPr id="386" name="Google Shape;386;p8"/>
          <p:cNvGrpSpPr/>
          <p:nvPr/>
        </p:nvGrpSpPr>
        <p:grpSpPr>
          <a:xfrm>
            <a:off x="-87450" y="-58650"/>
            <a:ext cx="9318900" cy="5260800"/>
            <a:chOff x="-87450" y="-58650"/>
            <a:chExt cx="9318900" cy="5260800"/>
          </a:xfrm>
        </p:grpSpPr>
        <p:grpSp>
          <p:nvGrpSpPr>
            <p:cNvPr id="387" name="Google Shape;387;p8"/>
            <p:cNvGrpSpPr/>
            <p:nvPr/>
          </p:nvGrpSpPr>
          <p:grpSpPr>
            <a:xfrm>
              <a:off x="129563" y="-58650"/>
              <a:ext cx="8884875" cy="5260800"/>
              <a:chOff x="129563" y="-58650"/>
              <a:chExt cx="8884875" cy="5260800"/>
            </a:xfrm>
          </p:grpSpPr>
          <p:cxnSp>
            <p:nvCxnSpPr>
              <p:cNvPr id="388" name="Google Shape;388;p8"/>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89" name="Google Shape;389;p8"/>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0" name="Google Shape;390;p8"/>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1" name="Google Shape;391;p8"/>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2" name="Google Shape;392;p8"/>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3" name="Google Shape;393;p8"/>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4" name="Google Shape;394;p8"/>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5" name="Google Shape;395;p8"/>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6" name="Google Shape;396;p8"/>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7" name="Google Shape;397;p8"/>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8" name="Google Shape;398;p8"/>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399" name="Google Shape;399;p8"/>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0" name="Google Shape;400;p8"/>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1" name="Google Shape;401;p8"/>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2" name="Google Shape;402;p8"/>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3" name="Google Shape;403;p8"/>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4" name="Google Shape;404;p8"/>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5" name="Google Shape;405;p8"/>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6" name="Google Shape;406;p8"/>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7" name="Google Shape;407;p8"/>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8" name="Google Shape;408;p8"/>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09" name="Google Shape;409;p8"/>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0" name="Google Shape;410;p8"/>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1" name="Google Shape;411;p8"/>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2" name="Google Shape;412;p8"/>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3" name="Google Shape;413;p8"/>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4" name="Google Shape;414;p8"/>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5" name="Google Shape;415;p8"/>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16" name="Google Shape;416;p8"/>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417" name="Google Shape;417;p8"/>
            <p:cNvGrpSpPr/>
            <p:nvPr/>
          </p:nvGrpSpPr>
          <p:grpSpPr>
            <a:xfrm>
              <a:off x="-87450" y="171125"/>
              <a:ext cx="9318900" cy="4801250"/>
              <a:chOff x="-87450" y="281675"/>
              <a:chExt cx="9318900" cy="4801250"/>
            </a:xfrm>
          </p:grpSpPr>
          <p:cxnSp>
            <p:nvCxnSpPr>
              <p:cNvPr id="418" name="Google Shape;418;p8"/>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19" name="Google Shape;419;p8"/>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0" name="Google Shape;420;p8"/>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1" name="Google Shape;421;p8"/>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2" name="Google Shape;422;p8"/>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3" name="Google Shape;423;p8"/>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4" name="Google Shape;424;p8"/>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5" name="Google Shape;425;p8"/>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6" name="Google Shape;426;p8"/>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7" name="Google Shape;427;p8"/>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8" name="Google Shape;428;p8"/>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29" name="Google Shape;429;p8"/>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30" name="Google Shape;430;p8"/>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31" name="Google Shape;431;p8"/>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32" name="Google Shape;432;p8"/>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33" name="Google Shape;433;p8"/>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434" name="Google Shape;434;p8"/>
          <p:cNvPicPr preferRelativeResize="0"/>
          <p:nvPr/>
        </p:nvPicPr>
        <p:blipFill>
          <a:blip r:embed="rId2">
            <a:alphaModFix/>
          </a:blip>
          <a:stretch>
            <a:fillRect/>
          </a:stretch>
        </p:blipFill>
        <p:spPr>
          <a:xfrm flipH="1" rot="10800000">
            <a:off x="840789" y="-603500"/>
            <a:ext cx="7462422" cy="4064500"/>
          </a:xfrm>
          <a:prstGeom prst="rect">
            <a:avLst/>
          </a:prstGeom>
          <a:noFill/>
          <a:ln>
            <a:noFill/>
          </a:ln>
        </p:spPr>
      </p:pic>
      <p:sp>
        <p:nvSpPr>
          <p:cNvPr id="435" name="Google Shape;435;p8"/>
          <p:cNvSpPr txBox="1"/>
          <p:nvPr>
            <p:ph type="title"/>
          </p:nvPr>
        </p:nvSpPr>
        <p:spPr>
          <a:xfrm>
            <a:off x="1695150" y="1272600"/>
            <a:ext cx="5753700" cy="2598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436" name="Google Shape;436;p8"/>
          <p:cNvGrpSpPr/>
          <p:nvPr/>
        </p:nvGrpSpPr>
        <p:grpSpPr>
          <a:xfrm>
            <a:off x="393372" y="2235866"/>
            <a:ext cx="672000" cy="672000"/>
            <a:chOff x="393372" y="2235866"/>
            <a:chExt cx="672000" cy="672000"/>
          </a:xfrm>
        </p:grpSpPr>
        <p:sp>
          <p:nvSpPr>
            <p:cNvPr id="437" name="Google Shape;437;p8"/>
            <p:cNvSpPr/>
            <p:nvPr/>
          </p:nvSpPr>
          <p:spPr>
            <a:xfrm>
              <a:off x="393372" y="2235866"/>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38" name="Google Shape;438;p8"/>
            <p:cNvGrpSpPr/>
            <p:nvPr/>
          </p:nvGrpSpPr>
          <p:grpSpPr>
            <a:xfrm>
              <a:off x="527775" y="2370671"/>
              <a:ext cx="403188" cy="402392"/>
              <a:chOff x="3560040" y="3429360"/>
              <a:chExt cx="383040" cy="382320"/>
            </a:xfrm>
          </p:grpSpPr>
          <p:sp>
            <p:nvSpPr>
              <p:cNvPr id="439" name="Google Shape;439;p8"/>
              <p:cNvSpPr/>
              <p:nvPr/>
            </p:nvSpPr>
            <p:spPr>
              <a:xfrm>
                <a:off x="3684240" y="3429360"/>
                <a:ext cx="134640" cy="74520"/>
              </a:xfrm>
              <a:custGeom>
                <a:rect b="b" l="l" r="r" t="t"/>
                <a:pathLst>
                  <a:path extrusionOk="0" h="207" w="374">
                    <a:moveTo>
                      <a:pt x="31" y="207"/>
                    </a:moveTo>
                    <a:lnTo>
                      <a:pt x="343" y="207"/>
                    </a:lnTo>
                    <a:cubicBezTo>
                      <a:pt x="360" y="207"/>
                      <a:pt x="374" y="193"/>
                      <a:pt x="374" y="176"/>
                    </a:cubicBezTo>
                    <a:lnTo>
                      <a:pt x="374" y="124"/>
                    </a:lnTo>
                    <a:cubicBezTo>
                      <a:pt x="374" y="101"/>
                      <a:pt x="355" y="83"/>
                      <a:pt x="332" y="83"/>
                    </a:cubicBezTo>
                    <a:lnTo>
                      <a:pt x="270" y="83"/>
                    </a:lnTo>
                    <a:cubicBezTo>
                      <a:pt x="270" y="37"/>
                      <a:pt x="233" y="0"/>
                      <a:pt x="187" y="0"/>
                    </a:cubicBezTo>
                    <a:cubicBezTo>
                      <a:pt x="141" y="0"/>
                      <a:pt x="104" y="37"/>
                      <a:pt x="104" y="83"/>
                    </a:cubicBezTo>
                    <a:lnTo>
                      <a:pt x="42" y="83"/>
                    </a:lnTo>
                    <a:cubicBezTo>
                      <a:pt x="19" y="83"/>
                      <a:pt x="0" y="101"/>
                      <a:pt x="0" y="124"/>
                    </a:cubicBezTo>
                    <a:lnTo>
                      <a:pt x="0" y="176"/>
                    </a:lnTo>
                    <a:cubicBezTo>
                      <a:pt x="0" y="193"/>
                      <a:pt x="14" y="207"/>
                      <a:pt x="31" y="207"/>
                    </a:cubicBezTo>
                    <a:close/>
                  </a:path>
                </a:pathLst>
              </a:custGeom>
              <a:solidFill>
                <a:schemeClr val="accent6"/>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0" name="Google Shape;440;p8"/>
              <p:cNvSpPr/>
              <p:nvPr/>
            </p:nvSpPr>
            <p:spPr>
              <a:xfrm>
                <a:off x="3839040" y="3579480"/>
                <a:ext cx="45000" cy="45000"/>
              </a:xfrm>
              <a:custGeom>
                <a:rect b="b" l="l" r="r" t="t"/>
                <a:pathLst>
                  <a:path extrusionOk="0" h="125" w="125">
                    <a:moveTo>
                      <a:pt x="125" y="62"/>
                    </a:moveTo>
                    <a:cubicBezTo>
                      <a:pt x="125" y="97"/>
                      <a:pt x="97" y="125"/>
                      <a:pt x="62" y="125"/>
                    </a:cubicBezTo>
                    <a:cubicBezTo>
                      <a:pt x="28" y="125"/>
                      <a:pt x="0" y="97"/>
                      <a:pt x="0" y="62"/>
                    </a:cubicBezTo>
                    <a:cubicBezTo>
                      <a:pt x="0" y="28"/>
                      <a:pt x="28" y="0"/>
                      <a:pt x="62" y="0"/>
                    </a:cubicBezTo>
                    <a:cubicBezTo>
                      <a:pt x="97" y="0"/>
                      <a:pt x="125" y="28"/>
                      <a:pt x="125" y="6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1" name="Google Shape;441;p8"/>
              <p:cNvSpPr/>
              <p:nvPr/>
            </p:nvSpPr>
            <p:spPr>
              <a:xfrm>
                <a:off x="3773160" y="3579480"/>
                <a:ext cx="26280" cy="45000"/>
              </a:xfrm>
              <a:custGeom>
                <a:rect b="b" l="l" r="r" t="t"/>
                <a:pathLst>
                  <a:path extrusionOk="0" h="125" w="73">
                    <a:moveTo>
                      <a:pt x="1" y="125"/>
                    </a:moveTo>
                    <a:cubicBezTo>
                      <a:pt x="11" y="125"/>
                      <a:pt x="21" y="124"/>
                      <a:pt x="28" y="124"/>
                    </a:cubicBezTo>
                    <a:cubicBezTo>
                      <a:pt x="59" y="124"/>
                      <a:pt x="73" y="93"/>
                      <a:pt x="73" y="62"/>
                    </a:cubicBezTo>
                    <a:cubicBezTo>
                      <a:pt x="73" y="32"/>
                      <a:pt x="61" y="0"/>
                      <a:pt x="27" y="0"/>
                    </a:cubicBezTo>
                    <a:lnTo>
                      <a:pt x="0" y="0"/>
                    </a:lnTo>
                    <a:cubicBezTo>
                      <a:pt x="0" y="21"/>
                      <a:pt x="1" y="105"/>
                      <a:pt x="1" y="1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2" name="Google Shape;442;p8"/>
              <p:cNvSpPr/>
              <p:nvPr/>
            </p:nvSpPr>
            <p:spPr>
              <a:xfrm>
                <a:off x="3668760" y="3579480"/>
                <a:ext cx="44640" cy="45000"/>
              </a:xfrm>
              <a:custGeom>
                <a:rect b="b" l="l" r="r" t="t"/>
                <a:pathLst>
                  <a:path extrusionOk="0" h="125" w="124">
                    <a:moveTo>
                      <a:pt x="124" y="62"/>
                    </a:moveTo>
                    <a:cubicBezTo>
                      <a:pt x="124" y="97"/>
                      <a:pt x="96" y="125"/>
                      <a:pt x="62" y="125"/>
                    </a:cubicBezTo>
                    <a:cubicBezTo>
                      <a:pt x="27" y="125"/>
                      <a:pt x="0" y="97"/>
                      <a:pt x="0" y="62"/>
                    </a:cubicBezTo>
                    <a:cubicBezTo>
                      <a:pt x="0" y="28"/>
                      <a:pt x="27" y="0"/>
                      <a:pt x="62" y="0"/>
                    </a:cubicBezTo>
                    <a:cubicBezTo>
                      <a:pt x="96" y="0"/>
                      <a:pt x="124" y="28"/>
                      <a:pt x="124" y="6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3" name="Google Shape;443;p8"/>
              <p:cNvSpPr/>
              <p:nvPr/>
            </p:nvSpPr>
            <p:spPr>
              <a:xfrm>
                <a:off x="3560040" y="3474000"/>
                <a:ext cx="383040" cy="337680"/>
              </a:xfrm>
              <a:custGeom>
                <a:rect b="b" l="l" r="r" t="t"/>
                <a:pathLst>
                  <a:path extrusionOk="0" h="938" w="1064">
                    <a:moveTo>
                      <a:pt x="837" y="459"/>
                    </a:moveTo>
                    <a:cubicBezTo>
                      <a:pt x="780" y="459"/>
                      <a:pt x="734" y="413"/>
                      <a:pt x="734" y="355"/>
                    </a:cubicBezTo>
                    <a:cubicBezTo>
                      <a:pt x="734" y="298"/>
                      <a:pt x="780" y="252"/>
                      <a:pt x="837" y="252"/>
                    </a:cubicBezTo>
                    <a:cubicBezTo>
                      <a:pt x="895" y="252"/>
                      <a:pt x="941" y="298"/>
                      <a:pt x="941" y="355"/>
                    </a:cubicBezTo>
                    <a:cubicBezTo>
                      <a:pt x="941" y="413"/>
                      <a:pt x="895" y="459"/>
                      <a:pt x="837" y="459"/>
                    </a:cubicBezTo>
                    <a:moveTo>
                      <a:pt x="885" y="620"/>
                    </a:moveTo>
                    <a:lnTo>
                      <a:pt x="428" y="620"/>
                    </a:lnTo>
                    <a:cubicBezTo>
                      <a:pt x="411" y="620"/>
                      <a:pt x="397" y="606"/>
                      <a:pt x="397" y="589"/>
                    </a:cubicBezTo>
                    <a:cubicBezTo>
                      <a:pt x="397" y="573"/>
                      <a:pt x="411" y="559"/>
                      <a:pt x="428" y="559"/>
                    </a:cubicBezTo>
                    <a:lnTo>
                      <a:pt x="885" y="559"/>
                    </a:lnTo>
                    <a:cubicBezTo>
                      <a:pt x="902" y="559"/>
                      <a:pt x="916" y="573"/>
                      <a:pt x="916" y="589"/>
                    </a:cubicBezTo>
                    <a:cubicBezTo>
                      <a:pt x="916" y="606"/>
                      <a:pt x="902" y="620"/>
                      <a:pt x="885" y="620"/>
                    </a:cubicBezTo>
                    <a:moveTo>
                      <a:pt x="885" y="745"/>
                    </a:moveTo>
                    <a:lnTo>
                      <a:pt x="428" y="745"/>
                    </a:lnTo>
                    <a:cubicBezTo>
                      <a:pt x="411" y="745"/>
                      <a:pt x="397" y="731"/>
                      <a:pt x="397" y="714"/>
                    </a:cubicBezTo>
                    <a:cubicBezTo>
                      <a:pt x="397" y="697"/>
                      <a:pt x="411" y="683"/>
                      <a:pt x="428" y="683"/>
                    </a:cubicBezTo>
                    <a:lnTo>
                      <a:pt x="885" y="683"/>
                    </a:lnTo>
                    <a:cubicBezTo>
                      <a:pt x="902" y="683"/>
                      <a:pt x="916" y="697"/>
                      <a:pt x="916" y="714"/>
                    </a:cubicBezTo>
                    <a:cubicBezTo>
                      <a:pt x="916" y="731"/>
                      <a:pt x="902" y="745"/>
                      <a:pt x="885" y="745"/>
                    </a:cubicBezTo>
                    <a:moveTo>
                      <a:pt x="260" y="355"/>
                    </a:moveTo>
                    <a:cubicBezTo>
                      <a:pt x="260" y="298"/>
                      <a:pt x="307" y="252"/>
                      <a:pt x="364" y="252"/>
                    </a:cubicBezTo>
                    <a:cubicBezTo>
                      <a:pt x="421" y="252"/>
                      <a:pt x="468" y="298"/>
                      <a:pt x="468" y="355"/>
                    </a:cubicBezTo>
                    <a:cubicBezTo>
                      <a:pt x="468" y="413"/>
                      <a:pt x="421" y="459"/>
                      <a:pt x="364" y="459"/>
                    </a:cubicBezTo>
                    <a:cubicBezTo>
                      <a:pt x="307" y="459"/>
                      <a:pt x="260" y="413"/>
                      <a:pt x="260" y="355"/>
                    </a:cubicBezTo>
                    <a:moveTo>
                      <a:pt x="304" y="620"/>
                    </a:moveTo>
                    <a:lnTo>
                      <a:pt x="179" y="620"/>
                    </a:lnTo>
                    <a:cubicBezTo>
                      <a:pt x="162" y="620"/>
                      <a:pt x="148" y="606"/>
                      <a:pt x="148" y="589"/>
                    </a:cubicBezTo>
                    <a:cubicBezTo>
                      <a:pt x="148" y="573"/>
                      <a:pt x="162" y="559"/>
                      <a:pt x="179" y="559"/>
                    </a:cubicBezTo>
                    <a:lnTo>
                      <a:pt x="304" y="559"/>
                    </a:lnTo>
                    <a:cubicBezTo>
                      <a:pt x="321" y="559"/>
                      <a:pt x="335" y="573"/>
                      <a:pt x="335" y="589"/>
                    </a:cubicBezTo>
                    <a:cubicBezTo>
                      <a:pt x="335" y="606"/>
                      <a:pt x="321" y="620"/>
                      <a:pt x="304" y="620"/>
                    </a:cubicBezTo>
                    <a:moveTo>
                      <a:pt x="304" y="745"/>
                    </a:moveTo>
                    <a:lnTo>
                      <a:pt x="179" y="745"/>
                    </a:lnTo>
                    <a:cubicBezTo>
                      <a:pt x="162" y="745"/>
                      <a:pt x="148" y="731"/>
                      <a:pt x="148" y="714"/>
                    </a:cubicBezTo>
                    <a:cubicBezTo>
                      <a:pt x="148" y="697"/>
                      <a:pt x="162" y="683"/>
                      <a:pt x="179" y="683"/>
                    </a:cubicBezTo>
                    <a:lnTo>
                      <a:pt x="304" y="683"/>
                    </a:lnTo>
                    <a:cubicBezTo>
                      <a:pt x="321" y="683"/>
                      <a:pt x="335" y="697"/>
                      <a:pt x="335" y="714"/>
                    </a:cubicBezTo>
                    <a:cubicBezTo>
                      <a:pt x="335" y="731"/>
                      <a:pt x="321" y="745"/>
                      <a:pt x="304" y="745"/>
                    </a:cubicBezTo>
                    <a:moveTo>
                      <a:pt x="123" y="272"/>
                    </a:moveTo>
                    <a:cubicBezTo>
                      <a:pt x="123" y="261"/>
                      <a:pt x="132" y="252"/>
                      <a:pt x="144" y="252"/>
                    </a:cubicBezTo>
                    <a:lnTo>
                      <a:pt x="235" y="252"/>
                    </a:lnTo>
                    <a:cubicBezTo>
                      <a:pt x="247" y="252"/>
                      <a:pt x="256" y="261"/>
                      <a:pt x="256" y="272"/>
                    </a:cubicBezTo>
                    <a:cubicBezTo>
                      <a:pt x="256" y="284"/>
                      <a:pt x="247" y="293"/>
                      <a:pt x="235" y="293"/>
                    </a:cubicBezTo>
                    <a:lnTo>
                      <a:pt x="210" y="293"/>
                    </a:lnTo>
                    <a:lnTo>
                      <a:pt x="210" y="439"/>
                    </a:lnTo>
                    <a:cubicBezTo>
                      <a:pt x="210" y="450"/>
                      <a:pt x="201" y="459"/>
                      <a:pt x="189" y="459"/>
                    </a:cubicBezTo>
                    <a:cubicBezTo>
                      <a:pt x="178" y="459"/>
                      <a:pt x="169" y="450"/>
                      <a:pt x="169" y="439"/>
                    </a:cubicBezTo>
                    <a:lnTo>
                      <a:pt x="169" y="293"/>
                    </a:lnTo>
                    <a:lnTo>
                      <a:pt x="144" y="293"/>
                    </a:lnTo>
                    <a:cubicBezTo>
                      <a:pt x="132" y="293"/>
                      <a:pt x="123" y="284"/>
                      <a:pt x="123" y="272"/>
                    </a:cubicBezTo>
                    <a:moveTo>
                      <a:pt x="557" y="258"/>
                    </a:moveTo>
                    <a:cubicBezTo>
                      <a:pt x="561" y="254"/>
                      <a:pt x="566" y="252"/>
                      <a:pt x="572" y="252"/>
                    </a:cubicBezTo>
                    <a:lnTo>
                      <a:pt x="619" y="252"/>
                    </a:lnTo>
                    <a:cubicBezTo>
                      <a:pt x="671" y="252"/>
                      <a:pt x="707" y="293"/>
                      <a:pt x="707" y="355"/>
                    </a:cubicBezTo>
                    <a:cubicBezTo>
                      <a:pt x="707" y="415"/>
                      <a:pt x="670" y="458"/>
                      <a:pt x="620" y="459"/>
                    </a:cubicBezTo>
                    <a:cubicBezTo>
                      <a:pt x="607" y="459"/>
                      <a:pt x="573" y="459"/>
                      <a:pt x="572" y="459"/>
                    </a:cubicBezTo>
                    <a:lnTo>
                      <a:pt x="572" y="459"/>
                    </a:lnTo>
                    <a:cubicBezTo>
                      <a:pt x="566" y="459"/>
                      <a:pt x="561" y="457"/>
                      <a:pt x="557" y="453"/>
                    </a:cubicBezTo>
                    <a:cubicBezTo>
                      <a:pt x="553" y="449"/>
                      <a:pt x="551" y="444"/>
                      <a:pt x="551" y="439"/>
                    </a:cubicBezTo>
                    <a:cubicBezTo>
                      <a:pt x="551" y="438"/>
                      <a:pt x="551" y="272"/>
                      <a:pt x="551" y="272"/>
                    </a:cubicBezTo>
                    <a:cubicBezTo>
                      <a:pt x="551" y="267"/>
                      <a:pt x="553" y="262"/>
                      <a:pt x="557" y="258"/>
                    </a:cubicBezTo>
                    <a:moveTo>
                      <a:pt x="970" y="0"/>
                    </a:moveTo>
                    <a:lnTo>
                      <a:pt x="781" y="0"/>
                    </a:lnTo>
                    <a:lnTo>
                      <a:pt x="781" y="52"/>
                    </a:lnTo>
                    <a:cubicBezTo>
                      <a:pt x="781" y="104"/>
                      <a:pt x="739" y="146"/>
                      <a:pt x="688" y="146"/>
                    </a:cubicBezTo>
                    <a:lnTo>
                      <a:pt x="376" y="146"/>
                    </a:lnTo>
                    <a:cubicBezTo>
                      <a:pt x="325" y="146"/>
                      <a:pt x="283" y="104"/>
                      <a:pt x="283" y="52"/>
                    </a:cubicBezTo>
                    <a:lnTo>
                      <a:pt x="283" y="0"/>
                    </a:lnTo>
                    <a:lnTo>
                      <a:pt x="94" y="0"/>
                    </a:lnTo>
                    <a:cubicBezTo>
                      <a:pt x="42" y="0"/>
                      <a:pt x="0" y="42"/>
                      <a:pt x="0" y="94"/>
                    </a:cubicBezTo>
                    <a:lnTo>
                      <a:pt x="0" y="845"/>
                    </a:lnTo>
                    <a:cubicBezTo>
                      <a:pt x="0" y="896"/>
                      <a:pt x="42" y="938"/>
                      <a:pt x="94" y="938"/>
                    </a:cubicBezTo>
                    <a:lnTo>
                      <a:pt x="970" y="938"/>
                    </a:lnTo>
                    <a:cubicBezTo>
                      <a:pt x="1022" y="938"/>
                      <a:pt x="1064" y="896"/>
                      <a:pt x="1064" y="845"/>
                    </a:cubicBezTo>
                    <a:lnTo>
                      <a:pt x="1064" y="94"/>
                    </a:lnTo>
                    <a:cubicBezTo>
                      <a:pt x="1064" y="42"/>
                      <a:pt x="1022" y="0"/>
                      <a:pt x="97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444" name="Google Shape;444;p8"/>
          <p:cNvGrpSpPr/>
          <p:nvPr/>
        </p:nvGrpSpPr>
        <p:grpSpPr>
          <a:xfrm>
            <a:off x="4248234" y="203551"/>
            <a:ext cx="672000" cy="672000"/>
            <a:chOff x="4248234" y="203551"/>
            <a:chExt cx="672000" cy="672000"/>
          </a:xfrm>
        </p:grpSpPr>
        <p:sp>
          <p:nvSpPr>
            <p:cNvPr id="445" name="Google Shape;445;p8"/>
            <p:cNvSpPr/>
            <p:nvPr/>
          </p:nvSpPr>
          <p:spPr>
            <a:xfrm>
              <a:off x="4248234" y="203551"/>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46" name="Google Shape;446;p8"/>
            <p:cNvGrpSpPr/>
            <p:nvPr/>
          </p:nvGrpSpPr>
          <p:grpSpPr>
            <a:xfrm>
              <a:off x="4382616" y="337914"/>
              <a:ext cx="403204" cy="403167"/>
              <a:chOff x="6927840" y="3436560"/>
              <a:chExt cx="367920" cy="367920"/>
            </a:xfrm>
          </p:grpSpPr>
          <p:sp>
            <p:nvSpPr>
              <p:cNvPr id="447" name="Google Shape;447;p8"/>
              <p:cNvSpPr/>
              <p:nvPr/>
            </p:nvSpPr>
            <p:spPr>
              <a:xfrm>
                <a:off x="6927840" y="3436560"/>
                <a:ext cx="194040" cy="194040"/>
              </a:xfrm>
              <a:custGeom>
                <a:rect b="b" l="l" r="r" t="t"/>
                <a:pathLst>
                  <a:path extrusionOk="0" h="539" w="539">
                    <a:moveTo>
                      <a:pt x="352" y="266"/>
                    </a:moveTo>
                    <a:cubicBezTo>
                      <a:pt x="362" y="266"/>
                      <a:pt x="371" y="275"/>
                      <a:pt x="371" y="286"/>
                    </a:cubicBezTo>
                    <a:cubicBezTo>
                      <a:pt x="371" y="297"/>
                      <a:pt x="362" y="306"/>
                      <a:pt x="352" y="306"/>
                    </a:cubicBezTo>
                    <a:lnTo>
                      <a:pt x="290" y="306"/>
                    </a:lnTo>
                    <a:lnTo>
                      <a:pt x="290" y="319"/>
                    </a:lnTo>
                    <a:lnTo>
                      <a:pt x="352" y="319"/>
                    </a:lnTo>
                    <a:cubicBezTo>
                      <a:pt x="362" y="319"/>
                      <a:pt x="371" y="328"/>
                      <a:pt x="371" y="339"/>
                    </a:cubicBezTo>
                    <a:cubicBezTo>
                      <a:pt x="371" y="350"/>
                      <a:pt x="362" y="359"/>
                      <a:pt x="352" y="359"/>
                    </a:cubicBezTo>
                    <a:lnTo>
                      <a:pt x="290" y="359"/>
                    </a:lnTo>
                    <a:lnTo>
                      <a:pt x="290" y="410"/>
                    </a:lnTo>
                    <a:cubicBezTo>
                      <a:pt x="290" y="421"/>
                      <a:pt x="281" y="429"/>
                      <a:pt x="270" y="429"/>
                    </a:cubicBezTo>
                    <a:lnTo>
                      <a:pt x="270" y="429"/>
                    </a:lnTo>
                    <a:cubicBezTo>
                      <a:pt x="259" y="429"/>
                      <a:pt x="250" y="420"/>
                      <a:pt x="250" y="409"/>
                    </a:cubicBezTo>
                    <a:lnTo>
                      <a:pt x="250" y="359"/>
                    </a:lnTo>
                    <a:lnTo>
                      <a:pt x="187" y="359"/>
                    </a:lnTo>
                    <a:cubicBezTo>
                      <a:pt x="176" y="359"/>
                      <a:pt x="168" y="350"/>
                      <a:pt x="168" y="339"/>
                    </a:cubicBezTo>
                    <a:cubicBezTo>
                      <a:pt x="168" y="328"/>
                      <a:pt x="176" y="319"/>
                      <a:pt x="187" y="319"/>
                    </a:cubicBezTo>
                    <a:lnTo>
                      <a:pt x="250" y="319"/>
                    </a:lnTo>
                    <a:lnTo>
                      <a:pt x="250" y="306"/>
                    </a:lnTo>
                    <a:lnTo>
                      <a:pt x="187" y="306"/>
                    </a:lnTo>
                    <a:cubicBezTo>
                      <a:pt x="176" y="306"/>
                      <a:pt x="168" y="297"/>
                      <a:pt x="168" y="286"/>
                    </a:cubicBezTo>
                    <a:cubicBezTo>
                      <a:pt x="168" y="275"/>
                      <a:pt x="176" y="266"/>
                      <a:pt x="187" y="266"/>
                    </a:cubicBezTo>
                    <a:lnTo>
                      <a:pt x="241" y="266"/>
                    </a:lnTo>
                    <a:lnTo>
                      <a:pt x="171" y="161"/>
                    </a:lnTo>
                    <a:cubicBezTo>
                      <a:pt x="165" y="152"/>
                      <a:pt x="167" y="139"/>
                      <a:pt x="176" y="133"/>
                    </a:cubicBezTo>
                    <a:cubicBezTo>
                      <a:pt x="185" y="127"/>
                      <a:pt x="198" y="129"/>
                      <a:pt x="204" y="139"/>
                    </a:cubicBezTo>
                    <a:lnTo>
                      <a:pt x="270" y="239"/>
                    </a:lnTo>
                    <a:lnTo>
                      <a:pt x="336" y="139"/>
                    </a:lnTo>
                    <a:cubicBezTo>
                      <a:pt x="342" y="130"/>
                      <a:pt x="353" y="128"/>
                      <a:pt x="363" y="134"/>
                    </a:cubicBezTo>
                    <a:cubicBezTo>
                      <a:pt x="372" y="140"/>
                      <a:pt x="374" y="152"/>
                      <a:pt x="368" y="161"/>
                    </a:cubicBezTo>
                    <a:lnTo>
                      <a:pt x="300" y="266"/>
                    </a:lnTo>
                    <a:lnTo>
                      <a:pt x="352" y="266"/>
                    </a:lnTo>
                    <a:moveTo>
                      <a:pt x="270" y="0"/>
                    </a:moveTo>
                    <a:cubicBezTo>
                      <a:pt x="121" y="0"/>
                      <a:pt x="0" y="121"/>
                      <a:pt x="0" y="270"/>
                    </a:cubicBezTo>
                    <a:cubicBezTo>
                      <a:pt x="0" y="418"/>
                      <a:pt x="121" y="539"/>
                      <a:pt x="270" y="539"/>
                    </a:cubicBezTo>
                    <a:cubicBezTo>
                      <a:pt x="418" y="539"/>
                      <a:pt x="539" y="418"/>
                      <a:pt x="539" y="270"/>
                    </a:cubicBezTo>
                    <a:cubicBezTo>
                      <a:pt x="539" y="121"/>
                      <a:pt x="418" y="0"/>
                      <a:pt x="27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8" name="Google Shape;448;p8"/>
              <p:cNvSpPr/>
              <p:nvPr/>
            </p:nvSpPr>
            <p:spPr>
              <a:xfrm>
                <a:off x="7205400" y="3713400"/>
                <a:ext cx="10440" cy="29520"/>
              </a:xfrm>
              <a:custGeom>
                <a:rect b="b" l="l" r="r" t="t"/>
                <a:pathLst>
                  <a:path extrusionOk="0" h="82" w="29">
                    <a:moveTo>
                      <a:pt x="1" y="1"/>
                    </a:moveTo>
                    <a:cubicBezTo>
                      <a:pt x="0" y="0"/>
                      <a:pt x="0" y="0"/>
                      <a:pt x="0" y="0"/>
                    </a:cubicBezTo>
                    <a:lnTo>
                      <a:pt x="0" y="82"/>
                    </a:lnTo>
                    <a:cubicBezTo>
                      <a:pt x="16" y="75"/>
                      <a:pt x="26" y="60"/>
                      <a:pt x="28" y="46"/>
                    </a:cubicBezTo>
                    <a:cubicBezTo>
                      <a:pt x="29" y="38"/>
                      <a:pt x="31" y="11"/>
                      <a:pt x="1" y="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9" name="Google Shape;449;p8"/>
              <p:cNvSpPr/>
              <p:nvPr/>
            </p:nvSpPr>
            <p:spPr>
              <a:xfrm>
                <a:off x="7184520" y="3671280"/>
                <a:ext cx="6480" cy="20520"/>
              </a:xfrm>
              <a:custGeom>
                <a:rect b="b" l="l" r="r" t="t"/>
                <a:pathLst>
                  <a:path extrusionOk="0" h="57" w="18">
                    <a:moveTo>
                      <a:pt x="0" y="25"/>
                    </a:moveTo>
                    <a:cubicBezTo>
                      <a:pt x="-2" y="35"/>
                      <a:pt x="1" y="45"/>
                      <a:pt x="7" y="50"/>
                    </a:cubicBezTo>
                    <a:cubicBezTo>
                      <a:pt x="10" y="52"/>
                      <a:pt x="14" y="54"/>
                      <a:pt x="18" y="57"/>
                    </a:cubicBezTo>
                    <a:lnTo>
                      <a:pt x="18" y="0"/>
                    </a:lnTo>
                    <a:cubicBezTo>
                      <a:pt x="7" y="5"/>
                      <a:pt x="2" y="16"/>
                      <a:pt x="0"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0" name="Google Shape;450;p8"/>
              <p:cNvSpPr/>
              <p:nvPr/>
            </p:nvSpPr>
            <p:spPr>
              <a:xfrm>
                <a:off x="7101720" y="3610440"/>
                <a:ext cx="194040" cy="194040"/>
              </a:xfrm>
              <a:custGeom>
                <a:rect b="b" l="l" r="r" t="t"/>
                <a:pathLst>
                  <a:path extrusionOk="0" h="539" w="539">
                    <a:moveTo>
                      <a:pt x="356" y="338"/>
                    </a:moveTo>
                    <a:cubicBezTo>
                      <a:pt x="350" y="370"/>
                      <a:pt x="326" y="402"/>
                      <a:pt x="288" y="410"/>
                    </a:cubicBezTo>
                    <a:lnTo>
                      <a:pt x="288" y="429"/>
                    </a:lnTo>
                    <a:cubicBezTo>
                      <a:pt x="288" y="440"/>
                      <a:pt x="279" y="449"/>
                      <a:pt x="268" y="449"/>
                    </a:cubicBezTo>
                    <a:cubicBezTo>
                      <a:pt x="257" y="449"/>
                      <a:pt x="248" y="440"/>
                      <a:pt x="248" y="429"/>
                    </a:cubicBezTo>
                    <a:lnTo>
                      <a:pt x="248" y="412"/>
                    </a:lnTo>
                    <a:cubicBezTo>
                      <a:pt x="229" y="411"/>
                      <a:pt x="213" y="406"/>
                      <a:pt x="191" y="392"/>
                    </a:cubicBezTo>
                    <a:cubicBezTo>
                      <a:pt x="182" y="386"/>
                      <a:pt x="179" y="373"/>
                      <a:pt x="185" y="364"/>
                    </a:cubicBezTo>
                    <a:cubicBezTo>
                      <a:pt x="192" y="355"/>
                      <a:pt x="204" y="352"/>
                      <a:pt x="213" y="358"/>
                    </a:cubicBezTo>
                    <a:cubicBezTo>
                      <a:pt x="227" y="367"/>
                      <a:pt x="236" y="371"/>
                      <a:pt x="248" y="372"/>
                    </a:cubicBezTo>
                    <a:lnTo>
                      <a:pt x="248" y="271"/>
                    </a:lnTo>
                    <a:cubicBezTo>
                      <a:pt x="233" y="264"/>
                      <a:pt x="221" y="257"/>
                      <a:pt x="212" y="250"/>
                    </a:cubicBezTo>
                    <a:cubicBezTo>
                      <a:pt x="194" y="236"/>
                      <a:pt x="186" y="211"/>
                      <a:pt x="191" y="186"/>
                    </a:cubicBezTo>
                    <a:cubicBezTo>
                      <a:pt x="196" y="159"/>
                      <a:pt x="216" y="136"/>
                      <a:pt x="242" y="128"/>
                    </a:cubicBezTo>
                    <a:cubicBezTo>
                      <a:pt x="244" y="128"/>
                      <a:pt x="246" y="127"/>
                      <a:pt x="248" y="127"/>
                    </a:cubicBezTo>
                    <a:lnTo>
                      <a:pt x="248" y="110"/>
                    </a:lnTo>
                    <a:cubicBezTo>
                      <a:pt x="248" y="99"/>
                      <a:pt x="257" y="90"/>
                      <a:pt x="268" y="90"/>
                    </a:cubicBezTo>
                    <a:cubicBezTo>
                      <a:pt x="279" y="90"/>
                      <a:pt x="288" y="99"/>
                      <a:pt x="288" y="110"/>
                    </a:cubicBezTo>
                    <a:lnTo>
                      <a:pt x="288" y="124"/>
                    </a:lnTo>
                    <a:cubicBezTo>
                      <a:pt x="311" y="128"/>
                      <a:pt x="326" y="139"/>
                      <a:pt x="334" y="147"/>
                    </a:cubicBezTo>
                    <a:cubicBezTo>
                      <a:pt x="341" y="156"/>
                      <a:pt x="340" y="168"/>
                      <a:pt x="332" y="176"/>
                    </a:cubicBezTo>
                    <a:cubicBezTo>
                      <a:pt x="324" y="183"/>
                      <a:pt x="311" y="182"/>
                      <a:pt x="304" y="174"/>
                    </a:cubicBezTo>
                    <a:cubicBezTo>
                      <a:pt x="304" y="173"/>
                      <a:pt x="298" y="168"/>
                      <a:pt x="288" y="165"/>
                    </a:cubicBezTo>
                    <a:lnTo>
                      <a:pt x="288" y="244"/>
                    </a:lnTo>
                    <a:cubicBezTo>
                      <a:pt x="293" y="246"/>
                      <a:pt x="297" y="247"/>
                      <a:pt x="302" y="249"/>
                    </a:cubicBezTo>
                    <a:cubicBezTo>
                      <a:pt x="341" y="263"/>
                      <a:pt x="362" y="298"/>
                      <a:pt x="356" y="338"/>
                    </a:cubicBezTo>
                    <a:moveTo>
                      <a:pt x="269" y="0"/>
                    </a:moveTo>
                    <a:cubicBezTo>
                      <a:pt x="121" y="0"/>
                      <a:pt x="0" y="121"/>
                      <a:pt x="0" y="269"/>
                    </a:cubicBezTo>
                    <a:cubicBezTo>
                      <a:pt x="0" y="418"/>
                      <a:pt x="121" y="539"/>
                      <a:pt x="269" y="539"/>
                    </a:cubicBezTo>
                    <a:cubicBezTo>
                      <a:pt x="418" y="539"/>
                      <a:pt x="539" y="418"/>
                      <a:pt x="539" y="269"/>
                    </a:cubicBezTo>
                    <a:cubicBezTo>
                      <a:pt x="539" y="121"/>
                      <a:pt x="418" y="0"/>
                      <a:pt x="269"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1" name="Google Shape;451;p8"/>
              <p:cNvSpPr/>
              <p:nvPr/>
            </p:nvSpPr>
            <p:spPr>
              <a:xfrm>
                <a:off x="6963840" y="3660840"/>
                <a:ext cx="114840" cy="93240"/>
              </a:xfrm>
              <a:custGeom>
                <a:rect b="b" l="l" r="r" t="t"/>
                <a:pathLst>
                  <a:path extrusionOk="0" h="259" w="319">
                    <a:moveTo>
                      <a:pt x="289" y="199"/>
                    </a:moveTo>
                    <a:lnTo>
                      <a:pt x="150" y="199"/>
                    </a:lnTo>
                    <a:cubicBezTo>
                      <a:pt x="133" y="199"/>
                      <a:pt x="120" y="186"/>
                      <a:pt x="120" y="169"/>
                    </a:cubicBezTo>
                    <a:lnTo>
                      <a:pt x="120" y="102"/>
                    </a:lnTo>
                    <a:lnTo>
                      <a:pt x="129" y="110"/>
                    </a:lnTo>
                    <a:cubicBezTo>
                      <a:pt x="140" y="122"/>
                      <a:pt x="159" y="122"/>
                      <a:pt x="171" y="110"/>
                    </a:cubicBezTo>
                    <a:cubicBezTo>
                      <a:pt x="183" y="99"/>
                      <a:pt x="183" y="80"/>
                      <a:pt x="171" y="68"/>
                    </a:cubicBezTo>
                    <a:lnTo>
                      <a:pt x="111" y="9"/>
                    </a:lnTo>
                    <a:cubicBezTo>
                      <a:pt x="100" y="-3"/>
                      <a:pt x="81" y="-3"/>
                      <a:pt x="69" y="9"/>
                    </a:cubicBezTo>
                    <a:lnTo>
                      <a:pt x="9" y="68"/>
                    </a:lnTo>
                    <a:cubicBezTo>
                      <a:pt x="-3" y="80"/>
                      <a:pt x="-3" y="99"/>
                      <a:pt x="9" y="110"/>
                    </a:cubicBezTo>
                    <a:cubicBezTo>
                      <a:pt x="21" y="122"/>
                      <a:pt x="40" y="122"/>
                      <a:pt x="51" y="110"/>
                    </a:cubicBezTo>
                    <a:lnTo>
                      <a:pt x="60" y="102"/>
                    </a:lnTo>
                    <a:lnTo>
                      <a:pt x="60" y="169"/>
                    </a:lnTo>
                    <a:cubicBezTo>
                      <a:pt x="60" y="219"/>
                      <a:pt x="100" y="259"/>
                      <a:pt x="150" y="259"/>
                    </a:cubicBezTo>
                    <a:lnTo>
                      <a:pt x="289" y="259"/>
                    </a:lnTo>
                    <a:cubicBezTo>
                      <a:pt x="305" y="259"/>
                      <a:pt x="319" y="246"/>
                      <a:pt x="319" y="229"/>
                    </a:cubicBezTo>
                    <a:cubicBezTo>
                      <a:pt x="319" y="212"/>
                      <a:pt x="305" y="199"/>
                      <a:pt x="289" y="19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2" name="Google Shape;452;p8"/>
              <p:cNvSpPr/>
              <p:nvPr/>
            </p:nvSpPr>
            <p:spPr>
              <a:xfrm>
                <a:off x="7144920" y="3486960"/>
                <a:ext cx="115200" cy="93240"/>
              </a:xfrm>
              <a:custGeom>
                <a:rect b="b" l="l" r="r" t="t"/>
                <a:pathLst>
                  <a:path extrusionOk="0" h="259" w="320">
                    <a:moveTo>
                      <a:pt x="30" y="60"/>
                    </a:moveTo>
                    <a:lnTo>
                      <a:pt x="169" y="60"/>
                    </a:lnTo>
                    <a:cubicBezTo>
                      <a:pt x="186" y="60"/>
                      <a:pt x="199" y="73"/>
                      <a:pt x="199" y="90"/>
                    </a:cubicBezTo>
                    <a:lnTo>
                      <a:pt x="199" y="157"/>
                    </a:lnTo>
                    <a:lnTo>
                      <a:pt x="191" y="148"/>
                    </a:lnTo>
                    <a:cubicBezTo>
                      <a:pt x="179" y="137"/>
                      <a:pt x="160" y="137"/>
                      <a:pt x="148" y="148"/>
                    </a:cubicBezTo>
                    <a:cubicBezTo>
                      <a:pt x="137" y="160"/>
                      <a:pt x="137" y="179"/>
                      <a:pt x="148" y="191"/>
                    </a:cubicBezTo>
                    <a:lnTo>
                      <a:pt x="208" y="251"/>
                    </a:lnTo>
                    <a:cubicBezTo>
                      <a:pt x="220" y="262"/>
                      <a:pt x="239" y="262"/>
                      <a:pt x="251" y="251"/>
                    </a:cubicBezTo>
                    <a:lnTo>
                      <a:pt x="311" y="191"/>
                    </a:lnTo>
                    <a:cubicBezTo>
                      <a:pt x="322" y="179"/>
                      <a:pt x="322" y="160"/>
                      <a:pt x="311" y="148"/>
                    </a:cubicBezTo>
                    <a:cubicBezTo>
                      <a:pt x="299" y="137"/>
                      <a:pt x="280" y="137"/>
                      <a:pt x="268" y="148"/>
                    </a:cubicBezTo>
                    <a:lnTo>
                      <a:pt x="259" y="157"/>
                    </a:lnTo>
                    <a:lnTo>
                      <a:pt x="259" y="90"/>
                    </a:lnTo>
                    <a:cubicBezTo>
                      <a:pt x="259" y="40"/>
                      <a:pt x="219" y="0"/>
                      <a:pt x="169" y="0"/>
                    </a:cubicBezTo>
                    <a:lnTo>
                      <a:pt x="30" y="0"/>
                    </a:lnTo>
                    <a:cubicBezTo>
                      <a:pt x="13" y="0"/>
                      <a:pt x="0" y="13"/>
                      <a:pt x="0" y="30"/>
                    </a:cubicBezTo>
                    <a:cubicBezTo>
                      <a:pt x="0" y="46"/>
                      <a:pt x="13" y="60"/>
                      <a:pt x="30" y="6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453" name="Google Shape;453;p8"/>
          <p:cNvGrpSpPr/>
          <p:nvPr/>
        </p:nvGrpSpPr>
        <p:grpSpPr>
          <a:xfrm>
            <a:off x="8103079" y="2235738"/>
            <a:ext cx="672000" cy="672000"/>
            <a:chOff x="8103079" y="2235738"/>
            <a:chExt cx="672000" cy="672000"/>
          </a:xfrm>
        </p:grpSpPr>
        <p:sp>
          <p:nvSpPr>
            <p:cNvPr id="454" name="Google Shape;454;p8"/>
            <p:cNvSpPr/>
            <p:nvPr/>
          </p:nvSpPr>
          <p:spPr>
            <a:xfrm>
              <a:off x="8103079" y="2235738"/>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55" name="Google Shape;455;p8"/>
            <p:cNvGrpSpPr/>
            <p:nvPr/>
          </p:nvGrpSpPr>
          <p:grpSpPr>
            <a:xfrm>
              <a:off x="8237485" y="2394601"/>
              <a:ext cx="403180" cy="354186"/>
              <a:chOff x="7777080" y="4156920"/>
              <a:chExt cx="426600" cy="374760"/>
            </a:xfrm>
          </p:grpSpPr>
          <p:sp>
            <p:nvSpPr>
              <p:cNvPr id="456" name="Google Shape;456;p8"/>
              <p:cNvSpPr/>
              <p:nvPr/>
            </p:nvSpPr>
            <p:spPr>
              <a:xfrm>
                <a:off x="7777080" y="4481640"/>
                <a:ext cx="426600" cy="50040"/>
              </a:xfrm>
              <a:custGeom>
                <a:rect b="b" l="l" r="r" t="t"/>
                <a:pathLst>
                  <a:path extrusionOk="0" h="139" w="1185">
                    <a:moveTo>
                      <a:pt x="0" y="0"/>
                    </a:moveTo>
                    <a:lnTo>
                      <a:pt x="0" y="35"/>
                    </a:lnTo>
                    <a:cubicBezTo>
                      <a:pt x="0" y="92"/>
                      <a:pt x="47" y="139"/>
                      <a:pt x="104" y="139"/>
                    </a:cubicBezTo>
                    <a:lnTo>
                      <a:pt x="1081" y="139"/>
                    </a:lnTo>
                    <a:cubicBezTo>
                      <a:pt x="1138" y="139"/>
                      <a:pt x="1185" y="92"/>
                      <a:pt x="1185" y="35"/>
                    </a:cubicBezTo>
                    <a:lnTo>
                      <a:pt x="1185" y="0"/>
                    </a:lnTo>
                    <a:lnTo>
                      <a:pt x="0" y="0"/>
                    </a:lnTo>
                    <a:close/>
                  </a:path>
                </a:pathLst>
              </a:custGeom>
              <a:solidFill>
                <a:schemeClr val="accent6"/>
              </a:solidFill>
              <a:ln>
                <a:noFill/>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7" name="Google Shape;457;p8"/>
              <p:cNvSpPr/>
              <p:nvPr/>
            </p:nvSpPr>
            <p:spPr>
              <a:xfrm>
                <a:off x="7781040" y="4415040"/>
                <a:ext cx="418680" cy="41760"/>
              </a:xfrm>
              <a:custGeom>
                <a:rect b="b" l="l" r="r" t="t"/>
                <a:pathLst>
                  <a:path extrusionOk="0" h="116" w="1163">
                    <a:moveTo>
                      <a:pt x="1120" y="0"/>
                    </a:moveTo>
                    <a:lnTo>
                      <a:pt x="43" y="0"/>
                    </a:lnTo>
                    <a:lnTo>
                      <a:pt x="0" y="116"/>
                    </a:lnTo>
                    <a:lnTo>
                      <a:pt x="1163" y="116"/>
                    </a:lnTo>
                    <a:lnTo>
                      <a:pt x="112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8" name="Google Shape;458;p8"/>
              <p:cNvSpPr/>
              <p:nvPr/>
            </p:nvSpPr>
            <p:spPr>
              <a:xfrm>
                <a:off x="8051760" y="4227840"/>
                <a:ext cx="35640" cy="28440"/>
              </a:xfrm>
              <a:custGeom>
                <a:rect b="b" l="l" r="r" t="t"/>
                <a:pathLst>
                  <a:path extrusionOk="0" h="79" w="99">
                    <a:moveTo>
                      <a:pt x="59" y="79"/>
                    </a:moveTo>
                    <a:cubicBezTo>
                      <a:pt x="81" y="79"/>
                      <a:pt x="99" y="61"/>
                      <a:pt x="99" y="39"/>
                    </a:cubicBezTo>
                    <a:cubicBezTo>
                      <a:pt x="99" y="17"/>
                      <a:pt x="81" y="0"/>
                      <a:pt x="59" y="0"/>
                    </a:cubicBezTo>
                    <a:lnTo>
                      <a:pt x="0" y="0"/>
                    </a:lnTo>
                    <a:lnTo>
                      <a:pt x="0" y="79"/>
                    </a:lnTo>
                    <a:cubicBezTo>
                      <a:pt x="0" y="79"/>
                      <a:pt x="52" y="79"/>
                      <a:pt x="59" y="7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9" name="Google Shape;459;p8"/>
              <p:cNvSpPr/>
              <p:nvPr/>
            </p:nvSpPr>
            <p:spPr>
              <a:xfrm>
                <a:off x="7802280" y="4156920"/>
                <a:ext cx="376200" cy="233280"/>
              </a:xfrm>
              <a:custGeom>
                <a:rect b="b" l="l" r="r" t="t"/>
                <a:pathLst>
                  <a:path extrusionOk="0" h="648" w="1045">
                    <a:moveTo>
                      <a:pt x="769" y="520"/>
                    </a:moveTo>
                    <a:cubicBezTo>
                      <a:pt x="745" y="520"/>
                      <a:pt x="659" y="520"/>
                      <a:pt x="658" y="520"/>
                    </a:cubicBezTo>
                    <a:lnTo>
                      <a:pt x="658" y="520"/>
                    </a:lnTo>
                    <a:cubicBezTo>
                      <a:pt x="649" y="520"/>
                      <a:pt x="640" y="517"/>
                      <a:pt x="634" y="510"/>
                    </a:cubicBezTo>
                    <a:cubicBezTo>
                      <a:pt x="627" y="504"/>
                      <a:pt x="623" y="495"/>
                      <a:pt x="623" y="486"/>
                    </a:cubicBezTo>
                    <a:lnTo>
                      <a:pt x="623" y="162"/>
                    </a:lnTo>
                    <a:cubicBezTo>
                      <a:pt x="623" y="143"/>
                      <a:pt x="639" y="127"/>
                      <a:pt x="658" y="127"/>
                    </a:cubicBezTo>
                    <a:lnTo>
                      <a:pt x="752" y="127"/>
                    </a:lnTo>
                    <a:cubicBezTo>
                      <a:pt x="812" y="127"/>
                      <a:pt x="861" y="176"/>
                      <a:pt x="861" y="236"/>
                    </a:cubicBezTo>
                    <a:cubicBezTo>
                      <a:pt x="861" y="260"/>
                      <a:pt x="854" y="282"/>
                      <a:pt x="841" y="300"/>
                    </a:cubicBezTo>
                    <a:cubicBezTo>
                      <a:pt x="871" y="322"/>
                      <a:pt x="890" y="358"/>
                      <a:pt x="890" y="398"/>
                    </a:cubicBezTo>
                    <a:cubicBezTo>
                      <a:pt x="890" y="465"/>
                      <a:pt x="836" y="520"/>
                      <a:pt x="769" y="520"/>
                    </a:cubicBezTo>
                    <a:moveTo>
                      <a:pt x="488" y="486"/>
                    </a:moveTo>
                    <a:cubicBezTo>
                      <a:pt x="488" y="505"/>
                      <a:pt x="472" y="520"/>
                      <a:pt x="453" y="520"/>
                    </a:cubicBezTo>
                    <a:lnTo>
                      <a:pt x="175" y="520"/>
                    </a:lnTo>
                    <a:cubicBezTo>
                      <a:pt x="156" y="520"/>
                      <a:pt x="141" y="505"/>
                      <a:pt x="141" y="486"/>
                    </a:cubicBezTo>
                    <a:lnTo>
                      <a:pt x="141" y="439"/>
                    </a:lnTo>
                    <a:cubicBezTo>
                      <a:pt x="141" y="377"/>
                      <a:pt x="174" y="322"/>
                      <a:pt x="224" y="291"/>
                    </a:cubicBezTo>
                    <a:cubicBezTo>
                      <a:pt x="208" y="272"/>
                      <a:pt x="199" y="247"/>
                      <a:pt x="199" y="220"/>
                    </a:cubicBezTo>
                    <a:cubicBezTo>
                      <a:pt x="199" y="156"/>
                      <a:pt x="250" y="104"/>
                      <a:pt x="314" y="104"/>
                    </a:cubicBezTo>
                    <a:cubicBezTo>
                      <a:pt x="378" y="104"/>
                      <a:pt x="430" y="156"/>
                      <a:pt x="430" y="220"/>
                    </a:cubicBezTo>
                    <a:cubicBezTo>
                      <a:pt x="430" y="247"/>
                      <a:pt x="421" y="272"/>
                      <a:pt x="405" y="291"/>
                    </a:cubicBezTo>
                    <a:cubicBezTo>
                      <a:pt x="455" y="322"/>
                      <a:pt x="488" y="377"/>
                      <a:pt x="488" y="439"/>
                    </a:cubicBezTo>
                    <a:lnTo>
                      <a:pt x="488" y="486"/>
                    </a:lnTo>
                    <a:moveTo>
                      <a:pt x="1045" y="104"/>
                    </a:moveTo>
                    <a:cubicBezTo>
                      <a:pt x="1045" y="47"/>
                      <a:pt x="999" y="0"/>
                      <a:pt x="941" y="0"/>
                    </a:cubicBezTo>
                    <a:lnTo>
                      <a:pt x="104" y="0"/>
                    </a:lnTo>
                    <a:cubicBezTo>
                      <a:pt x="46" y="0"/>
                      <a:pt x="0" y="47"/>
                      <a:pt x="0" y="104"/>
                    </a:cubicBezTo>
                    <a:lnTo>
                      <a:pt x="0" y="648"/>
                    </a:lnTo>
                    <a:lnTo>
                      <a:pt x="1045" y="648"/>
                    </a:lnTo>
                    <a:lnTo>
                      <a:pt x="1045" y="104"/>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60" name="Google Shape;460;p8"/>
              <p:cNvSpPr/>
              <p:nvPr/>
            </p:nvSpPr>
            <p:spPr>
              <a:xfrm>
                <a:off x="7898760" y="4219200"/>
                <a:ext cx="33480" cy="33480"/>
              </a:xfrm>
              <a:custGeom>
                <a:rect b="b" l="l" r="r" t="t"/>
                <a:pathLst>
                  <a:path extrusionOk="0" h="93" w="93">
                    <a:moveTo>
                      <a:pt x="93" y="47"/>
                    </a:moveTo>
                    <a:cubicBezTo>
                      <a:pt x="93" y="72"/>
                      <a:pt x="72" y="93"/>
                      <a:pt x="46" y="93"/>
                    </a:cubicBezTo>
                    <a:cubicBezTo>
                      <a:pt x="21" y="93"/>
                      <a:pt x="0" y="72"/>
                      <a:pt x="0" y="47"/>
                    </a:cubicBezTo>
                    <a:cubicBezTo>
                      <a:pt x="0" y="21"/>
                      <a:pt x="21" y="0"/>
                      <a:pt x="46" y="0"/>
                    </a:cubicBezTo>
                    <a:cubicBezTo>
                      <a:pt x="72" y="0"/>
                      <a:pt x="93" y="21"/>
                      <a:pt x="93" y="47"/>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61" name="Google Shape;461;p8"/>
              <p:cNvSpPr/>
              <p:nvPr/>
            </p:nvSpPr>
            <p:spPr>
              <a:xfrm>
                <a:off x="7877880" y="4277520"/>
                <a:ext cx="74880" cy="41760"/>
              </a:xfrm>
              <a:custGeom>
                <a:rect b="b" l="l" r="r" t="t"/>
                <a:pathLst>
                  <a:path extrusionOk="0" h="116" w="208">
                    <a:moveTo>
                      <a:pt x="104" y="0"/>
                    </a:moveTo>
                    <a:cubicBezTo>
                      <a:pt x="47" y="0"/>
                      <a:pt x="0" y="47"/>
                      <a:pt x="0" y="104"/>
                    </a:cubicBezTo>
                    <a:lnTo>
                      <a:pt x="0" y="116"/>
                    </a:lnTo>
                    <a:lnTo>
                      <a:pt x="208" y="116"/>
                    </a:lnTo>
                    <a:lnTo>
                      <a:pt x="208" y="104"/>
                    </a:lnTo>
                    <a:cubicBezTo>
                      <a:pt x="208" y="47"/>
                      <a:pt x="162" y="0"/>
                      <a:pt x="104"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62" name="Google Shape;462;p8"/>
              <p:cNvSpPr/>
              <p:nvPr/>
            </p:nvSpPr>
            <p:spPr>
              <a:xfrm>
                <a:off x="8051760" y="4281480"/>
                <a:ext cx="46080" cy="37800"/>
              </a:xfrm>
              <a:custGeom>
                <a:rect b="b" l="l" r="r" t="t"/>
                <a:pathLst>
                  <a:path extrusionOk="0" h="105" w="128">
                    <a:moveTo>
                      <a:pt x="76" y="0"/>
                    </a:moveTo>
                    <a:cubicBezTo>
                      <a:pt x="76" y="0"/>
                      <a:pt x="8" y="0"/>
                      <a:pt x="0" y="0"/>
                    </a:cubicBezTo>
                    <a:lnTo>
                      <a:pt x="0" y="105"/>
                    </a:lnTo>
                    <a:cubicBezTo>
                      <a:pt x="27" y="105"/>
                      <a:pt x="62" y="105"/>
                      <a:pt x="76" y="105"/>
                    </a:cubicBezTo>
                    <a:cubicBezTo>
                      <a:pt x="104" y="105"/>
                      <a:pt x="128" y="81"/>
                      <a:pt x="128" y="52"/>
                    </a:cubicBezTo>
                    <a:cubicBezTo>
                      <a:pt x="128" y="23"/>
                      <a:pt x="104" y="0"/>
                      <a:pt x="76"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463" name="Google Shape;463;p8"/>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4" name="Shape 464"/>
        <p:cNvGrpSpPr/>
        <p:nvPr/>
      </p:nvGrpSpPr>
      <p:grpSpPr>
        <a:xfrm>
          <a:off x="0" y="0"/>
          <a:ext cx="0" cy="0"/>
          <a:chOff x="0" y="0"/>
          <a:chExt cx="0" cy="0"/>
        </a:xfrm>
      </p:grpSpPr>
      <p:grpSp>
        <p:nvGrpSpPr>
          <p:cNvPr id="465" name="Google Shape;465;p9"/>
          <p:cNvGrpSpPr/>
          <p:nvPr/>
        </p:nvGrpSpPr>
        <p:grpSpPr>
          <a:xfrm>
            <a:off x="-87450" y="-58650"/>
            <a:ext cx="9318900" cy="5260800"/>
            <a:chOff x="-87450" y="-58650"/>
            <a:chExt cx="9318900" cy="5260800"/>
          </a:xfrm>
        </p:grpSpPr>
        <p:grpSp>
          <p:nvGrpSpPr>
            <p:cNvPr id="466" name="Google Shape;466;p9"/>
            <p:cNvGrpSpPr/>
            <p:nvPr/>
          </p:nvGrpSpPr>
          <p:grpSpPr>
            <a:xfrm>
              <a:off x="129563" y="-58650"/>
              <a:ext cx="8884875" cy="5260800"/>
              <a:chOff x="129563" y="-58650"/>
              <a:chExt cx="8884875" cy="5260800"/>
            </a:xfrm>
          </p:grpSpPr>
          <p:cxnSp>
            <p:nvCxnSpPr>
              <p:cNvPr id="467" name="Google Shape;467;p9"/>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68" name="Google Shape;468;p9"/>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69" name="Google Shape;469;p9"/>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0" name="Google Shape;470;p9"/>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1" name="Google Shape;471;p9"/>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2" name="Google Shape;472;p9"/>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3" name="Google Shape;473;p9"/>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4" name="Google Shape;474;p9"/>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5" name="Google Shape;475;p9"/>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6" name="Google Shape;476;p9"/>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7" name="Google Shape;477;p9"/>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8" name="Google Shape;478;p9"/>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79" name="Google Shape;479;p9"/>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0" name="Google Shape;480;p9"/>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1" name="Google Shape;481;p9"/>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2" name="Google Shape;482;p9"/>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3" name="Google Shape;483;p9"/>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4" name="Google Shape;484;p9"/>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5" name="Google Shape;485;p9"/>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6" name="Google Shape;486;p9"/>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7" name="Google Shape;487;p9"/>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8" name="Google Shape;488;p9"/>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89" name="Google Shape;489;p9"/>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90" name="Google Shape;490;p9"/>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91" name="Google Shape;491;p9"/>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92" name="Google Shape;492;p9"/>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93" name="Google Shape;493;p9"/>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94" name="Google Shape;494;p9"/>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495" name="Google Shape;495;p9"/>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496" name="Google Shape;496;p9"/>
            <p:cNvGrpSpPr/>
            <p:nvPr/>
          </p:nvGrpSpPr>
          <p:grpSpPr>
            <a:xfrm>
              <a:off x="-87450" y="171125"/>
              <a:ext cx="9318900" cy="4801250"/>
              <a:chOff x="-87450" y="281675"/>
              <a:chExt cx="9318900" cy="4801250"/>
            </a:xfrm>
          </p:grpSpPr>
          <p:cxnSp>
            <p:nvCxnSpPr>
              <p:cNvPr id="497" name="Google Shape;497;p9"/>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98" name="Google Shape;498;p9"/>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499" name="Google Shape;499;p9"/>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0" name="Google Shape;500;p9"/>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1" name="Google Shape;501;p9"/>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2" name="Google Shape;502;p9"/>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3" name="Google Shape;503;p9"/>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4" name="Google Shape;504;p9"/>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5" name="Google Shape;505;p9"/>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6" name="Google Shape;506;p9"/>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7" name="Google Shape;507;p9"/>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8" name="Google Shape;508;p9"/>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09" name="Google Shape;509;p9"/>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10" name="Google Shape;510;p9"/>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11" name="Google Shape;511;p9"/>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12" name="Google Shape;512;p9"/>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sp>
        <p:nvSpPr>
          <p:cNvPr id="513" name="Google Shape;513;p9"/>
          <p:cNvSpPr txBox="1"/>
          <p:nvPr>
            <p:ph idx="1" type="body"/>
          </p:nvPr>
        </p:nvSpPr>
        <p:spPr>
          <a:xfrm>
            <a:off x="720000" y="1570575"/>
            <a:ext cx="4047000" cy="2186100"/>
          </a:xfrm>
          <a:prstGeom prst="rect">
            <a:avLst/>
          </a:prstGeom>
        </p:spPr>
        <p:txBody>
          <a:bodyPr anchorCtr="0" anchor="t" bIns="91425" lIns="91425" spcFirstLastPara="1" rIns="91425" wrap="square" tIns="91425">
            <a:noAutofit/>
          </a:bodyPr>
          <a:lstStyle>
            <a:lvl1pPr indent="-279400" lvl="0" marL="457200">
              <a:spcBef>
                <a:spcPts val="0"/>
              </a:spcBef>
              <a:spcAft>
                <a:spcPts val="0"/>
              </a:spcAft>
              <a:buClr>
                <a:srgbClr val="999999"/>
              </a:buClr>
              <a:buSzPts val="800"/>
              <a:buFont typeface="Open Sans"/>
              <a:buChar char="-"/>
              <a:defRPr/>
            </a:lvl1pPr>
            <a:lvl2pPr indent="-279400" lvl="1" marL="914400">
              <a:spcBef>
                <a:spcPts val="0"/>
              </a:spcBef>
              <a:spcAft>
                <a:spcPts val="0"/>
              </a:spcAft>
              <a:buClr>
                <a:srgbClr val="999999"/>
              </a:buClr>
              <a:buSzPts val="800"/>
              <a:buFont typeface="Open Sans"/>
              <a:buChar char="○"/>
              <a:defRPr/>
            </a:lvl2pPr>
            <a:lvl3pPr indent="-279400" lvl="2" marL="1371600">
              <a:spcBef>
                <a:spcPts val="0"/>
              </a:spcBef>
              <a:spcAft>
                <a:spcPts val="0"/>
              </a:spcAft>
              <a:buClr>
                <a:srgbClr val="999999"/>
              </a:buClr>
              <a:buSzPts val="800"/>
              <a:buFont typeface="Open Sans"/>
              <a:buChar char="■"/>
              <a:defRPr/>
            </a:lvl3pPr>
            <a:lvl4pPr indent="-279400" lvl="3" marL="1828800">
              <a:spcBef>
                <a:spcPts val="0"/>
              </a:spcBef>
              <a:spcAft>
                <a:spcPts val="0"/>
              </a:spcAft>
              <a:buClr>
                <a:srgbClr val="999999"/>
              </a:buClr>
              <a:buSzPts val="800"/>
              <a:buFont typeface="Open Sans"/>
              <a:buChar char="●"/>
              <a:defRPr/>
            </a:lvl4pPr>
            <a:lvl5pPr indent="-304800" lvl="4" marL="2286000">
              <a:spcBef>
                <a:spcPts val="0"/>
              </a:spcBef>
              <a:spcAft>
                <a:spcPts val="0"/>
              </a:spcAft>
              <a:buClr>
                <a:srgbClr val="999999"/>
              </a:buClr>
              <a:buSzPts val="1200"/>
              <a:buFont typeface="Open Sans"/>
              <a:buChar char="○"/>
              <a:defRPr/>
            </a:lvl5pPr>
            <a:lvl6pPr indent="-304800" lvl="5" marL="2743200">
              <a:spcBef>
                <a:spcPts val="0"/>
              </a:spcBef>
              <a:spcAft>
                <a:spcPts val="0"/>
              </a:spcAft>
              <a:buClr>
                <a:srgbClr val="999999"/>
              </a:buClr>
              <a:buSzPts val="1200"/>
              <a:buFont typeface="Open Sans"/>
              <a:buChar char="■"/>
              <a:defRPr/>
            </a:lvl6pPr>
            <a:lvl7pPr indent="-273050" lvl="6" marL="3200400">
              <a:spcBef>
                <a:spcPts val="0"/>
              </a:spcBef>
              <a:spcAft>
                <a:spcPts val="0"/>
              </a:spcAft>
              <a:buClr>
                <a:srgbClr val="999999"/>
              </a:buClr>
              <a:buSzPts val="700"/>
              <a:buFont typeface="Open Sans"/>
              <a:buChar char="●"/>
              <a:defRPr/>
            </a:lvl7pPr>
            <a:lvl8pPr indent="-273050" lvl="7" marL="3657600">
              <a:spcBef>
                <a:spcPts val="0"/>
              </a:spcBef>
              <a:spcAft>
                <a:spcPts val="0"/>
              </a:spcAft>
              <a:buClr>
                <a:srgbClr val="999999"/>
              </a:buClr>
              <a:buSzPts val="700"/>
              <a:buFont typeface="Open Sans"/>
              <a:buChar char="○"/>
              <a:defRPr/>
            </a:lvl8pPr>
            <a:lvl9pPr indent="-266700" lvl="8" marL="4114800">
              <a:spcBef>
                <a:spcPts val="0"/>
              </a:spcBef>
              <a:spcAft>
                <a:spcPts val="0"/>
              </a:spcAft>
              <a:buClr>
                <a:srgbClr val="999999"/>
              </a:buClr>
              <a:buSzPts val="600"/>
              <a:buFont typeface="Open Sans"/>
              <a:buChar char="■"/>
              <a:defRPr/>
            </a:lvl9pPr>
          </a:lstStyle>
          <a:p/>
        </p:txBody>
      </p:sp>
      <p:sp>
        <p:nvSpPr>
          <p:cNvPr id="514" name="Google Shape;514;p9"/>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15" name="Google Shape;515;p9"/>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16" name="Shape 516"/>
        <p:cNvGrpSpPr/>
        <p:nvPr/>
      </p:nvGrpSpPr>
      <p:grpSpPr>
        <a:xfrm>
          <a:off x="0" y="0"/>
          <a:ext cx="0" cy="0"/>
          <a:chOff x="0" y="0"/>
          <a:chExt cx="0" cy="0"/>
        </a:xfrm>
      </p:grpSpPr>
      <p:grpSp>
        <p:nvGrpSpPr>
          <p:cNvPr id="517" name="Google Shape;517;p10"/>
          <p:cNvGrpSpPr/>
          <p:nvPr/>
        </p:nvGrpSpPr>
        <p:grpSpPr>
          <a:xfrm>
            <a:off x="-87450" y="-58650"/>
            <a:ext cx="9318900" cy="5260800"/>
            <a:chOff x="-87450" y="-58650"/>
            <a:chExt cx="9318900" cy="5260800"/>
          </a:xfrm>
        </p:grpSpPr>
        <p:grpSp>
          <p:nvGrpSpPr>
            <p:cNvPr id="518" name="Google Shape;518;p10"/>
            <p:cNvGrpSpPr/>
            <p:nvPr/>
          </p:nvGrpSpPr>
          <p:grpSpPr>
            <a:xfrm>
              <a:off x="129563" y="-58650"/>
              <a:ext cx="8884875" cy="5260800"/>
              <a:chOff x="129563" y="-58650"/>
              <a:chExt cx="8884875" cy="5260800"/>
            </a:xfrm>
          </p:grpSpPr>
          <p:cxnSp>
            <p:nvCxnSpPr>
              <p:cNvPr id="519" name="Google Shape;519;p10"/>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0" name="Google Shape;520;p10"/>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1" name="Google Shape;521;p10"/>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2" name="Google Shape;522;p10"/>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3" name="Google Shape;523;p10"/>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4" name="Google Shape;524;p10"/>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5" name="Google Shape;525;p10"/>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6" name="Google Shape;526;p10"/>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7" name="Google Shape;527;p10"/>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8" name="Google Shape;528;p10"/>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29" name="Google Shape;529;p10"/>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0" name="Google Shape;530;p10"/>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1" name="Google Shape;531;p10"/>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2" name="Google Shape;532;p10"/>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3" name="Google Shape;533;p10"/>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4" name="Google Shape;534;p10"/>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5" name="Google Shape;535;p10"/>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6" name="Google Shape;536;p10"/>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7" name="Google Shape;537;p10"/>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8" name="Google Shape;538;p10"/>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39" name="Google Shape;539;p10"/>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0" name="Google Shape;540;p10"/>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1" name="Google Shape;541;p10"/>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2" name="Google Shape;542;p10"/>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3" name="Google Shape;543;p10"/>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4" name="Google Shape;544;p10"/>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5" name="Google Shape;545;p10"/>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6" name="Google Shape;546;p10"/>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47" name="Google Shape;547;p10"/>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548" name="Google Shape;548;p10"/>
            <p:cNvGrpSpPr/>
            <p:nvPr/>
          </p:nvGrpSpPr>
          <p:grpSpPr>
            <a:xfrm>
              <a:off x="-87450" y="171125"/>
              <a:ext cx="9318900" cy="4801250"/>
              <a:chOff x="-87450" y="281675"/>
              <a:chExt cx="9318900" cy="4801250"/>
            </a:xfrm>
          </p:grpSpPr>
          <p:cxnSp>
            <p:nvCxnSpPr>
              <p:cNvPr id="549" name="Google Shape;549;p10"/>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0" name="Google Shape;550;p10"/>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1" name="Google Shape;551;p10"/>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2" name="Google Shape;552;p10"/>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3" name="Google Shape;553;p10"/>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4" name="Google Shape;554;p10"/>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5" name="Google Shape;555;p10"/>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6" name="Google Shape;556;p10"/>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7" name="Google Shape;557;p10"/>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8" name="Google Shape;558;p10"/>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59" name="Google Shape;559;p10"/>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60" name="Google Shape;560;p10"/>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61" name="Google Shape;561;p10"/>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62" name="Google Shape;562;p10"/>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63" name="Google Shape;563;p10"/>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564" name="Google Shape;564;p10"/>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sp>
        <p:nvSpPr>
          <p:cNvPr id="565" name="Google Shape;565;p10"/>
          <p:cNvSpPr txBox="1"/>
          <p:nvPr>
            <p:ph idx="1" type="body"/>
          </p:nvPr>
        </p:nvSpPr>
        <p:spPr>
          <a:xfrm>
            <a:off x="1439250" y="3811325"/>
            <a:ext cx="6265500" cy="6051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2800"/>
              <a:buFont typeface="Raleway"/>
              <a:buNone/>
              <a:defRPr b="1" sz="2800">
                <a:solidFill>
                  <a:schemeClr val="dk1"/>
                </a:solidFill>
                <a:latin typeface="Raleway"/>
                <a:ea typeface="Raleway"/>
                <a:cs typeface="Raleway"/>
                <a:sym typeface="Raleway"/>
              </a:defRPr>
            </a:lvl1pPr>
          </a:lstStyle>
          <a:p/>
        </p:txBody>
      </p:sp>
      <p:sp>
        <p:nvSpPr>
          <p:cNvPr id="566" name="Google Shape;566;p10"/>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67" name="Shape 567"/>
        <p:cNvGrpSpPr/>
        <p:nvPr/>
      </p:nvGrpSpPr>
      <p:grpSpPr>
        <a:xfrm>
          <a:off x="0" y="0"/>
          <a:ext cx="0" cy="0"/>
          <a:chOff x="0" y="0"/>
          <a:chExt cx="0" cy="0"/>
        </a:xfrm>
      </p:grpSpPr>
      <p:grpSp>
        <p:nvGrpSpPr>
          <p:cNvPr id="568" name="Google Shape;568;p11"/>
          <p:cNvGrpSpPr/>
          <p:nvPr/>
        </p:nvGrpSpPr>
        <p:grpSpPr>
          <a:xfrm>
            <a:off x="-87450" y="-58650"/>
            <a:ext cx="9318900" cy="5260800"/>
            <a:chOff x="-87450" y="-58650"/>
            <a:chExt cx="9318900" cy="5260800"/>
          </a:xfrm>
        </p:grpSpPr>
        <p:grpSp>
          <p:nvGrpSpPr>
            <p:cNvPr id="569" name="Google Shape;569;p11"/>
            <p:cNvGrpSpPr/>
            <p:nvPr/>
          </p:nvGrpSpPr>
          <p:grpSpPr>
            <a:xfrm>
              <a:off x="129563" y="-58650"/>
              <a:ext cx="8884875" cy="5260800"/>
              <a:chOff x="129563" y="-58650"/>
              <a:chExt cx="8884875" cy="5260800"/>
            </a:xfrm>
          </p:grpSpPr>
          <p:cxnSp>
            <p:nvCxnSpPr>
              <p:cNvPr id="570" name="Google Shape;570;p11"/>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1" name="Google Shape;571;p11"/>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2" name="Google Shape;572;p11"/>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3" name="Google Shape;573;p11"/>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4" name="Google Shape;574;p11"/>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5" name="Google Shape;575;p11"/>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6" name="Google Shape;576;p11"/>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7" name="Google Shape;577;p11"/>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8" name="Google Shape;578;p11"/>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79" name="Google Shape;579;p11"/>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0" name="Google Shape;580;p11"/>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1" name="Google Shape;581;p11"/>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2" name="Google Shape;582;p11"/>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3" name="Google Shape;583;p11"/>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4" name="Google Shape;584;p11"/>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5" name="Google Shape;585;p11"/>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6" name="Google Shape;586;p11"/>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7" name="Google Shape;587;p11"/>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8" name="Google Shape;588;p11"/>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89" name="Google Shape;589;p11"/>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0" name="Google Shape;590;p11"/>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1" name="Google Shape;591;p11"/>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2" name="Google Shape;592;p11"/>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3" name="Google Shape;593;p11"/>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4" name="Google Shape;594;p11"/>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5" name="Google Shape;595;p11"/>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6" name="Google Shape;596;p11"/>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7" name="Google Shape;597;p11"/>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598" name="Google Shape;598;p11"/>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599" name="Google Shape;599;p11"/>
            <p:cNvGrpSpPr/>
            <p:nvPr/>
          </p:nvGrpSpPr>
          <p:grpSpPr>
            <a:xfrm>
              <a:off x="-87450" y="171125"/>
              <a:ext cx="9318900" cy="4801250"/>
              <a:chOff x="-87450" y="281675"/>
              <a:chExt cx="9318900" cy="4801250"/>
            </a:xfrm>
          </p:grpSpPr>
          <p:cxnSp>
            <p:nvCxnSpPr>
              <p:cNvPr id="600" name="Google Shape;600;p11"/>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1" name="Google Shape;601;p11"/>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2" name="Google Shape;602;p11"/>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3" name="Google Shape;603;p11"/>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4" name="Google Shape;604;p11"/>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5" name="Google Shape;605;p11"/>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6" name="Google Shape;606;p11"/>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7" name="Google Shape;607;p11"/>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8" name="Google Shape;608;p11"/>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09" name="Google Shape;609;p11"/>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10" name="Google Shape;610;p11"/>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11" name="Google Shape;611;p11"/>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12" name="Google Shape;612;p11"/>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13" name="Google Shape;613;p11"/>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14" name="Google Shape;614;p11"/>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15" name="Google Shape;615;p11"/>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616" name="Google Shape;616;p11"/>
          <p:cNvPicPr preferRelativeResize="0"/>
          <p:nvPr/>
        </p:nvPicPr>
        <p:blipFill>
          <a:blip r:embed="rId2">
            <a:alphaModFix/>
          </a:blip>
          <a:stretch>
            <a:fillRect/>
          </a:stretch>
        </p:blipFill>
        <p:spPr>
          <a:xfrm>
            <a:off x="840789" y="2215900"/>
            <a:ext cx="7462422" cy="4064500"/>
          </a:xfrm>
          <a:prstGeom prst="rect">
            <a:avLst/>
          </a:prstGeom>
          <a:noFill/>
          <a:ln>
            <a:noFill/>
          </a:ln>
        </p:spPr>
      </p:pic>
      <p:sp>
        <p:nvSpPr>
          <p:cNvPr id="617" name="Google Shape;617;p11"/>
          <p:cNvSpPr txBox="1"/>
          <p:nvPr>
            <p:ph hasCustomPrompt="1" type="title"/>
          </p:nvPr>
        </p:nvSpPr>
        <p:spPr>
          <a:xfrm>
            <a:off x="1766700" y="1439825"/>
            <a:ext cx="5610600" cy="13722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10000"/>
              <a:buNone/>
              <a:defRPr sz="7000"/>
            </a:lvl1pPr>
            <a:lvl2pPr lvl="1" algn="ctr">
              <a:spcBef>
                <a:spcPts val="0"/>
              </a:spcBef>
              <a:spcAft>
                <a:spcPts val="0"/>
              </a:spcAft>
              <a:buSzPts val="10000"/>
              <a:buNone/>
              <a:defRPr sz="10000"/>
            </a:lvl2pPr>
            <a:lvl3pPr lvl="2" algn="ctr">
              <a:spcBef>
                <a:spcPts val="0"/>
              </a:spcBef>
              <a:spcAft>
                <a:spcPts val="0"/>
              </a:spcAft>
              <a:buSzPts val="10000"/>
              <a:buNone/>
              <a:defRPr sz="10000"/>
            </a:lvl3pPr>
            <a:lvl4pPr lvl="3" algn="ctr">
              <a:spcBef>
                <a:spcPts val="0"/>
              </a:spcBef>
              <a:spcAft>
                <a:spcPts val="0"/>
              </a:spcAft>
              <a:buSzPts val="10000"/>
              <a:buNone/>
              <a:defRPr sz="10000"/>
            </a:lvl4pPr>
            <a:lvl5pPr lvl="4" algn="ctr">
              <a:spcBef>
                <a:spcPts val="0"/>
              </a:spcBef>
              <a:spcAft>
                <a:spcPts val="0"/>
              </a:spcAft>
              <a:buSzPts val="10000"/>
              <a:buNone/>
              <a:defRPr sz="10000"/>
            </a:lvl5pPr>
            <a:lvl6pPr lvl="5" algn="ctr">
              <a:spcBef>
                <a:spcPts val="0"/>
              </a:spcBef>
              <a:spcAft>
                <a:spcPts val="0"/>
              </a:spcAft>
              <a:buSzPts val="10000"/>
              <a:buNone/>
              <a:defRPr sz="10000"/>
            </a:lvl6pPr>
            <a:lvl7pPr lvl="6" algn="ctr">
              <a:spcBef>
                <a:spcPts val="0"/>
              </a:spcBef>
              <a:spcAft>
                <a:spcPts val="0"/>
              </a:spcAft>
              <a:buSzPts val="10000"/>
              <a:buNone/>
              <a:defRPr sz="10000"/>
            </a:lvl7pPr>
            <a:lvl8pPr lvl="7" algn="ctr">
              <a:spcBef>
                <a:spcPts val="0"/>
              </a:spcBef>
              <a:spcAft>
                <a:spcPts val="0"/>
              </a:spcAft>
              <a:buSzPts val="10000"/>
              <a:buNone/>
              <a:defRPr sz="10000"/>
            </a:lvl8pPr>
            <a:lvl9pPr lvl="8" algn="ctr">
              <a:spcBef>
                <a:spcPts val="0"/>
              </a:spcBef>
              <a:spcAft>
                <a:spcPts val="0"/>
              </a:spcAft>
              <a:buSzPts val="10000"/>
              <a:buNone/>
              <a:defRPr sz="10000"/>
            </a:lvl9pPr>
          </a:lstStyle>
          <a:p>
            <a:r>
              <a:t>xx%</a:t>
            </a:r>
          </a:p>
        </p:txBody>
      </p:sp>
      <p:sp>
        <p:nvSpPr>
          <p:cNvPr id="618" name="Google Shape;618;p11"/>
          <p:cNvSpPr txBox="1"/>
          <p:nvPr>
            <p:ph idx="1" type="subTitle"/>
          </p:nvPr>
        </p:nvSpPr>
        <p:spPr>
          <a:xfrm>
            <a:off x="1766700" y="2911374"/>
            <a:ext cx="5610600" cy="4875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
              <a:buNone/>
              <a:defRPr sz="1600"/>
            </a:lvl1pPr>
            <a:lvl2pPr lvl="1" algn="ctr">
              <a:spcBef>
                <a:spcPts val="0"/>
              </a:spcBef>
              <a:spcAft>
                <a:spcPts val="0"/>
              </a:spcAft>
              <a:buSzPts val="1200"/>
              <a:buNone/>
              <a:defRPr/>
            </a:lvl2pPr>
            <a:lvl3pPr lvl="2" algn="ctr">
              <a:spcBef>
                <a:spcPts val="0"/>
              </a:spcBef>
              <a:spcAft>
                <a:spcPts val="0"/>
              </a:spcAft>
              <a:buSzPts val="1200"/>
              <a:buNone/>
              <a:defRPr/>
            </a:lvl3pPr>
            <a:lvl4pPr lvl="3" algn="ctr">
              <a:spcBef>
                <a:spcPts val="0"/>
              </a:spcBef>
              <a:spcAft>
                <a:spcPts val="0"/>
              </a:spcAft>
              <a:buSzPts val="1200"/>
              <a:buNone/>
              <a:defRPr/>
            </a:lvl4pPr>
            <a:lvl5pPr lvl="4" algn="ctr">
              <a:spcBef>
                <a:spcPts val="0"/>
              </a:spcBef>
              <a:spcAft>
                <a:spcPts val="0"/>
              </a:spcAft>
              <a:buSzPts val="1200"/>
              <a:buNone/>
              <a:defRPr/>
            </a:lvl5pPr>
            <a:lvl6pPr lvl="5" algn="ctr">
              <a:spcBef>
                <a:spcPts val="0"/>
              </a:spcBef>
              <a:spcAft>
                <a:spcPts val="0"/>
              </a:spcAft>
              <a:buSzPts val="1200"/>
              <a:buNone/>
              <a:defRPr/>
            </a:lvl6pPr>
            <a:lvl7pPr lvl="6" algn="ctr">
              <a:spcBef>
                <a:spcPts val="0"/>
              </a:spcBef>
              <a:spcAft>
                <a:spcPts val="0"/>
              </a:spcAft>
              <a:buSzPts val="1200"/>
              <a:buNone/>
              <a:defRPr/>
            </a:lvl7pPr>
            <a:lvl8pPr lvl="7" algn="ctr">
              <a:spcBef>
                <a:spcPts val="0"/>
              </a:spcBef>
              <a:spcAft>
                <a:spcPts val="0"/>
              </a:spcAft>
              <a:buSzPts val="1200"/>
              <a:buNone/>
              <a:defRPr/>
            </a:lvl8pPr>
            <a:lvl9pPr lvl="8" algn="ctr">
              <a:spcBef>
                <a:spcPts val="0"/>
              </a:spcBef>
              <a:spcAft>
                <a:spcPts val="0"/>
              </a:spcAft>
              <a:buSzPts val="1200"/>
              <a:buNone/>
              <a:defRPr/>
            </a:lvl9pPr>
          </a:lstStyle>
          <a:p/>
        </p:txBody>
      </p:sp>
      <p:grpSp>
        <p:nvGrpSpPr>
          <p:cNvPr id="619" name="Google Shape;619;p11"/>
          <p:cNvGrpSpPr/>
          <p:nvPr/>
        </p:nvGrpSpPr>
        <p:grpSpPr>
          <a:xfrm>
            <a:off x="393372" y="203604"/>
            <a:ext cx="672000" cy="672000"/>
            <a:chOff x="393372" y="203604"/>
            <a:chExt cx="672000" cy="672000"/>
          </a:xfrm>
        </p:grpSpPr>
        <p:sp>
          <p:nvSpPr>
            <p:cNvPr id="620" name="Google Shape;620;p11"/>
            <p:cNvSpPr/>
            <p:nvPr/>
          </p:nvSpPr>
          <p:spPr>
            <a:xfrm>
              <a:off x="393372" y="203604"/>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21" name="Google Shape;621;p11"/>
            <p:cNvGrpSpPr/>
            <p:nvPr/>
          </p:nvGrpSpPr>
          <p:grpSpPr>
            <a:xfrm>
              <a:off x="527769" y="338963"/>
              <a:ext cx="403199" cy="401282"/>
              <a:chOff x="4415400" y="1135440"/>
              <a:chExt cx="386280" cy="384480"/>
            </a:xfrm>
          </p:grpSpPr>
          <p:sp>
            <p:nvSpPr>
              <p:cNvPr id="622" name="Google Shape;622;p11"/>
              <p:cNvSpPr/>
              <p:nvPr/>
            </p:nvSpPr>
            <p:spPr>
              <a:xfrm>
                <a:off x="4415400" y="1474560"/>
                <a:ext cx="386280" cy="45360"/>
              </a:xfrm>
              <a:custGeom>
                <a:rect b="b" l="l" r="r" t="t"/>
                <a:pathLst>
                  <a:path extrusionOk="0" h="126" w="1073">
                    <a:moveTo>
                      <a:pt x="0" y="0"/>
                    </a:moveTo>
                    <a:lnTo>
                      <a:pt x="0" y="32"/>
                    </a:lnTo>
                    <a:cubicBezTo>
                      <a:pt x="0" y="84"/>
                      <a:pt x="43" y="126"/>
                      <a:pt x="95" y="126"/>
                    </a:cubicBezTo>
                    <a:lnTo>
                      <a:pt x="978" y="126"/>
                    </a:lnTo>
                    <a:cubicBezTo>
                      <a:pt x="1030" y="126"/>
                      <a:pt x="1073" y="84"/>
                      <a:pt x="1073" y="32"/>
                    </a:cubicBezTo>
                    <a:lnTo>
                      <a:pt x="1073" y="0"/>
                    </a:lnTo>
                    <a:lnTo>
                      <a:pt x="0" y="0"/>
                    </a:lnTo>
                    <a:close/>
                  </a:path>
                </a:pathLst>
              </a:custGeom>
              <a:solidFill>
                <a:schemeClr val="accent6"/>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3" name="Google Shape;623;p11"/>
              <p:cNvSpPr/>
              <p:nvPr/>
            </p:nvSpPr>
            <p:spPr>
              <a:xfrm>
                <a:off x="4419000" y="1414440"/>
                <a:ext cx="379080" cy="37440"/>
              </a:xfrm>
              <a:custGeom>
                <a:rect b="b" l="l" r="r" t="t"/>
                <a:pathLst>
                  <a:path extrusionOk="0" h="104" w="1053">
                    <a:moveTo>
                      <a:pt x="1014" y="0"/>
                    </a:moveTo>
                    <a:lnTo>
                      <a:pt x="39" y="0"/>
                    </a:lnTo>
                    <a:lnTo>
                      <a:pt x="0" y="104"/>
                    </a:lnTo>
                    <a:lnTo>
                      <a:pt x="1053" y="104"/>
                    </a:lnTo>
                    <a:lnTo>
                      <a:pt x="1014"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4" name="Google Shape;624;p11"/>
              <p:cNvSpPr/>
              <p:nvPr/>
            </p:nvSpPr>
            <p:spPr>
              <a:xfrm>
                <a:off x="4581000" y="1135440"/>
                <a:ext cx="55080" cy="28800"/>
              </a:xfrm>
              <a:custGeom>
                <a:rect b="b" l="l" r="r" t="t"/>
                <a:pathLst>
                  <a:path extrusionOk="0" h="80" w="153">
                    <a:moveTo>
                      <a:pt x="100" y="10"/>
                    </a:moveTo>
                    <a:cubicBezTo>
                      <a:pt x="87" y="-3"/>
                      <a:pt x="66" y="-3"/>
                      <a:pt x="53" y="10"/>
                    </a:cubicBezTo>
                    <a:cubicBezTo>
                      <a:pt x="38" y="26"/>
                      <a:pt x="18" y="51"/>
                      <a:pt x="0" y="80"/>
                    </a:cubicBezTo>
                    <a:lnTo>
                      <a:pt x="153" y="80"/>
                    </a:lnTo>
                    <a:cubicBezTo>
                      <a:pt x="135" y="51"/>
                      <a:pt x="115" y="26"/>
                      <a:pt x="100" y="1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5" name="Google Shape;625;p11"/>
              <p:cNvSpPr/>
              <p:nvPr/>
            </p:nvSpPr>
            <p:spPr>
              <a:xfrm>
                <a:off x="4563360" y="1186920"/>
                <a:ext cx="90360" cy="86760"/>
              </a:xfrm>
              <a:custGeom>
                <a:rect b="b" l="l" r="r" t="t"/>
                <a:pathLst>
                  <a:path extrusionOk="0" h="241" w="251">
                    <a:moveTo>
                      <a:pt x="126" y="63"/>
                    </a:moveTo>
                    <a:cubicBezTo>
                      <a:pt x="143" y="63"/>
                      <a:pt x="157" y="77"/>
                      <a:pt x="157" y="95"/>
                    </a:cubicBezTo>
                    <a:cubicBezTo>
                      <a:pt x="157" y="112"/>
                      <a:pt x="143" y="126"/>
                      <a:pt x="126" y="126"/>
                    </a:cubicBezTo>
                    <a:cubicBezTo>
                      <a:pt x="108" y="126"/>
                      <a:pt x="94" y="112"/>
                      <a:pt x="94" y="95"/>
                    </a:cubicBezTo>
                    <a:cubicBezTo>
                      <a:pt x="94" y="77"/>
                      <a:pt x="108" y="63"/>
                      <a:pt x="126" y="63"/>
                    </a:cubicBezTo>
                    <a:moveTo>
                      <a:pt x="208" y="241"/>
                    </a:moveTo>
                    <a:cubicBezTo>
                      <a:pt x="232" y="200"/>
                      <a:pt x="251" y="149"/>
                      <a:pt x="251" y="95"/>
                    </a:cubicBezTo>
                    <a:cubicBezTo>
                      <a:pt x="251" y="61"/>
                      <a:pt x="244" y="29"/>
                      <a:pt x="233" y="0"/>
                    </a:cubicBezTo>
                    <a:lnTo>
                      <a:pt x="18" y="0"/>
                    </a:lnTo>
                    <a:cubicBezTo>
                      <a:pt x="7" y="29"/>
                      <a:pt x="0" y="61"/>
                      <a:pt x="0" y="95"/>
                    </a:cubicBezTo>
                    <a:cubicBezTo>
                      <a:pt x="0" y="149"/>
                      <a:pt x="19" y="200"/>
                      <a:pt x="43" y="241"/>
                    </a:cubicBezTo>
                    <a:lnTo>
                      <a:pt x="208" y="241"/>
                    </a:lnTo>
                    <a:close/>
                  </a:path>
                </a:pathLst>
              </a:custGeom>
              <a:solidFill>
                <a:schemeClr val="accent6"/>
              </a:solidFill>
              <a:ln>
                <a:noFill/>
              </a:ln>
            </p:spPr>
            <p:txBody>
              <a:bodyPr anchorCtr="1" anchor="ctr" bIns="41750" lIns="90000" spcFirstLastPara="1" rIns="90000" wrap="square" tIns="41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6" name="Google Shape;626;p11"/>
              <p:cNvSpPr/>
              <p:nvPr/>
            </p:nvSpPr>
            <p:spPr>
              <a:xfrm>
                <a:off x="4567680" y="1296360"/>
                <a:ext cx="81720" cy="38880"/>
              </a:xfrm>
              <a:custGeom>
                <a:rect b="b" l="l" r="r" t="t"/>
                <a:pathLst>
                  <a:path extrusionOk="0" h="108" w="227">
                    <a:moveTo>
                      <a:pt x="225" y="66"/>
                    </a:moveTo>
                    <a:lnTo>
                      <a:pt x="202" y="0"/>
                    </a:lnTo>
                    <a:lnTo>
                      <a:pt x="25" y="0"/>
                    </a:lnTo>
                    <a:lnTo>
                      <a:pt x="2" y="66"/>
                    </a:lnTo>
                    <a:cubicBezTo>
                      <a:pt x="-5" y="86"/>
                      <a:pt x="10" y="108"/>
                      <a:pt x="32" y="108"/>
                    </a:cubicBezTo>
                    <a:lnTo>
                      <a:pt x="195" y="108"/>
                    </a:lnTo>
                    <a:cubicBezTo>
                      <a:pt x="217" y="108"/>
                      <a:pt x="232" y="86"/>
                      <a:pt x="225" y="6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7" name="Google Shape;627;p11"/>
              <p:cNvSpPr/>
              <p:nvPr/>
            </p:nvSpPr>
            <p:spPr>
              <a:xfrm>
                <a:off x="4668480" y="1221480"/>
                <a:ext cx="41760" cy="48600"/>
              </a:xfrm>
              <a:custGeom>
                <a:rect b="b" l="l" r="r" t="t"/>
                <a:pathLst>
                  <a:path extrusionOk="0" h="135" w="116">
                    <a:moveTo>
                      <a:pt x="114" y="94"/>
                    </a:moveTo>
                    <a:cubicBezTo>
                      <a:pt x="100" y="53"/>
                      <a:pt x="69" y="20"/>
                      <a:pt x="28" y="2"/>
                    </a:cubicBezTo>
                    <a:lnTo>
                      <a:pt x="22" y="0"/>
                    </a:lnTo>
                    <a:cubicBezTo>
                      <a:pt x="22" y="37"/>
                      <a:pt x="15" y="75"/>
                      <a:pt x="0" y="113"/>
                    </a:cubicBezTo>
                    <a:lnTo>
                      <a:pt x="76" y="134"/>
                    </a:lnTo>
                    <a:cubicBezTo>
                      <a:pt x="101" y="141"/>
                      <a:pt x="123" y="118"/>
                      <a:pt x="114" y="94"/>
                    </a:cubicBezTo>
                    <a:close/>
                  </a:path>
                </a:pathLst>
              </a:custGeom>
              <a:solidFill>
                <a:schemeClr val="accent6"/>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8" name="Google Shape;628;p11"/>
              <p:cNvSpPr/>
              <p:nvPr/>
            </p:nvSpPr>
            <p:spPr>
              <a:xfrm>
                <a:off x="4506840" y="1221480"/>
                <a:ext cx="41760" cy="48600"/>
              </a:xfrm>
              <a:custGeom>
                <a:rect b="b" l="l" r="r" t="t"/>
                <a:pathLst>
                  <a:path extrusionOk="0" h="135" w="116">
                    <a:moveTo>
                      <a:pt x="88" y="2"/>
                    </a:moveTo>
                    <a:cubicBezTo>
                      <a:pt x="47" y="20"/>
                      <a:pt x="16" y="53"/>
                      <a:pt x="2" y="94"/>
                    </a:cubicBezTo>
                    <a:cubicBezTo>
                      <a:pt x="-7" y="118"/>
                      <a:pt x="15" y="141"/>
                      <a:pt x="40" y="134"/>
                    </a:cubicBezTo>
                    <a:lnTo>
                      <a:pt x="116" y="113"/>
                    </a:lnTo>
                    <a:cubicBezTo>
                      <a:pt x="101" y="75"/>
                      <a:pt x="94" y="37"/>
                      <a:pt x="94" y="0"/>
                    </a:cubicBezTo>
                    <a:lnTo>
                      <a:pt x="88" y="2"/>
                    </a:lnTo>
                    <a:close/>
                  </a:path>
                </a:pathLst>
              </a:custGeom>
              <a:solidFill>
                <a:schemeClr val="accent6"/>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9" name="Google Shape;629;p11"/>
              <p:cNvSpPr/>
              <p:nvPr/>
            </p:nvSpPr>
            <p:spPr>
              <a:xfrm>
                <a:off x="4636080" y="1180440"/>
                <a:ext cx="142920" cy="211320"/>
              </a:xfrm>
              <a:custGeom>
                <a:rect b="b" l="l" r="r" t="t"/>
                <a:pathLst>
                  <a:path extrusionOk="0" h="587" w="397">
                    <a:moveTo>
                      <a:pt x="82" y="453"/>
                    </a:moveTo>
                    <a:cubicBezTo>
                      <a:pt x="72" y="466"/>
                      <a:pt x="60" y="476"/>
                      <a:pt x="46" y="483"/>
                    </a:cubicBezTo>
                    <a:cubicBezTo>
                      <a:pt x="46" y="507"/>
                      <a:pt x="39" y="532"/>
                      <a:pt x="24" y="553"/>
                    </a:cubicBezTo>
                    <a:lnTo>
                      <a:pt x="0" y="587"/>
                    </a:lnTo>
                    <a:lnTo>
                      <a:pt x="397" y="587"/>
                    </a:lnTo>
                    <a:lnTo>
                      <a:pt x="397" y="95"/>
                    </a:lnTo>
                    <a:cubicBezTo>
                      <a:pt x="397" y="43"/>
                      <a:pt x="355" y="0"/>
                      <a:pt x="303" y="0"/>
                    </a:cubicBezTo>
                    <a:lnTo>
                      <a:pt x="91" y="0"/>
                    </a:lnTo>
                    <a:cubicBezTo>
                      <a:pt x="96" y="14"/>
                      <a:pt x="100" y="27"/>
                      <a:pt x="104" y="42"/>
                    </a:cubicBezTo>
                    <a:lnTo>
                      <a:pt x="142" y="58"/>
                    </a:lnTo>
                    <a:cubicBezTo>
                      <a:pt x="198" y="82"/>
                      <a:pt x="243" y="129"/>
                      <a:pt x="263" y="186"/>
                    </a:cubicBezTo>
                    <a:cubicBezTo>
                      <a:pt x="274" y="215"/>
                      <a:pt x="270" y="247"/>
                      <a:pt x="252" y="272"/>
                    </a:cubicBezTo>
                    <a:cubicBezTo>
                      <a:pt x="234" y="297"/>
                      <a:pt x="206" y="313"/>
                      <a:pt x="175" y="313"/>
                    </a:cubicBezTo>
                    <a:cubicBezTo>
                      <a:pt x="166" y="313"/>
                      <a:pt x="157" y="311"/>
                      <a:pt x="149" y="309"/>
                    </a:cubicBezTo>
                    <a:lnTo>
                      <a:pt x="66" y="285"/>
                    </a:lnTo>
                    <a:lnTo>
                      <a:pt x="94" y="368"/>
                    </a:lnTo>
                    <a:cubicBezTo>
                      <a:pt x="104" y="396"/>
                      <a:pt x="100" y="428"/>
                      <a:pt x="82" y="45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30" name="Google Shape;630;p11"/>
              <p:cNvSpPr/>
              <p:nvPr/>
            </p:nvSpPr>
            <p:spPr>
              <a:xfrm>
                <a:off x="4438080" y="1180440"/>
                <a:ext cx="142920" cy="211320"/>
              </a:xfrm>
              <a:custGeom>
                <a:rect b="b" l="l" r="r" t="t"/>
                <a:pathLst>
                  <a:path extrusionOk="0" h="587" w="397">
                    <a:moveTo>
                      <a:pt x="373" y="553"/>
                    </a:moveTo>
                    <a:cubicBezTo>
                      <a:pt x="358" y="532"/>
                      <a:pt x="351" y="507"/>
                      <a:pt x="351" y="483"/>
                    </a:cubicBezTo>
                    <a:cubicBezTo>
                      <a:pt x="337" y="476"/>
                      <a:pt x="325" y="466"/>
                      <a:pt x="315" y="453"/>
                    </a:cubicBezTo>
                    <a:cubicBezTo>
                      <a:pt x="297" y="428"/>
                      <a:pt x="293" y="396"/>
                      <a:pt x="303" y="368"/>
                    </a:cubicBezTo>
                    <a:lnTo>
                      <a:pt x="331" y="285"/>
                    </a:lnTo>
                    <a:lnTo>
                      <a:pt x="248" y="309"/>
                    </a:lnTo>
                    <a:cubicBezTo>
                      <a:pt x="240" y="311"/>
                      <a:pt x="231" y="312"/>
                      <a:pt x="222" y="312"/>
                    </a:cubicBezTo>
                    <a:lnTo>
                      <a:pt x="222" y="312"/>
                    </a:lnTo>
                    <a:cubicBezTo>
                      <a:pt x="191" y="312"/>
                      <a:pt x="163" y="297"/>
                      <a:pt x="145" y="272"/>
                    </a:cubicBezTo>
                    <a:cubicBezTo>
                      <a:pt x="127" y="247"/>
                      <a:pt x="123" y="215"/>
                      <a:pt x="134" y="186"/>
                    </a:cubicBezTo>
                    <a:cubicBezTo>
                      <a:pt x="154" y="129"/>
                      <a:pt x="199" y="82"/>
                      <a:pt x="255" y="58"/>
                    </a:cubicBezTo>
                    <a:lnTo>
                      <a:pt x="293" y="42"/>
                    </a:lnTo>
                    <a:cubicBezTo>
                      <a:pt x="297" y="27"/>
                      <a:pt x="301" y="14"/>
                      <a:pt x="306" y="0"/>
                    </a:cubicBezTo>
                    <a:lnTo>
                      <a:pt x="94" y="0"/>
                    </a:lnTo>
                    <a:cubicBezTo>
                      <a:pt x="42" y="0"/>
                      <a:pt x="0" y="43"/>
                      <a:pt x="0" y="95"/>
                    </a:cubicBezTo>
                    <a:lnTo>
                      <a:pt x="0" y="587"/>
                    </a:lnTo>
                    <a:lnTo>
                      <a:pt x="397" y="587"/>
                    </a:lnTo>
                    <a:lnTo>
                      <a:pt x="373" y="55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31" name="Google Shape;631;p11"/>
              <p:cNvSpPr/>
              <p:nvPr/>
            </p:nvSpPr>
            <p:spPr>
              <a:xfrm>
                <a:off x="4587480" y="1357560"/>
                <a:ext cx="42120" cy="34200"/>
              </a:xfrm>
              <a:custGeom>
                <a:rect b="b" l="l" r="r" t="t"/>
                <a:pathLst>
                  <a:path extrusionOk="0" h="95" w="117">
                    <a:moveTo>
                      <a:pt x="59" y="95"/>
                    </a:moveTo>
                    <a:lnTo>
                      <a:pt x="107" y="25"/>
                    </a:lnTo>
                    <a:cubicBezTo>
                      <a:pt x="113" y="17"/>
                      <a:pt x="116" y="9"/>
                      <a:pt x="117" y="0"/>
                    </a:cubicBezTo>
                    <a:lnTo>
                      <a:pt x="0" y="0"/>
                    </a:lnTo>
                    <a:cubicBezTo>
                      <a:pt x="1" y="9"/>
                      <a:pt x="4" y="17"/>
                      <a:pt x="10" y="25"/>
                    </a:cubicBezTo>
                    <a:lnTo>
                      <a:pt x="59" y="95"/>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632" name="Google Shape;632;p11"/>
          <p:cNvGrpSpPr/>
          <p:nvPr/>
        </p:nvGrpSpPr>
        <p:grpSpPr>
          <a:xfrm>
            <a:off x="8103079" y="203476"/>
            <a:ext cx="672000" cy="672000"/>
            <a:chOff x="8103079" y="203476"/>
            <a:chExt cx="672000" cy="672000"/>
          </a:xfrm>
        </p:grpSpPr>
        <p:sp>
          <p:nvSpPr>
            <p:cNvPr id="633" name="Google Shape;633;p11"/>
            <p:cNvSpPr/>
            <p:nvPr/>
          </p:nvSpPr>
          <p:spPr>
            <a:xfrm>
              <a:off x="8103079" y="203476"/>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34" name="Google Shape;634;p11"/>
            <p:cNvGrpSpPr/>
            <p:nvPr/>
          </p:nvGrpSpPr>
          <p:grpSpPr>
            <a:xfrm>
              <a:off x="8228768" y="329169"/>
              <a:ext cx="420614" cy="420614"/>
              <a:chOff x="6919200" y="1134720"/>
              <a:chExt cx="385920" cy="385920"/>
            </a:xfrm>
          </p:grpSpPr>
          <p:sp>
            <p:nvSpPr>
              <p:cNvPr id="635" name="Google Shape;635;p11"/>
              <p:cNvSpPr/>
              <p:nvPr/>
            </p:nvSpPr>
            <p:spPr>
              <a:xfrm>
                <a:off x="6992640" y="1460160"/>
                <a:ext cx="250200" cy="60480"/>
              </a:xfrm>
              <a:custGeom>
                <a:rect b="b" l="l" r="r" t="t"/>
                <a:pathLst>
                  <a:path extrusionOk="0" h="168" w="695">
                    <a:moveTo>
                      <a:pt x="664" y="0"/>
                    </a:moveTo>
                    <a:lnTo>
                      <a:pt x="57" y="0"/>
                    </a:lnTo>
                    <a:cubicBezTo>
                      <a:pt x="40" y="0"/>
                      <a:pt x="26" y="14"/>
                      <a:pt x="26" y="32"/>
                    </a:cubicBezTo>
                    <a:lnTo>
                      <a:pt x="26" y="84"/>
                    </a:lnTo>
                    <a:cubicBezTo>
                      <a:pt x="26" y="115"/>
                      <a:pt x="16" y="144"/>
                      <a:pt x="0" y="168"/>
                    </a:cubicBezTo>
                    <a:lnTo>
                      <a:pt x="611" y="168"/>
                    </a:lnTo>
                    <a:cubicBezTo>
                      <a:pt x="658" y="168"/>
                      <a:pt x="695" y="130"/>
                      <a:pt x="695" y="84"/>
                    </a:cubicBezTo>
                    <a:lnTo>
                      <a:pt x="695" y="32"/>
                    </a:lnTo>
                    <a:cubicBezTo>
                      <a:pt x="695" y="14"/>
                      <a:pt x="681" y="0"/>
                      <a:pt x="664" y="0"/>
                    </a:cubicBezTo>
                    <a:close/>
                  </a:path>
                </a:pathLst>
              </a:custGeom>
              <a:solidFill>
                <a:schemeClr val="accent6"/>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36" name="Google Shape;636;p11"/>
              <p:cNvSpPr/>
              <p:nvPr/>
            </p:nvSpPr>
            <p:spPr>
              <a:xfrm>
                <a:off x="7115760" y="1312920"/>
                <a:ext cx="68040" cy="77760"/>
              </a:xfrm>
              <a:custGeom>
                <a:rect b="b" l="l" r="r" t="t"/>
                <a:pathLst>
                  <a:path extrusionOk="0" h="216" w="189">
                    <a:moveTo>
                      <a:pt x="53" y="208"/>
                    </a:moveTo>
                    <a:lnTo>
                      <a:pt x="189" y="78"/>
                    </a:lnTo>
                    <a:lnTo>
                      <a:pt x="78" y="0"/>
                    </a:lnTo>
                    <a:lnTo>
                      <a:pt x="2" y="172"/>
                    </a:lnTo>
                    <a:cubicBezTo>
                      <a:pt x="-11" y="204"/>
                      <a:pt x="28" y="231"/>
                      <a:pt x="53" y="208"/>
                    </a:cubicBezTo>
                    <a:close/>
                  </a:path>
                </a:pathLst>
              </a:custGeom>
              <a:solidFill>
                <a:schemeClr val="accent6"/>
              </a:solidFill>
              <a:ln>
                <a:noFill/>
              </a:ln>
            </p:spPr>
            <p:txBody>
              <a:bodyPr anchorCtr="1" anchor="ctr" bIns="32750" lIns="90000" spcFirstLastPara="1" rIns="90000" wrap="square" tIns="32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37" name="Google Shape;637;p11"/>
              <p:cNvSpPr/>
              <p:nvPr/>
            </p:nvSpPr>
            <p:spPr>
              <a:xfrm>
                <a:off x="7243920" y="1136880"/>
                <a:ext cx="61200" cy="60120"/>
              </a:xfrm>
              <a:custGeom>
                <a:rect b="b" l="l" r="r" t="t"/>
                <a:pathLst>
                  <a:path extrusionOk="0" h="167" w="170">
                    <a:moveTo>
                      <a:pt x="138" y="13"/>
                    </a:moveTo>
                    <a:cubicBezTo>
                      <a:pt x="104" y="-9"/>
                      <a:pt x="59" y="-2"/>
                      <a:pt x="36" y="31"/>
                    </a:cubicBezTo>
                    <a:lnTo>
                      <a:pt x="0" y="83"/>
                    </a:lnTo>
                    <a:lnTo>
                      <a:pt x="120" y="167"/>
                    </a:lnTo>
                    <a:lnTo>
                      <a:pt x="156" y="116"/>
                    </a:lnTo>
                    <a:cubicBezTo>
                      <a:pt x="179" y="82"/>
                      <a:pt x="171" y="37"/>
                      <a:pt x="138" y="13"/>
                    </a:cubicBezTo>
                    <a:close/>
                  </a:path>
                </a:pathLst>
              </a:custGeom>
              <a:solidFill>
                <a:schemeClr val="accent6"/>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38" name="Google Shape;638;p11"/>
              <p:cNvSpPr/>
              <p:nvPr/>
            </p:nvSpPr>
            <p:spPr>
              <a:xfrm>
                <a:off x="7155000" y="1185480"/>
                <a:ext cx="119160" cy="138240"/>
              </a:xfrm>
              <a:custGeom>
                <a:rect b="b" l="l" r="r" t="t"/>
                <a:pathLst>
                  <a:path extrusionOk="0" h="384" w="331">
                    <a:moveTo>
                      <a:pt x="0" y="300"/>
                    </a:moveTo>
                    <a:lnTo>
                      <a:pt x="211" y="0"/>
                    </a:lnTo>
                    <a:lnTo>
                      <a:pt x="331" y="84"/>
                    </a:lnTo>
                    <a:lnTo>
                      <a:pt x="121" y="384"/>
                    </a:lnTo>
                    <a:lnTo>
                      <a:pt x="0" y="30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39" name="Google Shape;639;p11"/>
              <p:cNvSpPr/>
              <p:nvPr/>
            </p:nvSpPr>
            <p:spPr>
              <a:xfrm>
                <a:off x="6919200" y="1134720"/>
                <a:ext cx="278280" cy="385920"/>
              </a:xfrm>
              <a:custGeom>
                <a:rect b="b" l="l" r="r" t="t"/>
                <a:pathLst>
                  <a:path extrusionOk="0" h="1072" w="773">
                    <a:moveTo>
                      <a:pt x="157" y="691"/>
                    </a:moveTo>
                    <a:cubicBezTo>
                      <a:pt x="139" y="691"/>
                      <a:pt x="125" y="677"/>
                      <a:pt x="125" y="659"/>
                    </a:cubicBezTo>
                    <a:cubicBezTo>
                      <a:pt x="125" y="642"/>
                      <a:pt x="139" y="628"/>
                      <a:pt x="157" y="628"/>
                    </a:cubicBezTo>
                    <a:lnTo>
                      <a:pt x="324" y="628"/>
                    </a:lnTo>
                    <a:cubicBezTo>
                      <a:pt x="342" y="628"/>
                      <a:pt x="356" y="642"/>
                      <a:pt x="356" y="659"/>
                    </a:cubicBezTo>
                    <a:cubicBezTo>
                      <a:pt x="356" y="677"/>
                      <a:pt x="342" y="691"/>
                      <a:pt x="324" y="691"/>
                    </a:cubicBezTo>
                    <a:lnTo>
                      <a:pt x="157" y="691"/>
                    </a:lnTo>
                    <a:moveTo>
                      <a:pt x="157" y="251"/>
                    </a:moveTo>
                    <a:lnTo>
                      <a:pt x="616" y="251"/>
                    </a:lnTo>
                    <a:cubicBezTo>
                      <a:pt x="634" y="251"/>
                      <a:pt x="648" y="265"/>
                      <a:pt x="648" y="282"/>
                    </a:cubicBezTo>
                    <a:cubicBezTo>
                      <a:pt x="648" y="300"/>
                      <a:pt x="634" y="314"/>
                      <a:pt x="616" y="314"/>
                    </a:cubicBezTo>
                    <a:lnTo>
                      <a:pt x="157" y="314"/>
                    </a:lnTo>
                    <a:cubicBezTo>
                      <a:pt x="139" y="314"/>
                      <a:pt x="125" y="300"/>
                      <a:pt x="125" y="282"/>
                    </a:cubicBezTo>
                    <a:cubicBezTo>
                      <a:pt x="125" y="265"/>
                      <a:pt x="139" y="251"/>
                      <a:pt x="157" y="251"/>
                    </a:cubicBezTo>
                    <a:moveTo>
                      <a:pt x="282" y="125"/>
                    </a:moveTo>
                    <a:lnTo>
                      <a:pt x="491" y="125"/>
                    </a:lnTo>
                    <a:cubicBezTo>
                      <a:pt x="508" y="125"/>
                      <a:pt x="522" y="139"/>
                      <a:pt x="522" y="157"/>
                    </a:cubicBezTo>
                    <a:cubicBezTo>
                      <a:pt x="522" y="174"/>
                      <a:pt x="508" y="188"/>
                      <a:pt x="491" y="188"/>
                    </a:cubicBezTo>
                    <a:lnTo>
                      <a:pt x="282" y="188"/>
                    </a:lnTo>
                    <a:cubicBezTo>
                      <a:pt x="265" y="188"/>
                      <a:pt x="251" y="174"/>
                      <a:pt x="251" y="157"/>
                    </a:cubicBezTo>
                    <a:cubicBezTo>
                      <a:pt x="251" y="139"/>
                      <a:pt x="265" y="125"/>
                      <a:pt x="282" y="125"/>
                    </a:cubicBezTo>
                    <a:moveTo>
                      <a:pt x="773" y="842"/>
                    </a:moveTo>
                    <a:lnTo>
                      <a:pt x="773" y="623"/>
                    </a:lnTo>
                    <a:lnTo>
                      <a:pt x="642" y="748"/>
                    </a:lnTo>
                    <a:cubicBezTo>
                      <a:pt x="624" y="765"/>
                      <a:pt x="601" y="774"/>
                      <a:pt x="577" y="774"/>
                    </a:cubicBezTo>
                    <a:lnTo>
                      <a:pt x="577" y="774"/>
                    </a:lnTo>
                    <a:lnTo>
                      <a:pt x="428" y="774"/>
                    </a:lnTo>
                    <a:cubicBezTo>
                      <a:pt x="410" y="774"/>
                      <a:pt x="396" y="760"/>
                      <a:pt x="397" y="742"/>
                    </a:cubicBezTo>
                    <a:cubicBezTo>
                      <a:pt x="397" y="725"/>
                      <a:pt x="412" y="712"/>
                      <a:pt x="429" y="712"/>
                    </a:cubicBezTo>
                    <a:lnTo>
                      <a:pt x="488" y="712"/>
                    </a:lnTo>
                    <a:cubicBezTo>
                      <a:pt x="480" y="689"/>
                      <a:pt x="481" y="665"/>
                      <a:pt x="491" y="642"/>
                    </a:cubicBezTo>
                    <a:lnTo>
                      <a:pt x="525" y="565"/>
                    </a:lnTo>
                    <a:lnTo>
                      <a:pt x="157" y="565"/>
                    </a:lnTo>
                    <a:cubicBezTo>
                      <a:pt x="141" y="565"/>
                      <a:pt x="126" y="552"/>
                      <a:pt x="125" y="535"/>
                    </a:cubicBezTo>
                    <a:cubicBezTo>
                      <a:pt x="124" y="517"/>
                      <a:pt x="139" y="502"/>
                      <a:pt x="157" y="502"/>
                    </a:cubicBezTo>
                    <a:lnTo>
                      <a:pt x="552" y="502"/>
                    </a:lnTo>
                    <a:lnTo>
                      <a:pt x="580" y="439"/>
                    </a:lnTo>
                    <a:lnTo>
                      <a:pt x="157" y="439"/>
                    </a:lnTo>
                    <a:cubicBezTo>
                      <a:pt x="141" y="439"/>
                      <a:pt x="126" y="426"/>
                      <a:pt x="125" y="409"/>
                    </a:cubicBezTo>
                    <a:cubicBezTo>
                      <a:pt x="124" y="391"/>
                      <a:pt x="139" y="377"/>
                      <a:pt x="157" y="377"/>
                    </a:cubicBezTo>
                    <a:lnTo>
                      <a:pt x="623" y="377"/>
                    </a:lnTo>
                    <a:lnTo>
                      <a:pt x="773" y="162"/>
                    </a:lnTo>
                    <a:lnTo>
                      <a:pt x="773" y="31"/>
                    </a:lnTo>
                    <a:cubicBezTo>
                      <a:pt x="773" y="14"/>
                      <a:pt x="759" y="0"/>
                      <a:pt x="742" y="0"/>
                    </a:cubicBezTo>
                    <a:lnTo>
                      <a:pt x="31" y="0"/>
                    </a:lnTo>
                    <a:cubicBezTo>
                      <a:pt x="14" y="0"/>
                      <a:pt x="0" y="14"/>
                      <a:pt x="0" y="31"/>
                    </a:cubicBezTo>
                    <a:lnTo>
                      <a:pt x="0" y="986"/>
                    </a:lnTo>
                    <a:cubicBezTo>
                      <a:pt x="0" y="1033"/>
                      <a:pt x="38" y="1073"/>
                      <a:pt x="85" y="1072"/>
                    </a:cubicBezTo>
                    <a:cubicBezTo>
                      <a:pt x="130" y="1071"/>
                      <a:pt x="167" y="1034"/>
                      <a:pt x="167" y="988"/>
                    </a:cubicBezTo>
                    <a:lnTo>
                      <a:pt x="167" y="936"/>
                    </a:lnTo>
                    <a:cubicBezTo>
                      <a:pt x="167" y="884"/>
                      <a:pt x="209" y="842"/>
                      <a:pt x="261" y="842"/>
                    </a:cubicBezTo>
                    <a:lnTo>
                      <a:pt x="773" y="84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640" name="Google Shape;640;p11"/>
          <p:cNvGrpSpPr/>
          <p:nvPr/>
        </p:nvGrpSpPr>
        <p:grpSpPr>
          <a:xfrm>
            <a:off x="4248234" y="3952726"/>
            <a:ext cx="672000" cy="672000"/>
            <a:chOff x="4248234" y="3952726"/>
            <a:chExt cx="672000" cy="672000"/>
          </a:xfrm>
        </p:grpSpPr>
        <p:sp>
          <p:nvSpPr>
            <p:cNvPr id="641" name="Google Shape;641;p11"/>
            <p:cNvSpPr/>
            <p:nvPr/>
          </p:nvSpPr>
          <p:spPr>
            <a:xfrm>
              <a:off x="4248234" y="3952726"/>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42" name="Google Shape;642;p11"/>
            <p:cNvGrpSpPr/>
            <p:nvPr/>
          </p:nvGrpSpPr>
          <p:grpSpPr>
            <a:xfrm>
              <a:off x="4373918" y="4102705"/>
              <a:ext cx="420625" cy="372044"/>
              <a:chOff x="3574080" y="2643480"/>
              <a:chExt cx="467724" cy="413704"/>
            </a:xfrm>
          </p:grpSpPr>
          <p:sp>
            <p:nvSpPr>
              <p:cNvPr id="643" name="Google Shape;643;p11"/>
              <p:cNvSpPr/>
              <p:nvPr/>
            </p:nvSpPr>
            <p:spPr>
              <a:xfrm>
                <a:off x="3574080" y="2816640"/>
                <a:ext cx="467724" cy="240544"/>
              </a:xfrm>
              <a:custGeom>
                <a:rect b="b" l="l" r="r" t="t"/>
                <a:pathLst>
                  <a:path extrusionOk="0" h="506" w="987">
                    <a:moveTo>
                      <a:pt x="631" y="371"/>
                    </a:moveTo>
                    <a:lnTo>
                      <a:pt x="355" y="371"/>
                    </a:lnTo>
                    <a:lnTo>
                      <a:pt x="493" y="192"/>
                    </a:lnTo>
                    <a:lnTo>
                      <a:pt x="631" y="371"/>
                    </a:lnTo>
                    <a:moveTo>
                      <a:pt x="958" y="0"/>
                    </a:moveTo>
                    <a:lnTo>
                      <a:pt x="28" y="0"/>
                    </a:lnTo>
                    <a:cubicBezTo>
                      <a:pt x="13" y="0"/>
                      <a:pt x="0" y="13"/>
                      <a:pt x="0" y="29"/>
                    </a:cubicBezTo>
                    <a:cubicBezTo>
                      <a:pt x="0" y="45"/>
                      <a:pt x="13" y="58"/>
                      <a:pt x="28" y="58"/>
                    </a:cubicBezTo>
                    <a:lnTo>
                      <a:pt x="351" y="58"/>
                    </a:lnTo>
                    <a:cubicBezTo>
                      <a:pt x="361" y="107"/>
                      <a:pt x="396" y="147"/>
                      <a:pt x="442" y="164"/>
                    </a:cubicBezTo>
                    <a:lnTo>
                      <a:pt x="282" y="371"/>
                    </a:lnTo>
                    <a:lnTo>
                      <a:pt x="262" y="371"/>
                    </a:lnTo>
                    <a:cubicBezTo>
                      <a:pt x="214" y="371"/>
                      <a:pt x="175" y="409"/>
                      <a:pt x="175" y="457"/>
                    </a:cubicBezTo>
                    <a:lnTo>
                      <a:pt x="175" y="477"/>
                    </a:lnTo>
                    <a:cubicBezTo>
                      <a:pt x="175" y="493"/>
                      <a:pt x="188" y="506"/>
                      <a:pt x="204" y="506"/>
                    </a:cubicBezTo>
                    <a:lnTo>
                      <a:pt x="782" y="506"/>
                    </a:lnTo>
                    <a:cubicBezTo>
                      <a:pt x="798" y="506"/>
                      <a:pt x="811" y="493"/>
                      <a:pt x="811" y="477"/>
                    </a:cubicBezTo>
                    <a:lnTo>
                      <a:pt x="811" y="457"/>
                    </a:lnTo>
                    <a:cubicBezTo>
                      <a:pt x="811" y="409"/>
                      <a:pt x="772" y="371"/>
                      <a:pt x="724" y="371"/>
                    </a:cubicBezTo>
                    <a:lnTo>
                      <a:pt x="704" y="371"/>
                    </a:lnTo>
                    <a:lnTo>
                      <a:pt x="545" y="164"/>
                    </a:lnTo>
                    <a:cubicBezTo>
                      <a:pt x="590" y="147"/>
                      <a:pt x="625" y="107"/>
                      <a:pt x="635" y="58"/>
                    </a:cubicBezTo>
                    <a:lnTo>
                      <a:pt x="958" y="58"/>
                    </a:lnTo>
                    <a:cubicBezTo>
                      <a:pt x="974" y="58"/>
                      <a:pt x="987" y="45"/>
                      <a:pt x="987" y="29"/>
                    </a:cubicBezTo>
                    <a:cubicBezTo>
                      <a:pt x="987" y="13"/>
                      <a:pt x="974" y="0"/>
                      <a:pt x="9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44" name="Google Shape;644;p11"/>
              <p:cNvSpPr/>
              <p:nvPr/>
            </p:nvSpPr>
            <p:spPr>
              <a:xfrm>
                <a:off x="3588480" y="2732040"/>
                <a:ext cx="145800" cy="64080"/>
              </a:xfrm>
              <a:custGeom>
                <a:rect b="b" l="l" r="r" t="t"/>
                <a:pathLst>
                  <a:path extrusionOk="0" h="178" w="405">
                    <a:moveTo>
                      <a:pt x="405" y="168"/>
                    </a:moveTo>
                    <a:cubicBezTo>
                      <a:pt x="405" y="98"/>
                      <a:pt x="370" y="37"/>
                      <a:pt x="316" y="0"/>
                    </a:cubicBezTo>
                    <a:cubicBezTo>
                      <a:pt x="285" y="27"/>
                      <a:pt x="246" y="43"/>
                      <a:pt x="202" y="43"/>
                    </a:cubicBezTo>
                    <a:cubicBezTo>
                      <a:pt x="159" y="43"/>
                      <a:pt x="119" y="27"/>
                      <a:pt x="89" y="0"/>
                    </a:cubicBezTo>
                    <a:cubicBezTo>
                      <a:pt x="35" y="37"/>
                      <a:pt x="0" y="98"/>
                      <a:pt x="0" y="168"/>
                    </a:cubicBezTo>
                    <a:lnTo>
                      <a:pt x="0" y="178"/>
                    </a:lnTo>
                    <a:lnTo>
                      <a:pt x="405" y="178"/>
                    </a:lnTo>
                    <a:lnTo>
                      <a:pt x="405" y="168"/>
                    </a:lnTo>
                    <a:close/>
                  </a:path>
                </a:pathLst>
              </a:custGeom>
              <a:solidFill>
                <a:schemeClr val="accent6"/>
              </a:solidFill>
              <a:ln>
                <a:noFill/>
              </a:ln>
            </p:spPr>
            <p:txBody>
              <a:bodyPr anchorCtr="1" anchor="ctr" bIns="19075" lIns="90000" spcFirstLastPara="1" rIns="90000" wrap="square" tIns="190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45" name="Google Shape;645;p11"/>
              <p:cNvSpPr/>
              <p:nvPr/>
            </p:nvSpPr>
            <p:spPr>
              <a:xfrm>
                <a:off x="3768840" y="2747520"/>
                <a:ext cx="145800" cy="48600"/>
              </a:xfrm>
              <a:custGeom>
                <a:rect b="b" l="l" r="r" t="t"/>
                <a:pathLst>
                  <a:path extrusionOk="0" h="135" w="405">
                    <a:moveTo>
                      <a:pt x="68" y="135"/>
                    </a:moveTo>
                    <a:lnTo>
                      <a:pt x="338" y="135"/>
                    </a:lnTo>
                    <a:cubicBezTo>
                      <a:pt x="375" y="135"/>
                      <a:pt x="405" y="104"/>
                      <a:pt x="405" y="67"/>
                    </a:cubicBezTo>
                    <a:lnTo>
                      <a:pt x="405" y="0"/>
                    </a:lnTo>
                    <a:lnTo>
                      <a:pt x="0" y="0"/>
                    </a:lnTo>
                    <a:lnTo>
                      <a:pt x="0" y="67"/>
                    </a:lnTo>
                    <a:cubicBezTo>
                      <a:pt x="0" y="104"/>
                      <a:pt x="31" y="135"/>
                      <a:pt x="68" y="135"/>
                    </a:cubicBezTo>
                    <a:close/>
                  </a:path>
                </a:pathLst>
              </a:custGeom>
              <a:solidFill>
                <a:schemeClr val="accent6"/>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46" name="Google Shape;646;p11"/>
              <p:cNvSpPr/>
              <p:nvPr/>
            </p:nvSpPr>
            <p:spPr>
              <a:xfrm>
                <a:off x="3619800" y="2643480"/>
                <a:ext cx="83160" cy="83160"/>
              </a:xfrm>
              <a:custGeom>
                <a:rect b="b" l="l" r="r" t="t"/>
                <a:pathLst>
                  <a:path extrusionOk="0" h="231" w="231">
                    <a:moveTo>
                      <a:pt x="231" y="115"/>
                    </a:moveTo>
                    <a:cubicBezTo>
                      <a:pt x="231" y="179"/>
                      <a:pt x="179" y="231"/>
                      <a:pt x="115" y="231"/>
                    </a:cubicBezTo>
                    <a:cubicBezTo>
                      <a:pt x="52" y="231"/>
                      <a:pt x="0" y="179"/>
                      <a:pt x="0" y="115"/>
                    </a:cubicBezTo>
                    <a:cubicBezTo>
                      <a:pt x="0" y="51"/>
                      <a:pt x="52" y="0"/>
                      <a:pt x="115" y="0"/>
                    </a:cubicBezTo>
                    <a:cubicBezTo>
                      <a:pt x="146" y="0"/>
                      <a:pt x="176" y="12"/>
                      <a:pt x="197" y="33"/>
                    </a:cubicBezTo>
                    <a:cubicBezTo>
                      <a:pt x="219" y="55"/>
                      <a:pt x="231" y="85"/>
                      <a:pt x="231" y="115"/>
                    </a:cubicBezTo>
                    <a:close/>
                  </a:path>
                </a:pathLst>
              </a:custGeom>
              <a:solidFill>
                <a:schemeClr val="accent6"/>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47" name="Google Shape;647;p11"/>
              <p:cNvSpPr/>
              <p:nvPr/>
            </p:nvSpPr>
            <p:spPr>
              <a:xfrm>
                <a:off x="3768840" y="2643480"/>
                <a:ext cx="145800" cy="83160"/>
              </a:xfrm>
              <a:custGeom>
                <a:rect b="b" l="l" r="r" t="t"/>
                <a:pathLst>
                  <a:path extrusionOk="0" h="231" w="405">
                    <a:moveTo>
                      <a:pt x="251" y="115"/>
                    </a:moveTo>
                    <a:lnTo>
                      <a:pt x="155" y="115"/>
                    </a:lnTo>
                    <a:lnTo>
                      <a:pt x="155" y="67"/>
                    </a:lnTo>
                    <a:cubicBezTo>
                      <a:pt x="155" y="62"/>
                      <a:pt x="159" y="57"/>
                      <a:pt x="164" y="57"/>
                    </a:cubicBezTo>
                    <a:lnTo>
                      <a:pt x="241" y="57"/>
                    </a:lnTo>
                    <a:cubicBezTo>
                      <a:pt x="247" y="57"/>
                      <a:pt x="251" y="62"/>
                      <a:pt x="251" y="67"/>
                    </a:cubicBezTo>
                    <a:lnTo>
                      <a:pt x="251" y="115"/>
                    </a:lnTo>
                    <a:moveTo>
                      <a:pt x="405" y="183"/>
                    </a:moveTo>
                    <a:cubicBezTo>
                      <a:pt x="405" y="145"/>
                      <a:pt x="375" y="115"/>
                      <a:pt x="338" y="115"/>
                    </a:cubicBezTo>
                    <a:lnTo>
                      <a:pt x="309" y="115"/>
                    </a:lnTo>
                    <a:lnTo>
                      <a:pt x="309" y="67"/>
                    </a:lnTo>
                    <a:cubicBezTo>
                      <a:pt x="309" y="30"/>
                      <a:pt x="278" y="0"/>
                      <a:pt x="241" y="0"/>
                    </a:cubicBezTo>
                    <a:lnTo>
                      <a:pt x="164" y="0"/>
                    </a:lnTo>
                    <a:cubicBezTo>
                      <a:pt x="127" y="0"/>
                      <a:pt x="97" y="30"/>
                      <a:pt x="97" y="67"/>
                    </a:cubicBezTo>
                    <a:lnTo>
                      <a:pt x="97" y="115"/>
                    </a:lnTo>
                    <a:lnTo>
                      <a:pt x="68" y="115"/>
                    </a:lnTo>
                    <a:cubicBezTo>
                      <a:pt x="31" y="115"/>
                      <a:pt x="0" y="145"/>
                      <a:pt x="0" y="183"/>
                    </a:cubicBezTo>
                    <a:lnTo>
                      <a:pt x="0" y="231"/>
                    </a:lnTo>
                    <a:lnTo>
                      <a:pt x="405" y="231"/>
                    </a:lnTo>
                    <a:lnTo>
                      <a:pt x="405" y="183"/>
                    </a:lnTo>
                    <a:close/>
                  </a:path>
                </a:pathLst>
              </a:custGeom>
              <a:solidFill>
                <a:schemeClr val="accent6"/>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648" name="Google Shape;648;p11"/>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49" name="Shape 64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650" name="Shape 650"/>
        <p:cNvGrpSpPr/>
        <p:nvPr/>
      </p:nvGrpSpPr>
      <p:grpSpPr>
        <a:xfrm>
          <a:off x="0" y="0"/>
          <a:ext cx="0" cy="0"/>
          <a:chOff x="0" y="0"/>
          <a:chExt cx="0" cy="0"/>
        </a:xfrm>
      </p:grpSpPr>
      <p:grpSp>
        <p:nvGrpSpPr>
          <p:cNvPr id="651" name="Google Shape;651;p13"/>
          <p:cNvGrpSpPr/>
          <p:nvPr/>
        </p:nvGrpSpPr>
        <p:grpSpPr>
          <a:xfrm>
            <a:off x="-87450" y="-58650"/>
            <a:ext cx="9318900" cy="5260800"/>
            <a:chOff x="-87450" y="-58650"/>
            <a:chExt cx="9318900" cy="5260800"/>
          </a:xfrm>
        </p:grpSpPr>
        <p:grpSp>
          <p:nvGrpSpPr>
            <p:cNvPr id="652" name="Google Shape;652;p13"/>
            <p:cNvGrpSpPr/>
            <p:nvPr/>
          </p:nvGrpSpPr>
          <p:grpSpPr>
            <a:xfrm>
              <a:off x="129563" y="-58650"/>
              <a:ext cx="8884875" cy="5260800"/>
              <a:chOff x="129563" y="-58650"/>
              <a:chExt cx="8884875" cy="5260800"/>
            </a:xfrm>
          </p:grpSpPr>
          <p:cxnSp>
            <p:nvCxnSpPr>
              <p:cNvPr id="653" name="Google Shape;653;p13"/>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54" name="Google Shape;654;p13"/>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55" name="Google Shape;655;p13"/>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56" name="Google Shape;656;p13"/>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57" name="Google Shape;657;p13"/>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58" name="Google Shape;658;p13"/>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59" name="Google Shape;659;p13"/>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0" name="Google Shape;660;p13"/>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1" name="Google Shape;661;p13"/>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2" name="Google Shape;662;p13"/>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3" name="Google Shape;663;p13"/>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4" name="Google Shape;664;p13"/>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5" name="Google Shape;665;p13"/>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6" name="Google Shape;666;p13"/>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7" name="Google Shape;667;p13"/>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8" name="Google Shape;668;p13"/>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69" name="Google Shape;669;p13"/>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0" name="Google Shape;670;p13"/>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1" name="Google Shape;671;p13"/>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2" name="Google Shape;672;p13"/>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3" name="Google Shape;673;p13"/>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4" name="Google Shape;674;p13"/>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5" name="Google Shape;675;p13"/>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6" name="Google Shape;676;p13"/>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7" name="Google Shape;677;p13"/>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8" name="Google Shape;678;p13"/>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79" name="Google Shape;679;p13"/>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80" name="Google Shape;680;p13"/>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681" name="Google Shape;681;p13"/>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682" name="Google Shape;682;p13"/>
            <p:cNvGrpSpPr/>
            <p:nvPr/>
          </p:nvGrpSpPr>
          <p:grpSpPr>
            <a:xfrm>
              <a:off x="-87450" y="171125"/>
              <a:ext cx="9318900" cy="4801250"/>
              <a:chOff x="-87450" y="281675"/>
              <a:chExt cx="9318900" cy="4801250"/>
            </a:xfrm>
          </p:grpSpPr>
          <p:cxnSp>
            <p:nvCxnSpPr>
              <p:cNvPr id="683" name="Google Shape;683;p13"/>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84" name="Google Shape;684;p13"/>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85" name="Google Shape;685;p13"/>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86" name="Google Shape;686;p13"/>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87" name="Google Shape;687;p13"/>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88" name="Google Shape;688;p13"/>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89" name="Google Shape;689;p13"/>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0" name="Google Shape;690;p13"/>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1" name="Google Shape;691;p13"/>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2" name="Google Shape;692;p13"/>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3" name="Google Shape;693;p13"/>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4" name="Google Shape;694;p13"/>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5" name="Google Shape;695;p13"/>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6" name="Google Shape;696;p13"/>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7" name="Google Shape;697;p13"/>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698" name="Google Shape;698;p13"/>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699" name="Google Shape;699;p13"/>
          <p:cNvPicPr preferRelativeResize="0"/>
          <p:nvPr/>
        </p:nvPicPr>
        <p:blipFill>
          <a:blip r:embed="rId2">
            <a:alphaModFix/>
          </a:blip>
          <a:stretch>
            <a:fillRect/>
          </a:stretch>
        </p:blipFill>
        <p:spPr>
          <a:xfrm rot="-5400000">
            <a:off x="5107989" y="539500"/>
            <a:ext cx="7462422" cy="4064500"/>
          </a:xfrm>
          <a:prstGeom prst="rect">
            <a:avLst/>
          </a:prstGeom>
          <a:noFill/>
          <a:ln>
            <a:noFill/>
          </a:ln>
        </p:spPr>
      </p:pic>
      <p:grpSp>
        <p:nvGrpSpPr>
          <p:cNvPr id="700" name="Google Shape;700;p13"/>
          <p:cNvGrpSpPr/>
          <p:nvPr/>
        </p:nvGrpSpPr>
        <p:grpSpPr>
          <a:xfrm>
            <a:off x="8097025" y="550550"/>
            <a:ext cx="667512" cy="667512"/>
            <a:chOff x="7973575" y="363825"/>
            <a:chExt cx="914400" cy="914400"/>
          </a:xfrm>
        </p:grpSpPr>
        <p:sp>
          <p:nvSpPr>
            <p:cNvPr id="701" name="Google Shape;701;p13"/>
            <p:cNvSpPr/>
            <p:nvPr/>
          </p:nvSpPr>
          <p:spPr>
            <a:xfrm>
              <a:off x="7973575" y="363825"/>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702" name="Google Shape;702;p13"/>
            <p:cNvGrpSpPr/>
            <p:nvPr/>
          </p:nvGrpSpPr>
          <p:grpSpPr>
            <a:xfrm>
              <a:off x="8156458" y="546706"/>
              <a:ext cx="548652" cy="548634"/>
              <a:chOff x="3562200" y="1137240"/>
              <a:chExt cx="378720" cy="380520"/>
            </a:xfrm>
          </p:grpSpPr>
          <p:sp>
            <p:nvSpPr>
              <p:cNvPr id="703" name="Google Shape;703;p13"/>
              <p:cNvSpPr/>
              <p:nvPr/>
            </p:nvSpPr>
            <p:spPr>
              <a:xfrm>
                <a:off x="3586680" y="1353600"/>
                <a:ext cx="329760" cy="164160"/>
              </a:xfrm>
              <a:custGeom>
                <a:rect b="b" l="l" r="r" t="t"/>
                <a:pathLst>
                  <a:path extrusionOk="0" h="456" w="916">
                    <a:moveTo>
                      <a:pt x="830" y="18"/>
                    </a:moveTo>
                    <a:lnTo>
                      <a:pt x="620" y="18"/>
                    </a:lnTo>
                    <a:cubicBezTo>
                      <a:pt x="606" y="95"/>
                      <a:pt x="539" y="153"/>
                      <a:pt x="458" y="153"/>
                    </a:cubicBezTo>
                    <a:cubicBezTo>
                      <a:pt x="378" y="153"/>
                      <a:pt x="310" y="95"/>
                      <a:pt x="296" y="18"/>
                    </a:cubicBezTo>
                    <a:lnTo>
                      <a:pt x="87" y="18"/>
                    </a:lnTo>
                    <a:cubicBezTo>
                      <a:pt x="56" y="18"/>
                      <a:pt x="27" y="12"/>
                      <a:pt x="0" y="0"/>
                    </a:cubicBezTo>
                    <a:lnTo>
                      <a:pt x="0" y="70"/>
                    </a:lnTo>
                    <a:cubicBezTo>
                      <a:pt x="0" y="87"/>
                      <a:pt x="14" y="101"/>
                      <a:pt x="31" y="101"/>
                    </a:cubicBezTo>
                    <a:lnTo>
                      <a:pt x="94" y="101"/>
                    </a:lnTo>
                    <a:cubicBezTo>
                      <a:pt x="102" y="129"/>
                      <a:pt x="114" y="156"/>
                      <a:pt x="129" y="181"/>
                    </a:cubicBezTo>
                    <a:lnTo>
                      <a:pt x="83" y="227"/>
                    </a:lnTo>
                    <a:cubicBezTo>
                      <a:pt x="71" y="239"/>
                      <a:pt x="71" y="259"/>
                      <a:pt x="83" y="271"/>
                    </a:cubicBezTo>
                    <a:lnTo>
                      <a:pt x="185" y="373"/>
                    </a:lnTo>
                    <a:cubicBezTo>
                      <a:pt x="197" y="385"/>
                      <a:pt x="217" y="385"/>
                      <a:pt x="229" y="373"/>
                    </a:cubicBezTo>
                    <a:lnTo>
                      <a:pt x="278" y="324"/>
                    </a:lnTo>
                    <a:cubicBezTo>
                      <a:pt x="302" y="337"/>
                      <a:pt x="328" y="348"/>
                      <a:pt x="355" y="355"/>
                    </a:cubicBezTo>
                    <a:lnTo>
                      <a:pt x="355" y="425"/>
                    </a:lnTo>
                    <a:cubicBezTo>
                      <a:pt x="355" y="442"/>
                      <a:pt x="369" y="456"/>
                      <a:pt x="386" y="456"/>
                    </a:cubicBezTo>
                    <a:lnTo>
                      <a:pt x="530" y="456"/>
                    </a:lnTo>
                    <a:cubicBezTo>
                      <a:pt x="547" y="456"/>
                      <a:pt x="561" y="442"/>
                      <a:pt x="561" y="425"/>
                    </a:cubicBezTo>
                    <a:lnTo>
                      <a:pt x="561" y="355"/>
                    </a:lnTo>
                    <a:cubicBezTo>
                      <a:pt x="588" y="348"/>
                      <a:pt x="614" y="337"/>
                      <a:pt x="638" y="324"/>
                    </a:cubicBezTo>
                    <a:lnTo>
                      <a:pt x="687" y="373"/>
                    </a:lnTo>
                    <a:cubicBezTo>
                      <a:pt x="699" y="385"/>
                      <a:pt x="719" y="385"/>
                      <a:pt x="731" y="373"/>
                    </a:cubicBezTo>
                    <a:lnTo>
                      <a:pt x="833" y="271"/>
                    </a:lnTo>
                    <a:cubicBezTo>
                      <a:pt x="845" y="259"/>
                      <a:pt x="845" y="239"/>
                      <a:pt x="833" y="227"/>
                    </a:cubicBezTo>
                    <a:lnTo>
                      <a:pt x="787" y="181"/>
                    </a:lnTo>
                    <a:cubicBezTo>
                      <a:pt x="802" y="156"/>
                      <a:pt x="814" y="129"/>
                      <a:pt x="823" y="101"/>
                    </a:cubicBezTo>
                    <a:lnTo>
                      <a:pt x="885" y="101"/>
                    </a:lnTo>
                    <a:cubicBezTo>
                      <a:pt x="902" y="101"/>
                      <a:pt x="916" y="87"/>
                      <a:pt x="916" y="70"/>
                    </a:cubicBezTo>
                    <a:lnTo>
                      <a:pt x="916" y="0"/>
                    </a:lnTo>
                    <a:cubicBezTo>
                      <a:pt x="890" y="12"/>
                      <a:pt x="860" y="18"/>
                      <a:pt x="830" y="1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4" name="Google Shape;704;p13"/>
              <p:cNvSpPr/>
              <p:nvPr/>
            </p:nvSpPr>
            <p:spPr>
              <a:xfrm>
                <a:off x="3562200" y="1137240"/>
                <a:ext cx="378720" cy="200880"/>
              </a:xfrm>
              <a:custGeom>
                <a:rect b="b" l="l" r="r" t="t"/>
                <a:pathLst>
                  <a:path extrusionOk="0" h="558" w="1052">
                    <a:moveTo>
                      <a:pt x="911" y="249"/>
                    </a:moveTo>
                    <a:cubicBezTo>
                      <a:pt x="885" y="200"/>
                      <a:pt x="835" y="168"/>
                      <a:pt x="779" y="166"/>
                    </a:cubicBezTo>
                    <a:cubicBezTo>
                      <a:pt x="760" y="82"/>
                      <a:pt x="686" y="21"/>
                      <a:pt x="598" y="21"/>
                    </a:cubicBezTo>
                    <a:cubicBezTo>
                      <a:pt x="552" y="21"/>
                      <a:pt x="510" y="38"/>
                      <a:pt x="476" y="67"/>
                    </a:cubicBezTo>
                    <a:cubicBezTo>
                      <a:pt x="436" y="25"/>
                      <a:pt x="379" y="0"/>
                      <a:pt x="320" y="0"/>
                    </a:cubicBezTo>
                    <a:cubicBezTo>
                      <a:pt x="200" y="0"/>
                      <a:pt x="103" y="98"/>
                      <a:pt x="103" y="217"/>
                    </a:cubicBezTo>
                    <a:cubicBezTo>
                      <a:pt x="103" y="230"/>
                      <a:pt x="104" y="243"/>
                      <a:pt x="107" y="256"/>
                    </a:cubicBezTo>
                    <a:cubicBezTo>
                      <a:pt x="82" y="264"/>
                      <a:pt x="59" y="278"/>
                      <a:pt x="41" y="298"/>
                    </a:cubicBezTo>
                    <a:cubicBezTo>
                      <a:pt x="15" y="326"/>
                      <a:pt x="0" y="364"/>
                      <a:pt x="0" y="403"/>
                    </a:cubicBezTo>
                    <a:cubicBezTo>
                      <a:pt x="0" y="488"/>
                      <a:pt x="69" y="558"/>
                      <a:pt x="155" y="558"/>
                    </a:cubicBezTo>
                    <a:lnTo>
                      <a:pt x="495" y="558"/>
                    </a:lnTo>
                    <a:lnTo>
                      <a:pt x="495" y="374"/>
                    </a:lnTo>
                    <a:lnTo>
                      <a:pt x="465" y="404"/>
                    </a:lnTo>
                    <a:cubicBezTo>
                      <a:pt x="453" y="416"/>
                      <a:pt x="434" y="416"/>
                      <a:pt x="422" y="404"/>
                    </a:cubicBezTo>
                    <a:cubicBezTo>
                      <a:pt x="410" y="392"/>
                      <a:pt x="410" y="372"/>
                      <a:pt x="422" y="360"/>
                    </a:cubicBezTo>
                    <a:lnTo>
                      <a:pt x="504" y="278"/>
                    </a:lnTo>
                    <a:cubicBezTo>
                      <a:pt x="516" y="266"/>
                      <a:pt x="536" y="266"/>
                      <a:pt x="548" y="278"/>
                    </a:cubicBezTo>
                    <a:lnTo>
                      <a:pt x="631" y="360"/>
                    </a:lnTo>
                    <a:cubicBezTo>
                      <a:pt x="643" y="372"/>
                      <a:pt x="643" y="392"/>
                      <a:pt x="631" y="404"/>
                    </a:cubicBezTo>
                    <a:cubicBezTo>
                      <a:pt x="618" y="416"/>
                      <a:pt x="599" y="416"/>
                      <a:pt x="587" y="404"/>
                    </a:cubicBezTo>
                    <a:lnTo>
                      <a:pt x="557" y="374"/>
                    </a:lnTo>
                    <a:lnTo>
                      <a:pt x="557" y="558"/>
                    </a:lnTo>
                    <a:lnTo>
                      <a:pt x="898" y="558"/>
                    </a:lnTo>
                    <a:cubicBezTo>
                      <a:pt x="983" y="558"/>
                      <a:pt x="1052" y="488"/>
                      <a:pt x="1052" y="403"/>
                    </a:cubicBezTo>
                    <a:cubicBezTo>
                      <a:pt x="1052" y="322"/>
                      <a:pt x="990" y="255"/>
                      <a:pt x="911" y="24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705" name="Google Shape;705;p13"/>
          <p:cNvSpPr txBox="1"/>
          <p:nvPr>
            <p:ph type="title"/>
          </p:nvPr>
        </p:nvSpPr>
        <p:spPr>
          <a:xfrm>
            <a:off x="1648301" y="1507564"/>
            <a:ext cx="2194500" cy="7758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1800">
                <a:solidFill>
                  <a:schemeClr val="lt1"/>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06" name="Google Shape;706;p13"/>
          <p:cNvSpPr txBox="1"/>
          <p:nvPr>
            <p:ph idx="2" type="title"/>
          </p:nvPr>
        </p:nvSpPr>
        <p:spPr>
          <a:xfrm>
            <a:off x="5239625" y="1507564"/>
            <a:ext cx="2194500" cy="7758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1800">
                <a:solidFill>
                  <a:schemeClr val="lt1"/>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07" name="Google Shape;707;p13"/>
          <p:cNvSpPr txBox="1"/>
          <p:nvPr>
            <p:ph idx="1" type="subTitle"/>
          </p:nvPr>
        </p:nvSpPr>
        <p:spPr>
          <a:xfrm>
            <a:off x="1648303" y="2168050"/>
            <a:ext cx="219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08" name="Google Shape;708;p13"/>
          <p:cNvSpPr txBox="1"/>
          <p:nvPr>
            <p:ph idx="3" type="subTitle"/>
          </p:nvPr>
        </p:nvSpPr>
        <p:spPr>
          <a:xfrm>
            <a:off x="5239627" y="2168050"/>
            <a:ext cx="219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09" name="Google Shape;709;p13"/>
          <p:cNvSpPr txBox="1"/>
          <p:nvPr>
            <p:ph idx="4" type="title"/>
          </p:nvPr>
        </p:nvSpPr>
        <p:spPr>
          <a:xfrm>
            <a:off x="1648301" y="3032064"/>
            <a:ext cx="2194500" cy="7758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1800">
                <a:solidFill>
                  <a:schemeClr val="lt1"/>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10" name="Google Shape;710;p13"/>
          <p:cNvSpPr txBox="1"/>
          <p:nvPr>
            <p:ph idx="5" type="title"/>
          </p:nvPr>
        </p:nvSpPr>
        <p:spPr>
          <a:xfrm>
            <a:off x="5239625" y="3032064"/>
            <a:ext cx="2194500" cy="7758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1800">
                <a:solidFill>
                  <a:schemeClr val="lt1"/>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11" name="Google Shape;711;p13"/>
          <p:cNvSpPr txBox="1"/>
          <p:nvPr>
            <p:ph idx="6" type="subTitle"/>
          </p:nvPr>
        </p:nvSpPr>
        <p:spPr>
          <a:xfrm>
            <a:off x="1648327" y="3692550"/>
            <a:ext cx="219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12" name="Google Shape;712;p13"/>
          <p:cNvSpPr txBox="1"/>
          <p:nvPr>
            <p:ph idx="7" type="subTitle"/>
          </p:nvPr>
        </p:nvSpPr>
        <p:spPr>
          <a:xfrm>
            <a:off x="5239631" y="3692550"/>
            <a:ext cx="219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13" name="Google Shape;713;p13"/>
          <p:cNvSpPr txBox="1"/>
          <p:nvPr>
            <p:ph hasCustomPrompt="1" idx="8" type="title"/>
          </p:nvPr>
        </p:nvSpPr>
        <p:spPr>
          <a:xfrm>
            <a:off x="720010" y="1723337"/>
            <a:ext cx="775800" cy="77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714" name="Google Shape;714;p13"/>
          <p:cNvSpPr txBox="1"/>
          <p:nvPr>
            <p:ph hasCustomPrompt="1" idx="9" type="title"/>
          </p:nvPr>
        </p:nvSpPr>
        <p:spPr>
          <a:xfrm>
            <a:off x="720010" y="3250237"/>
            <a:ext cx="775800" cy="77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715" name="Google Shape;715;p13"/>
          <p:cNvSpPr txBox="1"/>
          <p:nvPr>
            <p:ph hasCustomPrompt="1" idx="13" type="title"/>
          </p:nvPr>
        </p:nvSpPr>
        <p:spPr>
          <a:xfrm>
            <a:off x="4311460" y="1723337"/>
            <a:ext cx="775800" cy="77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716" name="Google Shape;716;p13"/>
          <p:cNvSpPr txBox="1"/>
          <p:nvPr>
            <p:ph hasCustomPrompt="1" idx="14" type="title"/>
          </p:nvPr>
        </p:nvSpPr>
        <p:spPr>
          <a:xfrm>
            <a:off x="4311460" y="3250237"/>
            <a:ext cx="775800" cy="77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717" name="Google Shape;717;p13"/>
          <p:cNvSpPr txBox="1"/>
          <p:nvPr>
            <p:ph idx="15"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18" name="Google Shape;718;p13"/>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
  <p:cSld name="CUSTOM_4">
    <p:spTree>
      <p:nvGrpSpPr>
        <p:cNvPr id="719" name="Shape 719"/>
        <p:cNvGrpSpPr/>
        <p:nvPr/>
      </p:nvGrpSpPr>
      <p:grpSpPr>
        <a:xfrm>
          <a:off x="0" y="0"/>
          <a:ext cx="0" cy="0"/>
          <a:chOff x="0" y="0"/>
          <a:chExt cx="0" cy="0"/>
        </a:xfrm>
      </p:grpSpPr>
      <p:grpSp>
        <p:nvGrpSpPr>
          <p:cNvPr id="720" name="Google Shape;720;p14"/>
          <p:cNvGrpSpPr/>
          <p:nvPr/>
        </p:nvGrpSpPr>
        <p:grpSpPr>
          <a:xfrm>
            <a:off x="-87450" y="-58650"/>
            <a:ext cx="9318900" cy="5260800"/>
            <a:chOff x="-87450" y="-58650"/>
            <a:chExt cx="9318900" cy="5260800"/>
          </a:xfrm>
        </p:grpSpPr>
        <p:grpSp>
          <p:nvGrpSpPr>
            <p:cNvPr id="721" name="Google Shape;721;p14"/>
            <p:cNvGrpSpPr/>
            <p:nvPr/>
          </p:nvGrpSpPr>
          <p:grpSpPr>
            <a:xfrm>
              <a:off x="129563" y="-58650"/>
              <a:ext cx="8884875" cy="5260800"/>
              <a:chOff x="129563" y="-58650"/>
              <a:chExt cx="8884875" cy="5260800"/>
            </a:xfrm>
          </p:grpSpPr>
          <p:cxnSp>
            <p:nvCxnSpPr>
              <p:cNvPr id="722" name="Google Shape;722;p14"/>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3" name="Google Shape;723;p14"/>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4" name="Google Shape;724;p14"/>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5" name="Google Shape;725;p14"/>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6" name="Google Shape;726;p14"/>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7" name="Google Shape;727;p14"/>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8" name="Google Shape;728;p14"/>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29" name="Google Shape;729;p14"/>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0" name="Google Shape;730;p14"/>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1" name="Google Shape;731;p14"/>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2" name="Google Shape;732;p14"/>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3" name="Google Shape;733;p14"/>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4" name="Google Shape;734;p14"/>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5" name="Google Shape;735;p14"/>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6" name="Google Shape;736;p14"/>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7" name="Google Shape;737;p14"/>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8" name="Google Shape;738;p14"/>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39" name="Google Shape;739;p14"/>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0" name="Google Shape;740;p14"/>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1" name="Google Shape;741;p14"/>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2" name="Google Shape;742;p14"/>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3" name="Google Shape;743;p14"/>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4" name="Google Shape;744;p14"/>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5" name="Google Shape;745;p14"/>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6" name="Google Shape;746;p14"/>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7" name="Google Shape;747;p14"/>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8" name="Google Shape;748;p14"/>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49" name="Google Shape;749;p14"/>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50" name="Google Shape;750;p14"/>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751" name="Google Shape;751;p14"/>
            <p:cNvGrpSpPr/>
            <p:nvPr/>
          </p:nvGrpSpPr>
          <p:grpSpPr>
            <a:xfrm>
              <a:off x="-87450" y="171125"/>
              <a:ext cx="9318900" cy="4801250"/>
              <a:chOff x="-87450" y="281675"/>
              <a:chExt cx="9318900" cy="4801250"/>
            </a:xfrm>
          </p:grpSpPr>
          <p:cxnSp>
            <p:nvCxnSpPr>
              <p:cNvPr id="752" name="Google Shape;752;p14"/>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3" name="Google Shape;753;p14"/>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4" name="Google Shape;754;p14"/>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5" name="Google Shape;755;p14"/>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6" name="Google Shape;756;p14"/>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7" name="Google Shape;757;p14"/>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8" name="Google Shape;758;p14"/>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59" name="Google Shape;759;p14"/>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0" name="Google Shape;760;p14"/>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1" name="Google Shape;761;p14"/>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2" name="Google Shape;762;p14"/>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3" name="Google Shape;763;p14"/>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4" name="Google Shape;764;p14"/>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5" name="Google Shape;765;p14"/>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6" name="Google Shape;766;p14"/>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767" name="Google Shape;767;p14"/>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768" name="Google Shape;768;p14"/>
          <p:cNvPicPr preferRelativeResize="0"/>
          <p:nvPr/>
        </p:nvPicPr>
        <p:blipFill>
          <a:blip r:embed="rId2">
            <a:alphaModFix/>
          </a:blip>
          <a:stretch>
            <a:fillRect/>
          </a:stretch>
        </p:blipFill>
        <p:spPr>
          <a:xfrm flipH="1" rot="10800000">
            <a:off x="840789" y="-1213100"/>
            <a:ext cx="7462422" cy="4064500"/>
          </a:xfrm>
          <a:prstGeom prst="rect">
            <a:avLst/>
          </a:prstGeom>
          <a:noFill/>
          <a:ln>
            <a:noFill/>
          </a:ln>
        </p:spPr>
      </p:pic>
      <p:sp>
        <p:nvSpPr>
          <p:cNvPr id="769" name="Google Shape;769;p14"/>
          <p:cNvSpPr txBox="1"/>
          <p:nvPr>
            <p:ph hasCustomPrompt="1" type="title"/>
          </p:nvPr>
        </p:nvSpPr>
        <p:spPr>
          <a:xfrm>
            <a:off x="1033525" y="689124"/>
            <a:ext cx="3376200" cy="8259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10000"/>
              <a:buNone/>
              <a:defRPr sz="45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770" name="Google Shape;770;p14"/>
          <p:cNvSpPr txBox="1"/>
          <p:nvPr>
            <p:ph idx="1" type="subTitle"/>
          </p:nvPr>
        </p:nvSpPr>
        <p:spPr>
          <a:xfrm>
            <a:off x="1033525" y="1602909"/>
            <a:ext cx="33762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71" name="Google Shape;771;p14"/>
          <p:cNvSpPr txBox="1"/>
          <p:nvPr>
            <p:ph hasCustomPrompt="1" idx="2" type="title"/>
          </p:nvPr>
        </p:nvSpPr>
        <p:spPr>
          <a:xfrm>
            <a:off x="4734275" y="689124"/>
            <a:ext cx="3376200" cy="8259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10000"/>
              <a:buNone/>
              <a:defRPr sz="45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772" name="Google Shape;772;p14"/>
          <p:cNvSpPr txBox="1"/>
          <p:nvPr>
            <p:ph idx="3" type="subTitle"/>
          </p:nvPr>
        </p:nvSpPr>
        <p:spPr>
          <a:xfrm>
            <a:off x="4734275" y="1602909"/>
            <a:ext cx="33762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73" name="Google Shape;773;p14"/>
          <p:cNvSpPr txBox="1"/>
          <p:nvPr>
            <p:ph hasCustomPrompt="1" idx="4" type="title"/>
          </p:nvPr>
        </p:nvSpPr>
        <p:spPr>
          <a:xfrm>
            <a:off x="4734275" y="3041099"/>
            <a:ext cx="3376200" cy="8259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10000"/>
              <a:buNone/>
              <a:defRPr sz="45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774" name="Google Shape;774;p14"/>
          <p:cNvSpPr txBox="1"/>
          <p:nvPr>
            <p:ph idx="5" type="subTitle"/>
          </p:nvPr>
        </p:nvSpPr>
        <p:spPr>
          <a:xfrm>
            <a:off x="4734275" y="3954884"/>
            <a:ext cx="33762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75" name="Google Shape;775;p14"/>
          <p:cNvSpPr txBox="1"/>
          <p:nvPr>
            <p:ph hasCustomPrompt="1" idx="6" type="title"/>
          </p:nvPr>
        </p:nvSpPr>
        <p:spPr>
          <a:xfrm>
            <a:off x="1033525" y="3041099"/>
            <a:ext cx="3376200" cy="8259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10000"/>
              <a:buNone/>
              <a:defRPr sz="45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776" name="Google Shape;776;p14"/>
          <p:cNvSpPr txBox="1"/>
          <p:nvPr>
            <p:ph idx="7" type="subTitle"/>
          </p:nvPr>
        </p:nvSpPr>
        <p:spPr>
          <a:xfrm>
            <a:off x="1033525" y="3954884"/>
            <a:ext cx="33762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6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777" name="Google Shape;777;p14"/>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778" name="Shape 778"/>
        <p:cNvGrpSpPr/>
        <p:nvPr/>
      </p:nvGrpSpPr>
      <p:grpSpPr>
        <a:xfrm>
          <a:off x="0" y="0"/>
          <a:ext cx="0" cy="0"/>
          <a:chOff x="0" y="0"/>
          <a:chExt cx="0" cy="0"/>
        </a:xfrm>
      </p:grpSpPr>
      <p:grpSp>
        <p:nvGrpSpPr>
          <p:cNvPr id="779" name="Google Shape;779;p15"/>
          <p:cNvGrpSpPr/>
          <p:nvPr/>
        </p:nvGrpSpPr>
        <p:grpSpPr>
          <a:xfrm>
            <a:off x="-87450" y="-58650"/>
            <a:ext cx="9318900" cy="5260800"/>
            <a:chOff x="-87450" y="-58650"/>
            <a:chExt cx="9318900" cy="5260800"/>
          </a:xfrm>
        </p:grpSpPr>
        <p:grpSp>
          <p:nvGrpSpPr>
            <p:cNvPr id="780" name="Google Shape;780;p15"/>
            <p:cNvGrpSpPr/>
            <p:nvPr/>
          </p:nvGrpSpPr>
          <p:grpSpPr>
            <a:xfrm>
              <a:off x="129563" y="-58650"/>
              <a:ext cx="8884875" cy="5260800"/>
              <a:chOff x="129563" y="-58650"/>
              <a:chExt cx="8884875" cy="5260800"/>
            </a:xfrm>
          </p:grpSpPr>
          <p:cxnSp>
            <p:nvCxnSpPr>
              <p:cNvPr id="781" name="Google Shape;781;p15"/>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2" name="Google Shape;782;p15"/>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3" name="Google Shape;783;p15"/>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4" name="Google Shape;784;p15"/>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5" name="Google Shape;785;p15"/>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6" name="Google Shape;786;p15"/>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7" name="Google Shape;787;p15"/>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8" name="Google Shape;788;p15"/>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89" name="Google Shape;789;p15"/>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0" name="Google Shape;790;p15"/>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1" name="Google Shape;791;p15"/>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2" name="Google Shape;792;p15"/>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3" name="Google Shape;793;p15"/>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4" name="Google Shape;794;p15"/>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5" name="Google Shape;795;p15"/>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6" name="Google Shape;796;p15"/>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7" name="Google Shape;797;p15"/>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8" name="Google Shape;798;p15"/>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799" name="Google Shape;799;p15"/>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0" name="Google Shape;800;p15"/>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1" name="Google Shape;801;p15"/>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2" name="Google Shape;802;p15"/>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3" name="Google Shape;803;p15"/>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4" name="Google Shape;804;p15"/>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5" name="Google Shape;805;p15"/>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6" name="Google Shape;806;p15"/>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7" name="Google Shape;807;p15"/>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8" name="Google Shape;808;p15"/>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09" name="Google Shape;809;p15"/>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810" name="Google Shape;810;p15"/>
            <p:cNvGrpSpPr/>
            <p:nvPr/>
          </p:nvGrpSpPr>
          <p:grpSpPr>
            <a:xfrm>
              <a:off x="-87450" y="171125"/>
              <a:ext cx="9318900" cy="4801250"/>
              <a:chOff x="-87450" y="281675"/>
              <a:chExt cx="9318900" cy="4801250"/>
            </a:xfrm>
          </p:grpSpPr>
          <p:cxnSp>
            <p:nvCxnSpPr>
              <p:cNvPr id="811" name="Google Shape;811;p15"/>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2" name="Google Shape;812;p15"/>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3" name="Google Shape;813;p15"/>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4" name="Google Shape;814;p15"/>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5" name="Google Shape;815;p15"/>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6" name="Google Shape;816;p15"/>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7" name="Google Shape;817;p15"/>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8" name="Google Shape;818;p15"/>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19" name="Google Shape;819;p15"/>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0" name="Google Shape;820;p15"/>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1" name="Google Shape;821;p15"/>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2" name="Google Shape;822;p15"/>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3" name="Google Shape;823;p15"/>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4" name="Google Shape;824;p15"/>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5" name="Google Shape;825;p15"/>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26" name="Google Shape;826;p15"/>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827" name="Google Shape;827;p15"/>
          <p:cNvPicPr preferRelativeResize="0"/>
          <p:nvPr/>
        </p:nvPicPr>
        <p:blipFill>
          <a:blip r:embed="rId2">
            <a:alphaModFix/>
          </a:blip>
          <a:stretch>
            <a:fillRect/>
          </a:stretch>
        </p:blipFill>
        <p:spPr>
          <a:xfrm flipH="1" rot="5400000">
            <a:off x="-3017986" y="539500"/>
            <a:ext cx="7462422" cy="4064500"/>
          </a:xfrm>
          <a:prstGeom prst="rect">
            <a:avLst/>
          </a:prstGeom>
          <a:noFill/>
          <a:ln>
            <a:noFill/>
          </a:ln>
        </p:spPr>
      </p:pic>
      <p:sp>
        <p:nvSpPr>
          <p:cNvPr id="828" name="Google Shape;828;p15"/>
          <p:cNvSpPr txBox="1"/>
          <p:nvPr>
            <p:ph type="title"/>
          </p:nvPr>
        </p:nvSpPr>
        <p:spPr>
          <a:xfrm>
            <a:off x="1206950" y="1560700"/>
            <a:ext cx="2878500" cy="443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9" name="Google Shape;829;p15"/>
          <p:cNvSpPr txBox="1"/>
          <p:nvPr>
            <p:ph idx="2" type="title"/>
          </p:nvPr>
        </p:nvSpPr>
        <p:spPr>
          <a:xfrm>
            <a:off x="5058542" y="1560700"/>
            <a:ext cx="2878500" cy="443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 name="Google Shape;830;p15"/>
          <p:cNvSpPr txBox="1"/>
          <p:nvPr>
            <p:ph idx="1" type="subTitle"/>
          </p:nvPr>
        </p:nvSpPr>
        <p:spPr>
          <a:xfrm>
            <a:off x="1206950" y="2003800"/>
            <a:ext cx="2878500" cy="8202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831" name="Google Shape;831;p15"/>
          <p:cNvSpPr txBox="1"/>
          <p:nvPr>
            <p:ph idx="3" type="subTitle"/>
          </p:nvPr>
        </p:nvSpPr>
        <p:spPr>
          <a:xfrm>
            <a:off x="5058528" y="2003800"/>
            <a:ext cx="2878500" cy="8202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832" name="Google Shape;832;p15"/>
          <p:cNvSpPr txBox="1"/>
          <p:nvPr>
            <p:ph idx="4" type="title"/>
          </p:nvPr>
        </p:nvSpPr>
        <p:spPr>
          <a:xfrm>
            <a:off x="1206950" y="3095092"/>
            <a:ext cx="2878500" cy="443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3" name="Google Shape;833;p15"/>
          <p:cNvSpPr txBox="1"/>
          <p:nvPr>
            <p:ph idx="5" type="title"/>
          </p:nvPr>
        </p:nvSpPr>
        <p:spPr>
          <a:xfrm>
            <a:off x="5058542" y="3095092"/>
            <a:ext cx="2878500" cy="443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4" name="Google Shape;834;p15"/>
          <p:cNvSpPr txBox="1"/>
          <p:nvPr>
            <p:ph idx="6" type="subTitle"/>
          </p:nvPr>
        </p:nvSpPr>
        <p:spPr>
          <a:xfrm>
            <a:off x="1206950" y="3538300"/>
            <a:ext cx="2878500" cy="8202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835" name="Google Shape;835;p15"/>
          <p:cNvSpPr txBox="1"/>
          <p:nvPr>
            <p:ph idx="7" type="subTitle"/>
          </p:nvPr>
        </p:nvSpPr>
        <p:spPr>
          <a:xfrm>
            <a:off x="5058528" y="3538300"/>
            <a:ext cx="2878500" cy="8202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836" name="Google Shape;836;p15"/>
          <p:cNvSpPr txBox="1"/>
          <p:nvPr>
            <p:ph idx="8"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837" name="Google Shape;837;p15"/>
          <p:cNvGrpSpPr/>
          <p:nvPr/>
        </p:nvGrpSpPr>
        <p:grpSpPr>
          <a:xfrm>
            <a:off x="8068550" y="543532"/>
            <a:ext cx="667500" cy="667500"/>
            <a:chOff x="8068550" y="543532"/>
            <a:chExt cx="667500" cy="667500"/>
          </a:xfrm>
        </p:grpSpPr>
        <p:sp>
          <p:nvSpPr>
            <p:cNvPr id="838" name="Google Shape;838;p15"/>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839" name="Google Shape;839;p15"/>
            <p:cNvGrpSpPr/>
            <p:nvPr/>
          </p:nvGrpSpPr>
          <p:grpSpPr>
            <a:xfrm>
              <a:off x="8205620" y="680604"/>
              <a:ext cx="393345" cy="393345"/>
              <a:chOff x="6098760" y="2636280"/>
              <a:chExt cx="369720" cy="369720"/>
            </a:xfrm>
          </p:grpSpPr>
          <p:sp>
            <p:nvSpPr>
              <p:cNvPr id="840" name="Google Shape;840;p15"/>
              <p:cNvSpPr/>
              <p:nvPr/>
            </p:nvSpPr>
            <p:spPr>
              <a:xfrm>
                <a:off x="6163920" y="2708280"/>
                <a:ext cx="122760" cy="115560"/>
              </a:xfrm>
              <a:custGeom>
                <a:rect b="b" l="l" r="r" t="t"/>
                <a:pathLst>
                  <a:path extrusionOk="0" h="321" w="341">
                    <a:moveTo>
                      <a:pt x="205" y="0"/>
                    </a:moveTo>
                    <a:cubicBezTo>
                      <a:pt x="163" y="38"/>
                      <a:pt x="108" y="60"/>
                      <a:pt x="50" y="60"/>
                    </a:cubicBezTo>
                    <a:lnTo>
                      <a:pt x="0" y="60"/>
                    </a:lnTo>
                    <a:lnTo>
                      <a:pt x="0" y="151"/>
                    </a:lnTo>
                    <a:cubicBezTo>
                      <a:pt x="0" y="196"/>
                      <a:pt x="17" y="239"/>
                      <a:pt x="50" y="271"/>
                    </a:cubicBezTo>
                    <a:cubicBezTo>
                      <a:pt x="82" y="303"/>
                      <a:pt x="125" y="321"/>
                      <a:pt x="170" y="321"/>
                    </a:cubicBezTo>
                    <a:cubicBezTo>
                      <a:pt x="216" y="321"/>
                      <a:pt x="259" y="303"/>
                      <a:pt x="291" y="271"/>
                    </a:cubicBezTo>
                    <a:cubicBezTo>
                      <a:pt x="323" y="239"/>
                      <a:pt x="341" y="196"/>
                      <a:pt x="341" y="151"/>
                    </a:cubicBezTo>
                    <a:lnTo>
                      <a:pt x="341" y="60"/>
                    </a:lnTo>
                    <a:lnTo>
                      <a:pt x="331" y="60"/>
                    </a:lnTo>
                    <a:cubicBezTo>
                      <a:pt x="281" y="60"/>
                      <a:pt x="235" y="38"/>
                      <a:pt x="20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1" name="Google Shape;841;p15"/>
              <p:cNvSpPr/>
              <p:nvPr/>
            </p:nvSpPr>
            <p:spPr>
              <a:xfrm>
                <a:off x="6134760" y="2636280"/>
                <a:ext cx="151920" cy="72000"/>
              </a:xfrm>
              <a:custGeom>
                <a:rect b="b" l="l" r="r" t="t"/>
                <a:pathLst>
                  <a:path extrusionOk="0" h="200" w="422">
                    <a:moveTo>
                      <a:pt x="101" y="200"/>
                    </a:moveTo>
                    <a:lnTo>
                      <a:pt x="131" y="200"/>
                    </a:lnTo>
                    <a:cubicBezTo>
                      <a:pt x="184" y="200"/>
                      <a:pt x="235" y="175"/>
                      <a:pt x="267" y="132"/>
                    </a:cubicBezTo>
                    <a:cubicBezTo>
                      <a:pt x="273" y="124"/>
                      <a:pt x="284" y="119"/>
                      <a:pt x="294" y="120"/>
                    </a:cubicBezTo>
                    <a:cubicBezTo>
                      <a:pt x="304" y="121"/>
                      <a:pt x="314" y="127"/>
                      <a:pt x="318" y="137"/>
                    </a:cubicBezTo>
                    <a:lnTo>
                      <a:pt x="322" y="145"/>
                    </a:lnTo>
                    <a:cubicBezTo>
                      <a:pt x="339" y="179"/>
                      <a:pt x="374" y="200"/>
                      <a:pt x="412" y="200"/>
                    </a:cubicBezTo>
                    <a:lnTo>
                      <a:pt x="422" y="200"/>
                    </a:lnTo>
                    <a:lnTo>
                      <a:pt x="422" y="90"/>
                    </a:lnTo>
                    <a:cubicBezTo>
                      <a:pt x="422" y="40"/>
                      <a:pt x="381" y="0"/>
                      <a:pt x="331" y="0"/>
                    </a:cubicBezTo>
                    <a:lnTo>
                      <a:pt x="101" y="0"/>
                    </a:lnTo>
                    <a:cubicBezTo>
                      <a:pt x="45" y="0"/>
                      <a:pt x="0" y="44"/>
                      <a:pt x="0" y="100"/>
                    </a:cubicBezTo>
                    <a:cubicBezTo>
                      <a:pt x="0" y="155"/>
                      <a:pt x="45" y="200"/>
                      <a:pt x="101" y="200"/>
                    </a:cubicBezTo>
                    <a:close/>
                  </a:path>
                </a:pathLst>
              </a:custGeom>
              <a:solidFill>
                <a:schemeClr val="accent6"/>
              </a:solidFill>
              <a:ln>
                <a:noFill/>
              </a:ln>
            </p:spPr>
            <p:txBody>
              <a:bodyPr anchorCtr="1" anchor="ctr" bIns="27000" lIns="90000" spcFirstLastPara="1" rIns="90000" wrap="square" tIns="27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2" name="Google Shape;842;p15"/>
              <p:cNvSpPr/>
              <p:nvPr/>
            </p:nvSpPr>
            <p:spPr>
              <a:xfrm>
                <a:off x="6199920" y="2841480"/>
                <a:ext cx="50400" cy="47520"/>
              </a:xfrm>
              <a:custGeom>
                <a:rect b="b" l="l" r="r" t="t"/>
                <a:pathLst>
                  <a:path extrusionOk="0" h="132" w="140">
                    <a:moveTo>
                      <a:pt x="0" y="0"/>
                    </a:moveTo>
                    <a:lnTo>
                      <a:pt x="0" y="61"/>
                    </a:lnTo>
                    <a:cubicBezTo>
                      <a:pt x="0" y="100"/>
                      <a:pt x="31" y="132"/>
                      <a:pt x="70" y="132"/>
                    </a:cubicBezTo>
                    <a:cubicBezTo>
                      <a:pt x="109" y="132"/>
                      <a:pt x="140" y="100"/>
                      <a:pt x="140" y="61"/>
                    </a:cubicBezTo>
                    <a:lnTo>
                      <a:pt x="140" y="0"/>
                    </a:lnTo>
                    <a:cubicBezTo>
                      <a:pt x="118" y="8"/>
                      <a:pt x="94" y="11"/>
                      <a:pt x="70" y="11"/>
                    </a:cubicBezTo>
                    <a:cubicBezTo>
                      <a:pt x="46" y="11"/>
                      <a:pt x="22" y="8"/>
                      <a:pt x="0" y="0"/>
                    </a:cubicBezTo>
                    <a:close/>
                  </a:path>
                </a:pathLst>
              </a:custGeom>
              <a:solidFill>
                <a:schemeClr val="accent6"/>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3" name="Google Shape;843;p15"/>
              <p:cNvSpPr/>
              <p:nvPr/>
            </p:nvSpPr>
            <p:spPr>
              <a:xfrm>
                <a:off x="6393960" y="2954880"/>
                <a:ext cx="20880" cy="42480"/>
              </a:xfrm>
              <a:custGeom>
                <a:rect b="b" l="l" r="r" t="t"/>
                <a:pathLst>
                  <a:path extrusionOk="0" h="118" w="58">
                    <a:moveTo>
                      <a:pt x="29" y="118"/>
                    </a:moveTo>
                    <a:cubicBezTo>
                      <a:pt x="39" y="105"/>
                      <a:pt x="55" y="65"/>
                      <a:pt x="58" y="0"/>
                    </a:cubicBezTo>
                    <a:lnTo>
                      <a:pt x="0" y="0"/>
                    </a:lnTo>
                    <a:cubicBezTo>
                      <a:pt x="4" y="65"/>
                      <a:pt x="19" y="105"/>
                      <a:pt x="29" y="118"/>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4" name="Google Shape;844;p15"/>
              <p:cNvSpPr/>
              <p:nvPr/>
            </p:nvSpPr>
            <p:spPr>
              <a:xfrm>
                <a:off x="6393960" y="2890800"/>
                <a:ext cx="20880" cy="42480"/>
              </a:xfrm>
              <a:custGeom>
                <a:rect b="b" l="l" r="r" t="t"/>
                <a:pathLst>
                  <a:path extrusionOk="0" h="118" w="58">
                    <a:moveTo>
                      <a:pt x="0" y="118"/>
                    </a:moveTo>
                    <a:lnTo>
                      <a:pt x="58" y="118"/>
                    </a:lnTo>
                    <a:cubicBezTo>
                      <a:pt x="55" y="52"/>
                      <a:pt x="39" y="12"/>
                      <a:pt x="29" y="0"/>
                    </a:cubicBezTo>
                    <a:cubicBezTo>
                      <a:pt x="19" y="12"/>
                      <a:pt x="4" y="52"/>
                      <a:pt x="0" y="118"/>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5" name="Google Shape;845;p15"/>
              <p:cNvSpPr/>
              <p:nvPr/>
            </p:nvSpPr>
            <p:spPr>
              <a:xfrm>
                <a:off x="6424560" y="2882160"/>
                <a:ext cx="43920" cy="51120"/>
              </a:xfrm>
              <a:custGeom>
                <a:rect b="b" l="l" r="r" t="t"/>
                <a:pathLst>
                  <a:path extrusionOk="0" h="142" w="122">
                    <a:moveTo>
                      <a:pt x="122" y="142"/>
                    </a:moveTo>
                    <a:cubicBezTo>
                      <a:pt x="111" y="75"/>
                      <a:pt x="63" y="21"/>
                      <a:pt x="0" y="0"/>
                    </a:cubicBezTo>
                    <a:cubicBezTo>
                      <a:pt x="20" y="34"/>
                      <a:pt x="31" y="87"/>
                      <a:pt x="34" y="142"/>
                    </a:cubicBezTo>
                    <a:lnTo>
                      <a:pt x="122" y="142"/>
                    </a:ln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6" name="Google Shape;846;p15"/>
              <p:cNvSpPr/>
              <p:nvPr/>
            </p:nvSpPr>
            <p:spPr>
              <a:xfrm>
                <a:off x="6340320" y="2882160"/>
                <a:ext cx="43920" cy="51120"/>
              </a:xfrm>
              <a:custGeom>
                <a:rect b="b" l="l" r="r" t="t"/>
                <a:pathLst>
                  <a:path extrusionOk="0" h="142" w="122">
                    <a:moveTo>
                      <a:pt x="0" y="142"/>
                    </a:moveTo>
                    <a:lnTo>
                      <a:pt x="89" y="142"/>
                    </a:lnTo>
                    <a:cubicBezTo>
                      <a:pt x="92" y="87"/>
                      <a:pt x="102" y="34"/>
                      <a:pt x="122" y="0"/>
                    </a:cubicBezTo>
                    <a:cubicBezTo>
                      <a:pt x="59" y="21"/>
                      <a:pt x="11" y="75"/>
                      <a:pt x="0" y="142"/>
                    </a:cubicBez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7" name="Google Shape;847;p15"/>
              <p:cNvSpPr/>
              <p:nvPr/>
            </p:nvSpPr>
            <p:spPr>
              <a:xfrm>
                <a:off x="6340320" y="2954880"/>
                <a:ext cx="43920" cy="51120"/>
              </a:xfrm>
              <a:custGeom>
                <a:rect b="b" l="l" r="r" t="t"/>
                <a:pathLst>
                  <a:path extrusionOk="0" h="142" w="122">
                    <a:moveTo>
                      <a:pt x="0" y="0"/>
                    </a:moveTo>
                    <a:cubicBezTo>
                      <a:pt x="11" y="67"/>
                      <a:pt x="59" y="121"/>
                      <a:pt x="122" y="142"/>
                    </a:cubicBezTo>
                    <a:cubicBezTo>
                      <a:pt x="102" y="107"/>
                      <a:pt x="92" y="55"/>
                      <a:pt x="89" y="0"/>
                    </a:cubicBezTo>
                    <a:lnTo>
                      <a:pt x="0" y="0"/>
                    </a:ln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8" name="Google Shape;848;p15"/>
              <p:cNvSpPr/>
              <p:nvPr/>
            </p:nvSpPr>
            <p:spPr>
              <a:xfrm>
                <a:off x="6424560" y="2954880"/>
                <a:ext cx="43920" cy="51120"/>
              </a:xfrm>
              <a:custGeom>
                <a:rect b="b" l="l" r="r" t="t"/>
                <a:pathLst>
                  <a:path extrusionOk="0" h="142" w="122">
                    <a:moveTo>
                      <a:pt x="0" y="142"/>
                    </a:moveTo>
                    <a:cubicBezTo>
                      <a:pt x="63" y="121"/>
                      <a:pt x="111" y="67"/>
                      <a:pt x="122" y="0"/>
                    </a:cubicBezTo>
                    <a:lnTo>
                      <a:pt x="34" y="0"/>
                    </a:lnTo>
                    <a:cubicBezTo>
                      <a:pt x="31" y="55"/>
                      <a:pt x="20" y="107"/>
                      <a:pt x="0" y="142"/>
                    </a:cubicBez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9" name="Google Shape;849;p15"/>
              <p:cNvSpPr/>
              <p:nvPr/>
            </p:nvSpPr>
            <p:spPr>
              <a:xfrm>
                <a:off x="6098760" y="2852640"/>
                <a:ext cx="245160" cy="153360"/>
              </a:xfrm>
              <a:custGeom>
                <a:rect b="b" l="l" r="r" t="t"/>
                <a:pathLst>
                  <a:path extrusionOk="0" h="426" w="681">
                    <a:moveTo>
                      <a:pt x="679" y="84"/>
                    </a:moveTo>
                    <a:cubicBezTo>
                      <a:pt x="671" y="71"/>
                      <a:pt x="662" y="59"/>
                      <a:pt x="651" y="49"/>
                    </a:cubicBezTo>
                    <a:cubicBezTo>
                      <a:pt x="619" y="17"/>
                      <a:pt x="576" y="0"/>
                      <a:pt x="532" y="0"/>
                    </a:cubicBezTo>
                    <a:lnTo>
                      <a:pt x="482" y="0"/>
                    </a:lnTo>
                    <a:lnTo>
                      <a:pt x="482" y="30"/>
                    </a:lnTo>
                    <a:cubicBezTo>
                      <a:pt x="482" y="102"/>
                      <a:pt x="423" y="161"/>
                      <a:pt x="351" y="161"/>
                    </a:cubicBezTo>
                    <a:cubicBezTo>
                      <a:pt x="279" y="161"/>
                      <a:pt x="221" y="102"/>
                      <a:pt x="221" y="30"/>
                    </a:cubicBezTo>
                    <a:lnTo>
                      <a:pt x="221" y="0"/>
                    </a:lnTo>
                    <a:lnTo>
                      <a:pt x="171" y="0"/>
                    </a:lnTo>
                    <a:cubicBezTo>
                      <a:pt x="77" y="0"/>
                      <a:pt x="0" y="77"/>
                      <a:pt x="0" y="171"/>
                    </a:cubicBezTo>
                    <a:lnTo>
                      <a:pt x="0" y="395"/>
                    </a:lnTo>
                    <a:cubicBezTo>
                      <a:pt x="0" y="412"/>
                      <a:pt x="14" y="426"/>
                      <a:pt x="30" y="426"/>
                    </a:cubicBezTo>
                    <a:lnTo>
                      <a:pt x="121" y="426"/>
                    </a:lnTo>
                    <a:lnTo>
                      <a:pt x="121" y="261"/>
                    </a:lnTo>
                    <a:cubicBezTo>
                      <a:pt x="121" y="244"/>
                      <a:pt x="134" y="231"/>
                      <a:pt x="151" y="231"/>
                    </a:cubicBezTo>
                    <a:cubicBezTo>
                      <a:pt x="167" y="231"/>
                      <a:pt x="181" y="244"/>
                      <a:pt x="181" y="261"/>
                    </a:cubicBezTo>
                    <a:lnTo>
                      <a:pt x="181" y="426"/>
                    </a:lnTo>
                    <a:lnTo>
                      <a:pt x="522" y="426"/>
                    </a:lnTo>
                    <a:lnTo>
                      <a:pt x="522" y="261"/>
                    </a:lnTo>
                    <a:cubicBezTo>
                      <a:pt x="522" y="244"/>
                      <a:pt x="535" y="231"/>
                      <a:pt x="552" y="231"/>
                    </a:cubicBezTo>
                    <a:cubicBezTo>
                      <a:pt x="568" y="231"/>
                      <a:pt x="582" y="244"/>
                      <a:pt x="582" y="261"/>
                    </a:cubicBezTo>
                    <a:lnTo>
                      <a:pt x="582" y="426"/>
                    </a:lnTo>
                    <a:lnTo>
                      <a:pt x="681" y="426"/>
                    </a:lnTo>
                    <a:cubicBezTo>
                      <a:pt x="636" y="382"/>
                      <a:pt x="608" y="321"/>
                      <a:pt x="608" y="254"/>
                    </a:cubicBezTo>
                    <a:cubicBezTo>
                      <a:pt x="608" y="188"/>
                      <a:pt x="635" y="128"/>
                      <a:pt x="679" y="8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850" name="Google Shape;850;p15"/>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851" name="Shape 851"/>
        <p:cNvGrpSpPr/>
        <p:nvPr/>
      </p:nvGrpSpPr>
      <p:grpSpPr>
        <a:xfrm>
          <a:off x="0" y="0"/>
          <a:ext cx="0" cy="0"/>
          <a:chOff x="0" y="0"/>
          <a:chExt cx="0" cy="0"/>
        </a:xfrm>
      </p:grpSpPr>
      <p:grpSp>
        <p:nvGrpSpPr>
          <p:cNvPr id="852" name="Google Shape;852;p16"/>
          <p:cNvGrpSpPr/>
          <p:nvPr/>
        </p:nvGrpSpPr>
        <p:grpSpPr>
          <a:xfrm>
            <a:off x="-87450" y="-58650"/>
            <a:ext cx="9318900" cy="5260800"/>
            <a:chOff x="-87450" y="-58650"/>
            <a:chExt cx="9318900" cy="5260800"/>
          </a:xfrm>
        </p:grpSpPr>
        <p:grpSp>
          <p:nvGrpSpPr>
            <p:cNvPr id="853" name="Google Shape;853;p16"/>
            <p:cNvGrpSpPr/>
            <p:nvPr/>
          </p:nvGrpSpPr>
          <p:grpSpPr>
            <a:xfrm>
              <a:off x="129563" y="-58650"/>
              <a:ext cx="8884875" cy="5260800"/>
              <a:chOff x="129563" y="-58650"/>
              <a:chExt cx="8884875" cy="5260800"/>
            </a:xfrm>
          </p:grpSpPr>
          <p:cxnSp>
            <p:nvCxnSpPr>
              <p:cNvPr id="854" name="Google Shape;854;p16"/>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55" name="Google Shape;855;p16"/>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56" name="Google Shape;856;p16"/>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57" name="Google Shape;857;p16"/>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58" name="Google Shape;858;p16"/>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59" name="Google Shape;859;p16"/>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0" name="Google Shape;860;p16"/>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1" name="Google Shape;861;p16"/>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2" name="Google Shape;862;p16"/>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3" name="Google Shape;863;p16"/>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4" name="Google Shape;864;p16"/>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5" name="Google Shape;865;p16"/>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6" name="Google Shape;866;p16"/>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7" name="Google Shape;867;p16"/>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8" name="Google Shape;868;p16"/>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69" name="Google Shape;869;p16"/>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0" name="Google Shape;870;p16"/>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1" name="Google Shape;871;p16"/>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2" name="Google Shape;872;p16"/>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3" name="Google Shape;873;p16"/>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4" name="Google Shape;874;p16"/>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5" name="Google Shape;875;p16"/>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6" name="Google Shape;876;p16"/>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7" name="Google Shape;877;p16"/>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8" name="Google Shape;878;p16"/>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79" name="Google Shape;879;p16"/>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80" name="Google Shape;880;p16"/>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81" name="Google Shape;881;p16"/>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882" name="Google Shape;882;p16"/>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883" name="Google Shape;883;p16"/>
            <p:cNvGrpSpPr/>
            <p:nvPr/>
          </p:nvGrpSpPr>
          <p:grpSpPr>
            <a:xfrm>
              <a:off x="-87450" y="171125"/>
              <a:ext cx="9318900" cy="4801250"/>
              <a:chOff x="-87450" y="281675"/>
              <a:chExt cx="9318900" cy="4801250"/>
            </a:xfrm>
          </p:grpSpPr>
          <p:cxnSp>
            <p:nvCxnSpPr>
              <p:cNvPr id="884" name="Google Shape;884;p16"/>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85" name="Google Shape;885;p16"/>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86" name="Google Shape;886;p16"/>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87" name="Google Shape;887;p16"/>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88" name="Google Shape;888;p16"/>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89" name="Google Shape;889;p16"/>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0" name="Google Shape;890;p16"/>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1" name="Google Shape;891;p16"/>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2" name="Google Shape;892;p16"/>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3" name="Google Shape;893;p16"/>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4" name="Google Shape;894;p16"/>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5" name="Google Shape;895;p16"/>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6" name="Google Shape;896;p16"/>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7" name="Google Shape;897;p16"/>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8" name="Google Shape;898;p16"/>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899" name="Google Shape;899;p16"/>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900" name="Google Shape;900;p16"/>
          <p:cNvPicPr preferRelativeResize="0"/>
          <p:nvPr/>
        </p:nvPicPr>
        <p:blipFill>
          <a:blip r:embed="rId2">
            <a:alphaModFix/>
          </a:blip>
          <a:stretch>
            <a:fillRect/>
          </a:stretch>
        </p:blipFill>
        <p:spPr>
          <a:xfrm flipH="1" rot="5400000">
            <a:off x="-3017986" y="539500"/>
            <a:ext cx="7462422" cy="4064500"/>
          </a:xfrm>
          <a:prstGeom prst="rect">
            <a:avLst/>
          </a:prstGeom>
          <a:noFill/>
          <a:ln>
            <a:noFill/>
          </a:ln>
        </p:spPr>
      </p:pic>
      <p:sp>
        <p:nvSpPr>
          <p:cNvPr id="901" name="Google Shape;901;p16"/>
          <p:cNvSpPr txBox="1"/>
          <p:nvPr>
            <p:ph type="title"/>
          </p:nvPr>
        </p:nvSpPr>
        <p:spPr>
          <a:xfrm>
            <a:off x="720000" y="1523623"/>
            <a:ext cx="2263200" cy="54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2" name="Google Shape;902;p16"/>
          <p:cNvSpPr txBox="1"/>
          <p:nvPr>
            <p:ph idx="2" type="title"/>
          </p:nvPr>
        </p:nvSpPr>
        <p:spPr>
          <a:xfrm>
            <a:off x="3440470" y="1523623"/>
            <a:ext cx="2263200" cy="54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 name="Google Shape;903;p16"/>
          <p:cNvSpPr txBox="1"/>
          <p:nvPr>
            <p:ph idx="1" type="subTitle"/>
          </p:nvPr>
        </p:nvSpPr>
        <p:spPr>
          <a:xfrm>
            <a:off x="720000" y="2065848"/>
            <a:ext cx="2263200" cy="7113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rgbClr val="242424"/>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904" name="Google Shape;904;p16"/>
          <p:cNvSpPr txBox="1"/>
          <p:nvPr>
            <p:ph idx="3" type="subTitle"/>
          </p:nvPr>
        </p:nvSpPr>
        <p:spPr>
          <a:xfrm>
            <a:off x="3440461" y="2065848"/>
            <a:ext cx="2263200" cy="7113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rgbClr val="242424"/>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905" name="Google Shape;905;p16"/>
          <p:cNvSpPr txBox="1"/>
          <p:nvPr>
            <p:ph idx="4" type="title"/>
          </p:nvPr>
        </p:nvSpPr>
        <p:spPr>
          <a:xfrm>
            <a:off x="720000" y="3177511"/>
            <a:ext cx="2263200" cy="54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6" name="Google Shape;906;p16"/>
          <p:cNvSpPr txBox="1"/>
          <p:nvPr>
            <p:ph idx="5" type="title"/>
          </p:nvPr>
        </p:nvSpPr>
        <p:spPr>
          <a:xfrm>
            <a:off x="3440470" y="3177511"/>
            <a:ext cx="2263200" cy="54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7" name="Google Shape;907;p16"/>
          <p:cNvSpPr txBox="1"/>
          <p:nvPr>
            <p:ph idx="6" type="subTitle"/>
          </p:nvPr>
        </p:nvSpPr>
        <p:spPr>
          <a:xfrm>
            <a:off x="720000" y="3719611"/>
            <a:ext cx="2263200" cy="7113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rgbClr val="242424"/>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908" name="Google Shape;908;p16"/>
          <p:cNvSpPr txBox="1"/>
          <p:nvPr>
            <p:ph idx="7" type="subTitle"/>
          </p:nvPr>
        </p:nvSpPr>
        <p:spPr>
          <a:xfrm>
            <a:off x="3440461" y="3719611"/>
            <a:ext cx="2263200" cy="7113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rgbClr val="242424"/>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909" name="Google Shape;909;p16"/>
          <p:cNvSpPr txBox="1"/>
          <p:nvPr>
            <p:ph idx="8" type="title"/>
          </p:nvPr>
        </p:nvSpPr>
        <p:spPr>
          <a:xfrm>
            <a:off x="6160945" y="1523623"/>
            <a:ext cx="2263200" cy="54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10" name="Google Shape;910;p16"/>
          <p:cNvSpPr txBox="1"/>
          <p:nvPr>
            <p:ph idx="9" type="subTitle"/>
          </p:nvPr>
        </p:nvSpPr>
        <p:spPr>
          <a:xfrm>
            <a:off x="6160927" y="2065848"/>
            <a:ext cx="2263200" cy="7113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rgbClr val="242424"/>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911" name="Google Shape;911;p16"/>
          <p:cNvSpPr txBox="1"/>
          <p:nvPr>
            <p:ph idx="13" type="title"/>
          </p:nvPr>
        </p:nvSpPr>
        <p:spPr>
          <a:xfrm>
            <a:off x="6160945" y="3177511"/>
            <a:ext cx="2263200" cy="54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12" name="Google Shape;912;p16"/>
          <p:cNvSpPr txBox="1"/>
          <p:nvPr>
            <p:ph idx="14" type="subTitle"/>
          </p:nvPr>
        </p:nvSpPr>
        <p:spPr>
          <a:xfrm>
            <a:off x="6160927" y="3719611"/>
            <a:ext cx="2263200" cy="7113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rgbClr val="242424"/>
                </a:solidFill>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913" name="Google Shape;913;p16"/>
          <p:cNvSpPr txBox="1"/>
          <p:nvPr>
            <p:ph idx="15"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914" name="Google Shape;914;p16"/>
          <p:cNvGrpSpPr/>
          <p:nvPr/>
        </p:nvGrpSpPr>
        <p:grpSpPr>
          <a:xfrm>
            <a:off x="8068550" y="543532"/>
            <a:ext cx="667500" cy="667500"/>
            <a:chOff x="8068550" y="543532"/>
            <a:chExt cx="667500" cy="667500"/>
          </a:xfrm>
        </p:grpSpPr>
        <p:sp>
          <p:nvSpPr>
            <p:cNvPr id="915" name="Google Shape;915;p16"/>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916" name="Google Shape;916;p16"/>
            <p:cNvGrpSpPr/>
            <p:nvPr/>
          </p:nvGrpSpPr>
          <p:grpSpPr>
            <a:xfrm>
              <a:off x="8183312" y="658071"/>
              <a:ext cx="437986" cy="438396"/>
              <a:chOff x="5276880" y="2628360"/>
              <a:chExt cx="384840" cy="385200"/>
            </a:xfrm>
          </p:grpSpPr>
          <p:sp>
            <p:nvSpPr>
              <p:cNvPr id="917" name="Google Shape;917;p16"/>
              <p:cNvSpPr/>
              <p:nvPr/>
            </p:nvSpPr>
            <p:spPr>
              <a:xfrm>
                <a:off x="5411880" y="2953440"/>
                <a:ext cx="249840" cy="60120"/>
              </a:xfrm>
              <a:custGeom>
                <a:rect b="b" l="l" r="r" t="t"/>
                <a:pathLst>
                  <a:path extrusionOk="0" h="167" w="694">
                    <a:moveTo>
                      <a:pt x="663" y="0"/>
                    </a:moveTo>
                    <a:lnTo>
                      <a:pt x="57" y="0"/>
                    </a:lnTo>
                    <a:cubicBezTo>
                      <a:pt x="40" y="0"/>
                      <a:pt x="26" y="14"/>
                      <a:pt x="26" y="31"/>
                    </a:cubicBezTo>
                    <a:lnTo>
                      <a:pt x="26" y="83"/>
                    </a:lnTo>
                    <a:cubicBezTo>
                      <a:pt x="26" y="114"/>
                      <a:pt x="16" y="143"/>
                      <a:pt x="0" y="167"/>
                    </a:cubicBezTo>
                    <a:lnTo>
                      <a:pt x="611" y="167"/>
                    </a:lnTo>
                    <a:cubicBezTo>
                      <a:pt x="657" y="167"/>
                      <a:pt x="694" y="129"/>
                      <a:pt x="694" y="83"/>
                    </a:cubicBezTo>
                    <a:lnTo>
                      <a:pt x="694" y="31"/>
                    </a:lnTo>
                    <a:cubicBezTo>
                      <a:pt x="694" y="14"/>
                      <a:pt x="680" y="0"/>
                      <a:pt x="663" y="0"/>
                    </a:cubicBezTo>
                    <a:close/>
                  </a:path>
                </a:pathLst>
              </a:custGeom>
              <a:solidFill>
                <a:schemeClr val="accent6"/>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18" name="Google Shape;918;p16"/>
              <p:cNvSpPr/>
              <p:nvPr/>
            </p:nvSpPr>
            <p:spPr>
              <a:xfrm>
                <a:off x="5306760" y="2722320"/>
                <a:ext cx="150480" cy="150480"/>
              </a:xfrm>
              <a:custGeom>
                <a:rect b="b" l="l" r="r" t="t"/>
                <a:pathLst>
                  <a:path extrusionOk="0" h="418" w="418">
                    <a:moveTo>
                      <a:pt x="418" y="209"/>
                    </a:moveTo>
                    <a:cubicBezTo>
                      <a:pt x="418" y="325"/>
                      <a:pt x="325" y="418"/>
                      <a:pt x="209" y="418"/>
                    </a:cubicBezTo>
                    <a:cubicBezTo>
                      <a:pt x="94" y="418"/>
                      <a:pt x="0" y="325"/>
                      <a:pt x="0" y="209"/>
                    </a:cubicBezTo>
                    <a:cubicBezTo>
                      <a:pt x="0" y="94"/>
                      <a:pt x="94" y="0"/>
                      <a:pt x="209" y="0"/>
                    </a:cubicBezTo>
                    <a:cubicBezTo>
                      <a:pt x="325" y="0"/>
                      <a:pt x="418" y="94"/>
                      <a:pt x="418" y="2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19" name="Google Shape;919;p16"/>
              <p:cNvSpPr/>
              <p:nvPr/>
            </p:nvSpPr>
            <p:spPr>
              <a:xfrm>
                <a:off x="5338440" y="2628360"/>
                <a:ext cx="278280" cy="385200"/>
              </a:xfrm>
              <a:custGeom>
                <a:rect b="b" l="l" r="r" t="t"/>
                <a:pathLst>
                  <a:path extrusionOk="0" h="1070" w="773">
                    <a:moveTo>
                      <a:pt x="491" y="188"/>
                    </a:moveTo>
                    <a:lnTo>
                      <a:pt x="282" y="188"/>
                    </a:lnTo>
                    <a:cubicBezTo>
                      <a:pt x="265" y="188"/>
                      <a:pt x="251" y="174"/>
                      <a:pt x="251" y="157"/>
                    </a:cubicBezTo>
                    <a:cubicBezTo>
                      <a:pt x="251" y="140"/>
                      <a:pt x="265" y="126"/>
                      <a:pt x="282" y="126"/>
                    </a:cubicBezTo>
                    <a:lnTo>
                      <a:pt x="491" y="126"/>
                    </a:lnTo>
                    <a:cubicBezTo>
                      <a:pt x="508" y="126"/>
                      <a:pt x="522" y="140"/>
                      <a:pt x="522" y="157"/>
                    </a:cubicBezTo>
                    <a:cubicBezTo>
                      <a:pt x="522" y="174"/>
                      <a:pt x="508" y="188"/>
                      <a:pt x="491" y="188"/>
                    </a:cubicBezTo>
                    <a:moveTo>
                      <a:pt x="773" y="840"/>
                    </a:moveTo>
                    <a:lnTo>
                      <a:pt x="773" y="32"/>
                    </a:lnTo>
                    <a:cubicBezTo>
                      <a:pt x="773" y="14"/>
                      <a:pt x="759" y="0"/>
                      <a:pt x="742" y="0"/>
                    </a:cubicBezTo>
                    <a:lnTo>
                      <a:pt x="31" y="0"/>
                    </a:lnTo>
                    <a:cubicBezTo>
                      <a:pt x="14" y="0"/>
                      <a:pt x="0" y="14"/>
                      <a:pt x="0" y="32"/>
                    </a:cubicBezTo>
                    <a:lnTo>
                      <a:pt x="0" y="227"/>
                    </a:lnTo>
                    <a:cubicBezTo>
                      <a:pt x="79" y="188"/>
                      <a:pt x="175" y="188"/>
                      <a:pt x="257" y="235"/>
                    </a:cubicBezTo>
                    <a:cubicBezTo>
                      <a:pt x="266" y="240"/>
                      <a:pt x="274" y="245"/>
                      <a:pt x="281" y="251"/>
                    </a:cubicBezTo>
                    <a:lnTo>
                      <a:pt x="616" y="251"/>
                    </a:lnTo>
                    <a:cubicBezTo>
                      <a:pt x="634" y="251"/>
                      <a:pt x="648" y="265"/>
                      <a:pt x="648" y="282"/>
                    </a:cubicBezTo>
                    <a:cubicBezTo>
                      <a:pt x="648" y="300"/>
                      <a:pt x="634" y="314"/>
                      <a:pt x="616" y="314"/>
                    </a:cubicBezTo>
                    <a:lnTo>
                      <a:pt x="343" y="314"/>
                    </a:lnTo>
                    <a:cubicBezTo>
                      <a:pt x="357" y="333"/>
                      <a:pt x="368" y="354"/>
                      <a:pt x="376" y="376"/>
                    </a:cubicBezTo>
                    <a:lnTo>
                      <a:pt x="616" y="376"/>
                    </a:lnTo>
                    <a:cubicBezTo>
                      <a:pt x="634" y="376"/>
                      <a:pt x="648" y="390"/>
                      <a:pt x="648" y="408"/>
                    </a:cubicBezTo>
                    <a:cubicBezTo>
                      <a:pt x="648" y="425"/>
                      <a:pt x="634" y="439"/>
                      <a:pt x="616" y="439"/>
                    </a:cubicBezTo>
                    <a:lnTo>
                      <a:pt x="391" y="439"/>
                    </a:lnTo>
                    <a:cubicBezTo>
                      <a:pt x="394" y="460"/>
                      <a:pt x="394" y="481"/>
                      <a:pt x="391" y="502"/>
                    </a:cubicBezTo>
                    <a:lnTo>
                      <a:pt x="616" y="502"/>
                    </a:lnTo>
                    <a:cubicBezTo>
                      <a:pt x="634" y="502"/>
                      <a:pt x="648" y="516"/>
                      <a:pt x="648" y="533"/>
                    </a:cubicBezTo>
                    <a:cubicBezTo>
                      <a:pt x="648" y="550"/>
                      <a:pt x="634" y="564"/>
                      <a:pt x="616" y="564"/>
                    </a:cubicBezTo>
                    <a:lnTo>
                      <a:pt x="376" y="564"/>
                    </a:lnTo>
                    <a:cubicBezTo>
                      <a:pt x="371" y="579"/>
                      <a:pt x="364" y="593"/>
                      <a:pt x="357" y="606"/>
                    </a:cubicBezTo>
                    <a:cubicBezTo>
                      <a:pt x="352" y="613"/>
                      <a:pt x="348" y="620"/>
                      <a:pt x="343" y="627"/>
                    </a:cubicBezTo>
                    <a:lnTo>
                      <a:pt x="616" y="627"/>
                    </a:lnTo>
                    <a:cubicBezTo>
                      <a:pt x="634" y="627"/>
                      <a:pt x="648" y="641"/>
                      <a:pt x="648" y="658"/>
                    </a:cubicBezTo>
                    <a:cubicBezTo>
                      <a:pt x="648" y="676"/>
                      <a:pt x="634" y="690"/>
                      <a:pt x="616" y="690"/>
                    </a:cubicBezTo>
                    <a:lnTo>
                      <a:pt x="282" y="690"/>
                    </a:lnTo>
                    <a:cubicBezTo>
                      <a:pt x="232" y="726"/>
                      <a:pt x="171" y="744"/>
                      <a:pt x="109" y="742"/>
                    </a:cubicBezTo>
                    <a:lnTo>
                      <a:pt x="0" y="931"/>
                    </a:lnTo>
                    <a:lnTo>
                      <a:pt x="0" y="986"/>
                    </a:lnTo>
                    <a:cubicBezTo>
                      <a:pt x="0" y="1032"/>
                      <a:pt x="38" y="1070"/>
                      <a:pt x="84" y="1070"/>
                    </a:cubicBezTo>
                    <a:cubicBezTo>
                      <a:pt x="130" y="1070"/>
                      <a:pt x="167" y="1032"/>
                      <a:pt x="167" y="986"/>
                    </a:cubicBezTo>
                    <a:lnTo>
                      <a:pt x="167" y="934"/>
                    </a:lnTo>
                    <a:cubicBezTo>
                      <a:pt x="167" y="882"/>
                      <a:pt x="209" y="840"/>
                      <a:pt x="261" y="840"/>
                    </a:cubicBezTo>
                    <a:lnTo>
                      <a:pt x="773" y="84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20" name="Google Shape;920;p16"/>
              <p:cNvSpPr/>
              <p:nvPr/>
            </p:nvSpPr>
            <p:spPr>
              <a:xfrm>
                <a:off x="5276880" y="2868840"/>
                <a:ext cx="77040" cy="94680"/>
              </a:xfrm>
              <a:custGeom>
                <a:rect b="b" l="l" r="r" t="t"/>
                <a:pathLst>
                  <a:path extrusionOk="0" h="263" w="214">
                    <a:moveTo>
                      <a:pt x="157" y="38"/>
                    </a:moveTo>
                    <a:cubicBezTo>
                      <a:pt x="138" y="27"/>
                      <a:pt x="121" y="14"/>
                      <a:pt x="106" y="0"/>
                    </a:cubicBezTo>
                    <a:lnTo>
                      <a:pt x="8" y="169"/>
                    </a:lnTo>
                    <a:cubicBezTo>
                      <a:pt x="-9" y="199"/>
                      <a:pt x="1" y="237"/>
                      <a:pt x="31" y="255"/>
                    </a:cubicBezTo>
                    <a:cubicBezTo>
                      <a:pt x="61" y="272"/>
                      <a:pt x="100" y="262"/>
                      <a:pt x="117" y="232"/>
                    </a:cubicBezTo>
                    <a:lnTo>
                      <a:pt x="214" y="63"/>
                    </a:lnTo>
                    <a:cubicBezTo>
                      <a:pt x="194" y="57"/>
                      <a:pt x="175" y="48"/>
                      <a:pt x="157" y="3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921" name="Google Shape;921;p16"/>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n columns">
  <p:cSld name="CUSTOM_9">
    <p:spTree>
      <p:nvGrpSpPr>
        <p:cNvPr id="922" name="Shape 922"/>
        <p:cNvGrpSpPr/>
        <p:nvPr/>
      </p:nvGrpSpPr>
      <p:grpSpPr>
        <a:xfrm>
          <a:off x="0" y="0"/>
          <a:ext cx="0" cy="0"/>
          <a:chOff x="0" y="0"/>
          <a:chExt cx="0" cy="0"/>
        </a:xfrm>
      </p:grpSpPr>
      <p:grpSp>
        <p:nvGrpSpPr>
          <p:cNvPr id="923" name="Google Shape;923;p17"/>
          <p:cNvGrpSpPr/>
          <p:nvPr/>
        </p:nvGrpSpPr>
        <p:grpSpPr>
          <a:xfrm>
            <a:off x="-87450" y="-58650"/>
            <a:ext cx="9318900" cy="5260800"/>
            <a:chOff x="-87450" y="-58650"/>
            <a:chExt cx="9318900" cy="5260800"/>
          </a:xfrm>
        </p:grpSpPr>
        <p:grpSp>
          <p:nvGrpSpPr>
            <p:cNvPr id="924" name="Google Shape;924;p17"/>
            <p:cNvGrpSpPr/>
            <p:nvPr/>
          </p:nvGrpSpPr>
          <p:grpSpPr>
            <a:xfrm>
              <a:off x="129563" y="-58650"/>
              <a:ext cx="8884875" cy="5260800"/>
              <a:chOff x="129563" y="-58650"/>
              <a:chExt cx="8884875" cy="5260800"/>
            </a:xfrm>
          </p:grpSpPr>
          <p:cxnSp>
            <p:nvCxnSpPr>
              <p:cNvPr id="925" name="Google Shape;925;p17"/>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26" name="Google Shape;926;p17"/>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27" name="Google Shape;927;p17"/>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28" name="Google Shape;928;p17"/>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29" name="Google Shape;929;p17"/>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0" name="Google Shape;930;p17"/>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1" name="Google Shape;931;p17"/>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2" name="Google Shape;932;p17"/>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3" name="Google Shape;933;p17"/>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4" name="Google Shape;934;p17"/>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5" name="Google Shape;935;p17"/>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6" name="Google Shape;936;p17"/>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7" name="Google Shape;937;p17"/>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8" name="Google Shape;938;p17"/>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39" name="Google Shape;939;p17"/>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0" name="Google Shape;940;p17"/>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1" name="Google Shape;941;p17"/>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2" name="Google Shape;942;p17"/>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3" name="Google Shape;943;p17"/>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4" name="Google Shape;944;p17"/>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5" name="Google Shape;945;p17"/>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6" name="Google Shape;946;p17"/>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7" name="Google Shape;947;p17"/>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8" name="Google Shape;948;p17"/>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49" name="Google Shape;949;p17"/>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50" name="Google Shape;950;p17"/>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51" name="Google Shape;951;p17"/>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52" name="Google Shape;952;p17"/>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53" name="Google Shape;953;p17"/>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954" name="Google Shape;954;p17"/>
            <p:cNvGrpSpPr/>
            <p:nvPr/>
          </p:nvGrpSpPr>
          <p:grpSpPr>
            <a:xfrm>
              <a:off x="-87450" y="171125"/>
              <a:ext cx="9318900" cy="4801250"/>
              <a:chOff x="-87450" y="281675"/>
              <a:chExt cx="9318900" cy="4801250"/>
            </a:xfrm>
          </p:grpSpPr>
          <p:cxnSp>
            <p:nvCxnSpPr>
              <p:cNvPr id="955" name="Google Shape;955;p17"/>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56" name="Google Shape;956;p17"/>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57" name="Google Shape;957;p17"/>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58" name="Google Shape;958;p17"/>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59" name="Google Shape;959;p17"/>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0" name="Google Shape;960;p17"/>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1" name="Google Shape;961;p17"/>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2" name="Google Shape;962;p17"/>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3" name="Google Shape;963;p17"/>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4" name="Google Shape;964;p17"/>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5" name="Google Shape;965;p17"/>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6" name="Google Shape;966;p17"/>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7" name="Google Shape;967;p17"/>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8" name="Google Shape;968;p17"/>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69" name="Google Shape;969;p17"/>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970" name="Google Shape;970;p17"/>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971" name="Google Shape;971;p17"/>
          <p:cNvPicPr preferRelativeResize="0"/>
          <p:nvPr/>
        </p:nvPicPr>
        <p:blipFill>
          <a:blip r:embed="rId2">
            <a:alphaModFix/>
          </a:blip>
          <a:stretch>
            <a:fillRect/>
          </a:stretch>
        </p:blipFill>
        <p:spPr>
          <a:xfrm flipH="1" rot="5400000">
            <a:off x="-3017986" y="539500"/>
            <a:ext cx="7462422" cy="4064500"/>
          </a:xfrm>
          <a:prstGeom prst="rect">
            <a:avLst/>
          </a:prstGeom>
          <a:noFill/>
          <a:ln>
            <a:noFill/>
          </a:ln>
        </p:spPr>
      </p:pic>
      <p:sp>
        <p:nvSpPr>
          <p:cNvPr id="972" name="Google Shape;972;p17"/>
          <p:cNvSpPr txBox="1"/>
          <p:nvPr>
            <p:ph idx="1" type="subTitle"/>
          </p:nvPr>
        </p:nvSpPr>
        <p:spPr>
          <a:xfrm>
            <a:off x="1410309" y="226290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3" name="Google Shape;973;p17"/>
          <p:cNvSpPr txBox="1"/>
          <p:nvPr>
            <p:ph idx="2" type="subTitle"/>
          </p:nvPr>
        </p:nvSpPr>
        <p:spPr>
          <a:xfrm>
            <a:off x="1410284" y="285955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4" name="Google Shape;974;p17"/>
          <p:cNvSpPr txBox="1"/>
          <p:nvPr>
            <p:ph idx="3" type="subTitle"/>
          </p:nvPr>
        </p:nvSpPr>
        <p:spPr>
          <a:xfrm>
            <a:off x="1410309" y="345620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5" name="Google Shape;975;p17"/>
          <p:cNvSpPr txBox="1"/>
          <p:nvPr>
            <p:ph idx="4" type="subTitle"/>
          </p:nvPr>
        </p:nvSpPr>
        <p:spPr>
          <a:xfrm>
            <a:off x="1410284" y="405285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6" name="Google Shape;976;p17"/>
          <p:cNvSpPr txBox="1"/>
          <p:nvPr>
            <p:ph idx="5" type="subTitle"/>
          </p:nvPr>
        </p:nvSpPr>
        <p:spPr>
          <a:xfrm>
            <a:off x="1410309" y="166625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7" name="Google Shape;977;p17"/>
          <p:cNvSpPr txBox="1"/>
          <p:nvPr>
            <p:ph idx="6" type="subTitle"/>
          </p:nvPr>
        </p:nvSpPr>
        <p:spPr>
          <a:xfrm>
            <a:off x="5363112" y="226290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8" name="Google Shape;978;p17"/>
          <p:cNvSpPr txBox="1"/>
          <p:nvPr>
            <p:ph idx="7" type="subTitle"/>
          </p:nvPr>
        </p:nvSpPr>
        <p:spPr>
          <a:xfrm>
            <a:off x="5363087" y="285955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79" name="Google Shape;979;p17"/>
          <p:cNvSpPr txBox="1"/>
          <p:nvPr>
            <p:ph idx="8" type="subTitle"/>
          </p:nvPr>
        </p:nvSpPr>
        <p:spPr>
          <a:xfrm>
            <a:off x="5363112" y="345620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80" name="Google Shape;980;p17"/>
          <p:cNvSpPr txBox="1"/>
          <p:nvPr>
            <p:ph idx="9" type="subTitle"/>
          </p:nvPr>
        </p:nvSpPr>
        <p:spPr>
          <a:xfrm>
            <a:off x="5363087" y="405285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81" name="Google Shape;981;p17"/>
          <p:cNvSpPr txBox="1"/>
          <p:nvPr>
            <p:ph idx="13" type="subTitle"/>
          </p:nvPr>
        </p:nvSpPr>
        <p:spPr>
          <a:xfrm>
            <a:off x="5363112" y="1666250"/>
            <a:ext cx="30609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982" name="Google Shape;982;p17"/>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983" name="Google Shape;983;p17"/>
          <p:cNvGrpSpPr/>
          <p:nvPr/>
        </p:nvGrpSpPr>
        <p:grpSpPr>
          <a:xfrm>
            <a:off x="8068550" y="543532"/>
            <a:ext cx="667500" cy="667500"/>
            <a:chOff x="8068550" y="543532"/>
            <a:chExt cx="667500" cy="667500"/>
          </a:xfrm>
        </p:grpSpPr>
        <p:sp>
          <p:nvSpPr>
            <p:cNvPr id="984" name="Google Shape;984;p17"/>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985" name="Google Shape;985;p17"/>
            <p:cNvGrpSpPr/>
            <p:nvPr/>
          </p:nvGrpSpPr>
          <p:grpSpPr>
            <a:xfrm>
              <a:off x="8191991" y="691902"/>
              <a:ext cx="420621" cy="370737"/>
              <a:chOff x="2707200" y="1899000"/>
              <a:chExt cx="443880" cy="389880"/>
            </a:xfrm>
          </p:grpSpPr>
          <p:sp>
            <p:nvSpPr>
              <p:cNvPr id="986" name="Google Shape;986;p17"/>
              <p:cNvSpPr/>
              <p:nvPr/>
            </p:nvSpPr>
            <p:spPr>
              <a:xfrm>
                <a:off x="2707200" y="2237040"/>
                <a:ext cx="443880" cy="51840"/>
              </a:xfrm>
              <a:custGeom>
                <a:rect b="b" l="l" r="r" t="t"/>
                <a:pathLst>
                  <a:path extrusionOk="0" h="144" w="1233">
                    <a:moveTo>
                      <a:pt x="0" y="0"/>
                    </a:moveTo>
                    <a:lnTo>
                      <a:pt x="0" y="36"/>
                    </a:lnTo>
                    <a:cubicBezTo>
                      <a:pt x="0" y="96"/>
                      <a:pt x="49" y="144"/>
                      <a:pt x="109" y="144"/>
                    </a:cubicBezTo>
                    <a:lnTo>
                      <a:pt x="1125" y="144"/>
                    </a:lnTo>
                    <a:cubicBezTo>
                      <a:pt x="1184" y="144"/>
                      <a:pt x="1233" y="96"/>
                      <a:pt x="1233" y="36"/>
                    </a:cubicBezTo>
                    <a:lnTo>
                      <a:pt x="1233" y="0"/>
                    </a:lnTo>
                    <a:lnTo>
                      <a:pt x="0" y="0"/>
                    </a:lnTo>
                    <a:close/>
                  </a:path>
                </a:pathLst>
              </a:custGeom>
              <a:solidFill>
                <a:schemeClr val="accent6"/>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7" name="Google Shape;987;p17"/>
              <p:cNvSpPr/>
              <p:nvPr/>
            </p:nvSpPr>
            <p:spPr>
              <a:xfrm>
                <a:off x="2711160" y="2167560"/>
                <a:ext cx="435960" cy="43200"/>
              </a:xfrm>
              <a:custGeom>
                <a:rect b="b" l="l" r="r" t="t"/>
                <a:pathLst>
                  <a:path extrusionOk="0" h="120" w="1211">
                    <a:moveTo>
                      <a:pt x="1166" y="0"/>
                    </a:moveTo>
                    <a:lnTo>
                      <a:pt x="45" y="0"/>
                    </a:lnTo>
                    <a:lnTo>
                      <a:pt x="0" y="120"/>
                    </a:lnTo>
                    <a:lnTo>
                      <a:pt x="1211" y="120"/>
                    </a:lnTo>
                    <a:lnTo>
                      <a:pt x="1166"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8" name="Google Shape;988;p17"/>
              <p:cNvSpPr/>
              <p:nvPr/>
            </p:nvSpPr>
            <p:spPr>
              <a:xfrm>
                <a:off x="2733120" y="1899000"/>
                <a:ext cx="392040" cy="242640"/>
              </a:xfrm>
              <a:custGeom>
                <a:rect b="b" l="l" r="r" t="t"/>
                <a:pathLst>
                  <a:path extrusionOk="0" h="674" w="1089">
                    <a:moveTo>
                      <a:pt x="849" y="359"/>
                    </a:moveTo>
                    <a:lnTo>
                      <a:pt x="754" y="479"/>
                    </a:lnTo>
                    <a:cubicBezTo>
                      <a:pt x="742" y="495"/>
                      <a:pt x="719" y="497"/>
                      <a:pt x="703" y="485"/>
                    </a:cubicBezTo>
                    <a:cubicBezTo>
                      <a:pt x="688" y="472"/>
                      <a:pt x="685" y="450"/>
                      <a:pt x="698" y="434"/>
                    </a:cubicBezTo>
                    <a:lnTo>
                      <a:pt x="775" y="336"/>
                    </a:lnTo>
                    <a:lnTo>
                      <a:pt x="698" y="238"/>
                    </a:lnTo>
                    <a:cubicBezTo>
                      <a:pt x="685" y="224"/>
                      <a:pt x="688" y="201"/>
                      <a:pt x="703" y="188"/>
                    </a:cubicBezTo>
                    <a:cubicBezTo>
                      <a:pt x="719" y="176"/>
                      <a:pt x="742" y="178"/>
                      <a:pt x="754" y="194"/>
                    </a:cubicBezTo>
                    <a:lnTo>
                      <a:pt x="849" y="314"/>
                    </a:lnTo>
                    <a:cubicBezTo>
                      <a:pt x="860" y="327"/>
                      <a:pt x="860" y="346"/>
                      <a:pt x="849" y="359"/>
                    </a:cubicBezTo>
                    <a:moveTo>
                      <a:pt x="628" y="141"/>
                    </a:moveTo>
                    <a:lnTo>
                      <a:pt x="532" y="549"/>
                    </a:lnTo>
                    <a:cubicBezTo>
                      <a:pt x="528" y="569"/>
                      <a:pt x="508" y="581"/>
                      <a:pt x="489" y="576"/>
                    </a:cubicBezTo>
                    <a:cubicBezTo>
                      <a:pt x="469" y="572"/>
                      <a:pt x="457" y="552"/>
                      <a:pt x="462" y="533"/>
                    </a:cubicBezTo>
                    <a:lnTo>
                      <a:pt x="558" y="124"/>
                    </a:lnTo>
                    <a:cubicBezTo>
                      <a:pt x="563" y="105"/>
                      <a:pt x="582" y="93"/>
                      <a:pt x="602" y="97"/>
                    </a:cubicBezTo>
                    <a:cubicBezTo>
                      <a:pt x="621" y="102"/>
                      <a:pt x="633" y="121"/>
                      <a:pt x="628" y="141"/>
                    </a:cubicBezTo>
                    <a:moveTo>
                      <a:pt x="393" y="434"/>
                    </a:moveTo>
                    <a:cubicBezTo>
                      <a:pt x="405" y="450"/>
                      <a:pt x="403" y="472"/>
                      <a:pt x="387" y="485"/>
                    </a:cubicBezTo>
                    <a:cubicBezTo>
                      <a:pt x="371" y="497"/>
                      <a:pt x="349" y="495"/>
                      <a:pt x="336" y="479"/>
                    </a:cubicBezTo>
                    <a:lnTo>
                      <a:pt x="240" y="359"/>
                    </a:lnTo>
                    <a:cubicBezTo>
                      <a:pt x="229" y="346"/>
                      <a:pt x="229" y="327"/>
                      <a:pt x="240" y="314"/>
                    </a:cubicBezTo>
                    <a:lnTo>
                      <a:pt x="336" y="194"/>
                    </a:lnTo>
                    <a:cubicBezTo>
                      <a:pt x="349" y="178"/>
                      <a:pt x="371" y="176"/>
                      <a:pt x="387" y="188"/>
                    </a:cubicBezTo>
                    <a:cubicBezTo>
                      <a:pt x="403" y="201"/>
                      <a:pt x="405" y="224"/>
                      <a:pt x="393" y="238"/>
                    </a:cubicBezTo>
                    <a:lnTo>
                      <a:pt x="314" y="336"/>
                    </a:lnTo>
                    <a:lnTo>
                      <a:pt x="393" y="434"/>
                    </a:lnTo>
                    <a:moveTo>
                      <a:pt x="1089" y="108"/>
                    </a:moveTo>
                    <a:cubicBezTo>
                      <a:pt x="1089" y="48"/>
                      <a:pt x="1040" y="0"/>
                      <a:pt x="980" y="0"/>
                    </a:cubicBezTo>
                    <a:lnTo>
                      <a:pt x="109" y="0"/>
                    </a:lnTo>
                    <a:cubicBezTo>
                      <a:pt x="49" y="0"/>
                      <a:pt x="0" y="48"/>
                      <a:pt x="0" y="108"/>
                    </a:cubicBezTo>
                    <a:lnTo>
                      <a:pt x="0" y="674"/>
                    </a:lnTo>
                    <a:lnTo>
                      <a:pt x="1089" y="674"/>
                    </a:lnTo>
                    <a:lnTo>
                      <a:pt x="1089" y="10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989" name="Google Shape;989;p17"/>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990" name="Shape 990"/>
        <p:cNvGrpSpPr/>
        <p:nvPr/>
      </p:nvGrpSpPr>
      <p:grpSpPr>
        <a:xfrm>
          <a:off x="0" y="0"/>
          <a:ext cx="0" cy="0"/>
          <a:chOff x="0" y="0"/>
          <a:chExt cx="0" cy="0"/>
        </a:xfrm>
      </p:grpSpPr>
      <p:grpSp>
        <p:nvGrpSpPr>
          <p:cNvPr id="991" name="Google Shape;991;p18"/>
          <p:cNvGrpSpPr/>
          <p:nvPr/>
        </p:nvGrpSpPr>
        <p:grpSpPr>
          <a:xfrm>
            <a:off x="-87450" y="-58650"/>
            <a:ext cx="9318900" cy="5260800"/>
            <a:chOff x="-87450" y="-58650"/>
            <a:chExt cx="9318900" cy="5260800"/>
          </a:xfrm>
        </p:grpSpPr>
        <p:grpSp>
          <p:nvGrpSpPr>
            <p:cNvPr id="992" name="Google Shape;992;p18"/>
            <p:cNvGrpSpPr/>
            <p:nvPr/>
          </p:nvGrpSpPr>
          <p:grpSpPr>
            <a:xfrm>
              <a:off x="129563" y="-58650"/>
              <a:ext cx="8884875" cy="5260800"/>
              <a:chOff x="129563" y="-58650"/>
              <a:chExt cx="8884875" cy="5260800"/>
            </a:xfrm>
          </p:grpSpPr>
          <p:cxnSp>
            <p:nvCxnSpPr>
              <p:cNvPr id="993" name="Google Shape;993;p18"/>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4" name="Google Shape;994;p18"/>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5" name="Google Shape;995;p18"/>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6" name="Google Shape;996;p18"/>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7" name="Google Shape;997;p18"/>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8" name="Google Shape;998;p18"/>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999" name="Google Shape;999;p18"/>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0" name="Google Shape;1000;p18"/>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1" name="Google Shape;1001;p18"/>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2" name="Google Shape;1002;p18"/>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3" name="Google Shape;1003;p18"/>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4" name="Google Shape;1004;p18"/>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5" name="Google Shape;1005;p18"/>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6" name="Google Shape;1006;p18"/>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7" name="Google Shape;1007;p18"/>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8" name="Google Shape;1008;p18"/>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09" name="Google Shape;1009;p18"/>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0" name="Google Shape;1010;p18"/>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1" name="Google Shape;1011;p18"/>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2" name="Google Shape;1012;p18"/>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3" name="Google Shape;1013;p18"/>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4" name="Google Shape;1014;p18"/>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5" name="Google Shape;1015;p18"/>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6" name="Google Shape;1016;p18"/>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7" name="Google Shape;1017;p18"/>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8" name="Google Shape;1018;p18"/>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19" name="Google Shape;1019;p18"/>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20" name="Google Shape;1020;p18"/>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21" name="Google Shape;1021;p18"/>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022" name="Google Shape;1022;p18"/>
            <p:cNvGrpSpPr/>
            <p:nvPr/>
          </p:nvGrpSpPr>
          <p:grpSpPr>
            <a:xfrm>
              <a:off x="-87450" y="171125"/>
              <a:ext cx="9318900" cy="4801250"/>
              <a:chOff x="-87450" y="281675"/>
              <a:chExt cx="9318900" cy="4801250"/>
            </a:xfrm>
          </p:grpSpPr>
          <p:cxnSp>
            <p:nvCxnSpPr>
              <p:cNvPr id="1023" name="Google Shape;1023;p18"/>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24" name="Google Shape;1024;p18"/>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25" name="Google Shape;1025;p18"/>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26" name="Google Shape;1026;p18"/>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27" name="Google Shape;1027;p18"/>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28" name="Google Shape;1028;p18"/>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29" name="Google Shape;1029;p18"/>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0" name="Google Shape;1030;p18"/>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1" name="Google Shape;1031;p18"/>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2" name="Google Shape;1032;p18"/>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3" name="Google Shape;1033;p18"/>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4" name="Google Shape;1034;p18"/>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5" name="Google Shape;1035;p18"/>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6" name="Google Shape;1036;p18"/>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7" name="Google Shape;1037;p18"/>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38" name="Google Shape;1038;p18"/>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039" name="Google Shape;1039;p18"/>
          <p:cNvPicPr preferRelativeResize="0"/>
          <p:nvPr/>
        </p:nvPicPr>
        <p:blipFill>
          <a:blip r:embed="rId2">
            <a:alphaModFix/>
          </a:blip>
          <a:stretch>
            <a:fillRect/>
          </a:stretch>
        </p:blipFill>
        <p:spPr>
          <a:xfrm rot="-5400000">
            <a:off x="5107989" y="539500"/>
            <a:ext cx="7462422" cy="4064500"/>
          </a:xfrm>
          <a:prstGeom prst="rect">
            <a:avLst/>
          </a:prstGeom>
          <a:noFill/>
          <a:ln>
            <a:noFill/>
          </a:ln>
        </p:spPr>
      </p:pic>
      <p:sp>
        <p:nvSpPr>
          <p:cNvPr id="1040" name="Google Shape;1040;p18"/>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041" name="Google Shape;1041;p18"/>
          <p:cNvGrpSpPr/>
          <p:nvPr/>
        </p:nvGrpSpPr>
        <p:grpSpPr>
          <a:xfrm>
            <a:off x="8068550" y="543532"/>
            <a:ext cx="667500" cy="667500"/>
            <a:chOff x="8068550" y="543532"/>
            <a:chExt cx="667500" cy="667500"/>
          </a:xfrm>
        </p:grpSpPr>
        <p:sp>
          <p:nvSpPr>
            <p:cNvPr id="1042" name="Google Shape;1042;p18"/>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043" name="Google Shape;1043;p18"/>
            <p:cNvGrpSpPr/>
            <p:nvPr/>
          </p:nvGrpSpPr>
          <p:grpSpPr>
            <a:xfrm>
              <a:off x="8205621" y="704412"/>
              <a:ext cx="393354" cy="345763"/>
              <a:chOff x="982440" y="2628720"/>
              <a:chExt cx="437400" cy="384480"/>
            </a:xfrm>
          </p:grpSpPr>
          <p:sp>
            <p:nvSpPr>
              <p:cNvPr id="1044" name="Google Shape;1044;p18"/>
              <p:cNvSpPr/>
              <p:nvPr/>
            </p:nvSpPr>
            <p:spPr>
              <a:xfrm>
                <a:off x="982440" y="2962080"/>
                <a:ext cx="437400" cy="51120"/>
              </a:xfrm>
              <a:custGeom>
                <a:rect b="b" l="l" r="r" t="t"/>
                <a:pathLst>
                  <a:path extrusionOk="0" h="142" w="1215">
                    <a:moveTo>
                      <a:pt x="0" y="0"/>
                    </a:moveTo>
                    <a:lnTo>
                      <a:pt x="0" y="35"/>
                    </a:lnTo>
                    <a:cubicBezTo>
                      <a:pt x="0" y="94"/>
                      <a:pt x="47" y="142"/>
                      <a:pt x="106" y="142"/>
                    </a:cubicBezTo>
                    <a:lnTo>
                      <a:pt x="1108" y="142"/>
                    </a:lnTo>
                    <a:cubicBezTo>
                      <a:pt x="1167" y="142"/>
                      <a:pt x="1215" y="94"/>
                      <a:pt x="1215" y="35"/>
                    </a:cubicBezTo>
                    <a:lnTo>
                      <a:pt x="1215" y="0"/>
                    </a:lnTo>
                    <a:lnTo>
                      <a:pt x="0" y="0"/>
                    </a:ln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5" name="Google Shape;1045;p18"/>
              <p:cNvSpPr/>
              <p:nvPr/>
            </p:nvSpPr>
            <p:spPr>
              <a:xfrm>
                <a:off x="986040" y="2893680"/>
                <a:ext cx="429840" cy="42480"/>
              </a:xfrm>
              <a:custGeom>
                <a:rect b="b" l="l" r="r" t="t"/>
                <a:pathLst>
                  <a:path extrusionOk="0" h="118" w="1194">
                    <a:moveTo>
                      <a:pt x="1149" y="0"/>
                    </a:moveTo>
                    <a:lnTo>
                      <a:pt x="45" y="0"/>
                    </a:lnTo>
                    <a:lnTo>
                      <a:pt x="0" y="118"/>
                    </a:lnTo>
                    <a:lnTo>
                      <a:pt x="1194" y="118"/>
                    </a:lnTo>
                    <a:lnTo>
                      <a:pt x="1149"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6" name="Google Shape;1046;p18"/>
              <p:cNvSpPr/>
              <p:nvPr/>
            </p:nvSpPr>
            <p:spPr>
              <a:xfrm>
                <a:off x="1085760" y="2825280"/>
                <a:ext cx="76680" cy="42840"/>
              </a:xfrm>
              <a:custGeom>
                <a:rect b="b" l="l" r="r" t="t"/>
                <a:pathLst>
                  <a:path extrusionOk="0" h="119" w="213">
                    <a:moveTo>
                      <a:pt x="0" y="107"/>
                    </a:moveTo>
                    <a:lnTo>
                      <a:pt x="0" y="119"/>
                    </a:lnTo>
                    <a:lnTo>
                      <a:pt x="213" y="119"/>
                    </a:lnTo>
                    <a:lnTo>
                      <a:pt x="213" y="107"/>
                    </a:lnTo>
                    <a:cubicBezTo>
                      <a:pt x="213" y="48"/>
                      <a:pt x="165" y="0"/>
                      <a:pt x="106" y="0"/>
                    </a:cubicBezTo>
                    <a:cubicBezTo>
                      <a:pt x="48" y="0"/>
                      <a:pt x="0" y="48"/>
                      <a:pt x="0" y="107"/>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7" name="Google Shape;1047;p18"/>
              <p:cNvSpPr/>
              <p:nvPr/>
            </p:nvSpPr>
            <p:spPr>
              <a:xfrm>
                <a:off x="1221840" y="2705760"/>
                <a:ext cx="94320" cy="51120"/>
              </a:xfrm>
              <a:custGeom>
                <a:rect b="b" l="l" r="r" t="t"/>
                <a:pathLst>
                  <a:path extrusionOk="0" h="142" w="262">
                    <a:moveTo>
                      <a:pt x="262" y="0"/>
                    </a:moveTo>
                    <a:lnTo>
                      <a:pt x="25" y="0"/>
                    </a:lnTo>
                    <a:lnTo>
                      <a:pt x="25" y="83"/>
                    </a:lnTo>
                    <a:cubicBezTo>
                      <a:pt x="25" y="88"/>
                      <a:pt x="24" y="94"/>
                      <a:pt x="21" y="99"/>
                    </a:cubicBezTo>
                    <a:lnTo>
                      <a:pt x="0" y="142"/>
                    </a:lnTo>
                    <a:lnTo>
                      <a:pt x="262" y="142"/>
                    </a:lnTo>
                    <a:lnTo>
                      <a:pt x="262" y="0"/>
                    </a:ln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8" name="Google Shape;1048;p18"/>
              <p:cNvSpPr/>
              <p:nvPr/>
            </p:nvSpPr>
            <p:spPr>
              <a:xfrm>
                <a:off x="1107000" y="2765520"/>
                <a:ext cx="34200" cy="34200"/>
              </a:xfrm>
              <a:custGeom>
                <a:rect b="b" l="l" r="r" t="t"/>
                <a:pathLst>
                  <a:path extrusionOk="0" h="95" w="95">
                    <a:moveTo>
                      <a:pt x="95" y="47"/>
                    </a:moveTo>
                    <a:cubicBezTo>
                      <a:pt x="95" y="73"/>
                      <a:pt x="74" y="95"/>
                      <a:pt x="47" y="95"/>
                    </a:cubicBezTo>
                    <a:cubicBezTo>
                      <a:pt x="21" y="95"/>
                      <a:pt x="0" y="73"/>
                      <a:pt x="0" y="47"/>
                    </a:cubicBezTo>
                    <a:cubicBezTo>
                      <a:pt x="0" y="21"/>
                      <a:pt x="21" y="0"/>
                      <a:pt x="47" y="0"/>
                    </a:cubicBezTo>
                    <a:cubicBezTo>
                      <a:pt x="74" y="0"/>
                      <a:pt x="95" y="21"/>
                      <a:pt x="95" y="47"/>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9" name="Google Shape;1049;p18"/>
              <p:cNvSpPr/>
              <p:nvPr/>
            </p:nvSpPr>
            <p:spPr>
              <a:xfrm>
                <a:off x="1008000" y="2628720"/>
                <a:ext cx="385920" cy="239400"/>
              </a:xfrm>
              <a:custGeom>
                <a:rect b="b" l="l" r="r" t="t"/>
                <a:pathLst>
                  <a:path extrusionOk="0" h="665" w="1072">
                    <a:moveTo>
                      <a:pt x="504" y="376"/>
                    </a:moveTo>
                    <a:lnTo>
                      <a:pt x="548" y="288"/>
                    </a:lnTo>
                    <a:lnTo>
                      <a:pt x="548" y="178"/>
                    </a:lnTo>
                    <a:cubicBezTo>
                      <a:pt x="548" y="158"/>
                      <a:pt x="564" y="142"/>
                      <a:pt x="583" y="142"/>
                    </a:cubicBezTo>
                    <a:lnTo>
                      <a:pt x="892" y="142"/>
                    </a:lnTo>
                    <a:cubicBezTo>
                      <a:pt x="912" y="142"/>
                      <a:pt x="928" y="158"/>
                      <a:pt x="928" y="178"/>
                    </a:cubicBezTo>
                    <a:lnTo>
                      <a:pt x="928" y="392"/>
                    </a:lnTo>
                    <a:cubicBezTo>
                      <a:pt x="928" y="411"/>
                      <a:pt x="912" y="427"/>
                      <a:pt x="892" y="427"/>
                    </a:cubicBezTo>
                    <a:lnTo>
                      <a:pt x="536" y="427"/>
                    </a:lnTo>
                    <a:cubicBezTo>
                      <a:pt x="510" y="427"/>
                      <a:pt x="492" y="399"/>
                      <a:pt x="504" y="376"/>
                    </a:cubicBezTo>
                    <a:moveTo>
                      <a:pt x="144" y="653"/>
                    </a:moveTo>
                    <a:cubicBezTo>
                      <a:pt x="144" y="589"/>
                      <a:pt x="179" y="532"/>
                      <a:pt x="230" y="501"/>
                    </a:cubicBezTo>
                    <a:cubicBezTo>
                      <a:pt x="213" y="481"/>
                      <a:pt x="204" y="455"/>
                      <a:pt x="204" y="427"/>
                    </a:cubicBezTo>
                    <a:cubicBezTo>
                      <a:pt x="204" y="362"/>
                      <a:pt x="257" y="309"/>
                      <a:pt x="322" y="309"/>
                    </a:cubicBezTo>
                    <a:cubicBezTo>
                      <a:pt x="388" y="309"/>
                      <a:pt x="441" y="362"/>
                      <a:pt x="441" y="427"/>
                    </a:cubicBezTo>
                    <a:cubicBezTo>
                      <a:pt x="441" y="455"/>
                      <a:pt x="431" y="481"/>
                      <a:pt x="415" y="501"/>
                    </a:cubicBezTo>
                    <a:cubicBezTo>
                      <a:pt x="466" y="532"/>
                      <a:pt x="500" y="589"/>
                      <a:pt x="500" y="653"/>
                    </a:cubicBezTo>
                    <a:lnTo>
                      <a:pt x="500" y="665"/>
                    </a:lnTo>
                    <a:lnTo>
                      <a:pt x="1072" y="665"/>
                    </a:lnTo>
                    <a:lnTo>
                      <a:pt x="1072" y="107"/>
                    </a:lnTo>
                    <a:cubicBezTo>
                      <a:pt x="1072" y="48"/>
                      <a:pt x="1024" y="0"/>
                      <a:pt x="966" y="0"/>
                    </a:cubicBezTo>
                    <a:lnTo>
                      <a:pt x="107" y="0"/>
                    </a:lnTo>
                    <a:cubicBezTo>
                      <a:pt x="48" y="0"/>
                      <a:pt x="0" y="48"/>
                      <a:pt x="0" y="107"/>
                    </a:cubicBezTo>
                    <a:lnTo>
                      <a:pt x="0" y="665"/>
                    </a:lnTo>
                    <a:lnTo>
                      <a:pt x="144" y="665"/>
                    </a:lnTo>
                    <a:lnTo>
                      <a:pt x="144" y="65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050" name="Google Shape;1050;p18"/>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
    <p:spTree>
      <p:nvGrpSpPr>
        <p:cNvPr id="1051" name="Shape 1051"/>
        <p:cNvGrpSpPr/>
        <p:nvPr/>
      </p:nvGrpSpPr>
      <p:grpSpPr>
        <a:xfrm>
          <a:off x="0" y="0"/>
          <a:ext cx="0" cy="0"/>
          <a:chOff x="0" y="0"/>
          <a:chExt cx="0" cy="0"/>
        </a:xfrm>
      </p:grpSpPr>
      <p:pic>
        <p:nvPicPr>
          <p:cNvPr id="1052" name="Google Shape;1052;p19"/>
          <p:cNvPicPr preferRelativeResize="0"/>
          <p:nvPr/>
        </p:nvPicPr>
        <p:blipFill>
          <a:blip r:embed="rId2">
            <a:alphaModFix/>
          </a:blip>
          <a:stretch>
            <a:fillRect/>
          </a:stretch>
        </p:blipFill>
        <p:spPr>
          <a:xfrm rot="10800000">
            <a:off x="840789" y="-2127500"/>
            <a:ext cx="7462422" cy="4064500"/>
          </a:xfrm>
          <a:prstGeom prst="rect">
            <a:avLst/>
          </a:prstGeom>
          <a:noFill/>
          <a:ln>
            <a:noFill/>
          </a:ln>
        </p:spPr>
      </p:pic>
      <p:grpSp>
        <p:nvGrpSpPr>
          <p:cNvPr id="1053" name="Google Shape;1053;p19"/>
          <p:cNvGrpSpPr/>
          <p:nvPr/>
        </p:nvGrpSpPr>
        <p:grpSpPr>
          <a:xfrm>
            <a:off x="-87450" y="-58650"/>
            <a:ext cx="9318900" cy="5260800"/>
            <a:chOff x="-87450" y="-58650"/>
            <a:chExt cx="9318900" cy="5260800"/>
          </a:xfrm>
        </p:grpSpPr>
        <p:grpSp>
          <p:nvGrpSpPr>
            <p:cNvPr id="1054" name="Google Shape;1054;p19"/>
            <p:cNvGrpSpPr/>
            <p:nvPr/>
          </p:nvGrpSpPr>
          <p:grpSpPr>
            <a:xfrm>
              <a:off x="129563" y="-58650"/>
              <a:ext cx="8884875" cy="5260800"/>
              <a:chOff x="129563" y="-58650"/>
              <a:chExt cx="8884875" cy="5260800"/>
            </a:xfrm>
          </p:grpSpPr>
          <p:cxnSp>
            <p:nvCxnSpPr>
              <p:cNvPr id="1055" name="Google Shape;1055;p19"/>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56" name="Google Shape;1056;p19"/>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57" name="Google Shape;1057;p19"/>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58" name="Google Shape;1058;p19"/>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59" name="Google Shape;1059;p19"/>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0" name="Google Shape;1060;p19"/>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1" name="Google Shape;1061;p19"/>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2" name="Google Shape;1062;p19"/>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3" name="Google Shape;1063;p19"/>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4" name="Google Shape;1064;p19"/>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5" name="Google Shape;1065;p19"/>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6" name="Google Shape;1066;p19"/>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7" name="Google Shape;1067;p19"/>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8" name="Google Shape;1068;p19"/>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69" name="Google Shape;1069;p19"/>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0" name="Google Shape;1070;p19"/>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1" name="Google Shape;1071;p19"/>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2" name="Google Shape;1072;p19"/>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3" name="Google Shape;1073;p19"/>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4" name="Google Shape;1074;p19"/>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5" name="Google Shape;1075;p19"/>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6" name="Google Shape;1076;p19"/>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7" name="Google Shape;1077;p19"/>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8" name="Google Shape;1078;p19"/>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79" name="Google Shape;1079;p19"/>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80" name="Google Shape;1080;p19"/>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81" name="Google Shape;1081;p19"/>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82" name="Google Shape;1082;p19"/>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083" name="Google Shape;1083;p19"/>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084" name="Google Shape;1084;p19"/>
            <p:cNvGrpSpPr/>
            <p:nvPr/>
          </p:nvGrpSpPr>
          <p:grpSpPr>
            <a:xfrm>
              <a:off x="-87450" y="171125"/>
              <a:ext cx="9318900" cy="4801250"/>
              <a:chOff x="-87450" y="281675"/>
              <a:chExt cx="9318900" cy="4801250"/>
            </a:xfrm>
          </p:grpSpPr>
          <p:cxnSp>
            <p:nvCxnSpPr>
              <p:cNvPr id="1085" name="Google Shape;1085;p19"/>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86" name="Google Shape;1086;p19"/>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87" name="Google Shape;1087;p19"/>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88" name="Google Shape;1088;p19"/>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89" name="Google Shape;1089;p19"/>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0" name="Google Shape;1090;p19"/>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1" name="Google Shape;1091;p19"/>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2" name="Google Shape;1092;p19"/>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3" name="Google Shape;1093;p19"/>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4" name="Google Shape;1094;p19"/>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5" name="Google Shape;1095;p19"/>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6" name="Google Shape;1096;p19"/>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7" name="Google Shape;1097;p19"/>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8" name="Google Shape;1098;p19"/>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099" name="Google Shape;1099;p19"/>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00" name="Google Shape;1100;p19"/>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sp>
        <p:nvSpPr>
          <p:cNvPr id="1101" name="Google Shape;1101;p19"/>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102" name="Google Shape;1102;p19"/>
          <p:cNvGrpSpPr/>
          <p:nvPr/>
        </p:nvGrpSpPr>
        <p:grpSpPr>
          <a:xfrm>
            <a:off x="8068550" y="543532"/>
            <a:ext cx="667500" cy="667500"/>
            <a:chOff x="8068550" y="543532"/>
            <a:chExt cx="667500" cy="667500"/>
          </a:xfrm>
        </p:grpSpPr>
        <p:sp>
          <p:nvSpPr>
            <p:cNvPr id="1103" name="Google Shape;1103;p19"/>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104" name="Google Shape;1104;p19"/>
            <p:cNvGrpSpPr/>
            <p:nvPr/>
          </p:nvGrpSpPr>
          <p:grpSpPr>
            <a:xfrm>
              <a:off x="8183289" y="680604"/>
              <a:ext cx="438012" cy="393340"/>
              <a:chOff x="6075360" y="4157280"/>
              <a:chExt cx="416520" cy="374040"/>
            </a:xfrm>
          </p:grpSpPr>
          <p:sp>
            <p:nvSpPr>
              <p:cNvPr id="1105" name="Google Shape;1105;p19"/>
              <p:cNvSpPr/>
              <p:nvPr/>
            </p:nvSpPr>
            <p:spPr>
              <a:xfrm>
                <a:off x="6140520" y="4376880"/>
                <a:ext cx="334800" cy="154440"/>
              </a:xfrm>
              <a:custGeom>
                <a:rect b="b" l="l" r="r" t="t"/>
                <a:pathLst>
                  <a:path extrusionOk="0" h="429" w="930">
                    <a:moveTo>
                      <a:pt x="786" y="10"/>
                    </a:moveTo>
                    <a:cubicBezTo>
                      <a:pt x="772" y="-3"/>
                      <a:pt x="751" y="-3"/>
                      <a:pt x="738" y="10"/>
                    </a:cubicBezTo>
                    <a:lnTo>
                      <a:pt x="602" y="145"/>
                    </a:lnTo>
                    <a:cubicBezTo>
                      <a:pt x="589" y="159"/>
                      <a:pt x="589" y="180"/>
                      <a:pt x="602" y="193"/>
                    </a:cubicBezTo>
                    <a:cubicBezTo>
                      <a:pt x="615" y="207"/>
                      <a:pt x="637" y="207"/>
                      <a:pt x="650" y="193"/>
                    </a:cubicBezTo>
                    <a:lnTo>
                      <a:pt x="728" y="116"/>
                    </a:lnTo>
                    <a:lnTo>
                      <a:pt x="728" y="362"/>
                    </a:lnTo>
                    <a:lnTo>
                      <a:pt x="68" y="362"/>
                    </a:lnTo>
                    <a:lnTo>
                      <a:pt x="68" y="34"/>
                    </a:lnTo>
                    <a:cubicBezTo>
                      <a:pt x="68" y="15"/>
                      <a:pt x="53" y="0"/>
                      <a:pt x="34" y="0"/>
                    </a:cubicBezTo>
                    <a:cubicBezTo>
                      <a:pt x="15" y="0"/>
                      <a:pt x="0" y="15"/>
                      <a:pt x="0" y="34"/>
                    </a:cubicBezTo>
                    <a:lnTo>
                      <a:pt x="0" y="395"/>
                    </a:lnTo>
                    <a:cubicBezTo>
                      <a:pt x="0" y="414"/>
                      <a:pt x="15" y="429"/>
                      <a:pt x="34" y="429"/>
                    </a:cubicBezTo>
                    <a:lnTo>
                      <a:pt x="762" y="429"/>
                    </a:lnTo>
                    <a:cubicBezTo>
                      <a:pt x="780" y="429"/>
                      <a:pt x="795" y="414"/>
                      <a:pt x="795" y="395"/>
                    </a:cubicBezTo>
                    <a:lnTo>
                      <a:pt x="795" y="116"/>
                    </a:lnTo>
                    <a:lnTo>
                      <a:pt x="873" y="193"/>
                    </a:lnTo>
                    <a:cubicBezTo>
                      <a:pt x="886" y="207"/>
                      <a:pt x="908" y="207"/>
                      <a:pt x="921" y="193"/>
                    </a:cubicBezTo>
                    <a:cubicBezTo>
                      <a:pt x="934" y="180"/>
                      <a:pt x="934" y="159"/>
                      <a:pt x="921" y="145"/>
                    </a:cubicBezTo>
                    <a:lnTo>
                      <a:pt x="786" y="1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06" name="Google Shape;1106;p19"/>
              <p:cNvSpPr/>
              <p:nvPr/>
            </p:nvSpPr>
            <p:spPr>
              <a:xfrm>
                <a:off x="6112080" y="4157280"/>
                <a:ext cx="81360" cy="81360"/>
              </a:xfrm>
              <a:custGeom>
                <a:rect b="b" l="l" r="r" t="t"/>
                <a:pathLst>
                  <a:path extrusionOk="0" h="226" w="226">
                    <a:moveTo>
                      <a:pt x="226" y="113"/>
                    </a:moveTo>
                    <a:cubicBezTo>
                      <a:pt x="226" y="175"/>
                      <a:pt x="175" y="226"/>
                      <a:pt x="113" y="226"/>
                    </a:cubicBezTo>
                    <a:cubicBezTo>
                      <a:pt x="50" y="226"/>
                      <a:pt x="0" y="175"/>
                      <a:pt x="0" y="113"/>
                    </a:cubicBezTo>
                    <a:cubicBezTo>
                      <a:pt x="0" y="50"/>
                      <a:pt x="50" y="0"/>
                      <a:pt x="113" y="0"/>
                    </a:cubicBezTo>
                    <a:cubicBezTo>
                      <a:pt x="143" y="0"/>
                      <a:pt x="171" y="11"/>
                      <a:pt x="193" y="33"/>
                    </a:cubicBezTo>
                    <a:cubicBezTo>
                      <a:pt x="214" y="54"/>
                      <a:pt x="226" y="83"/>
                      <a:pt x="226" y="113"/>
                    </a:cubicBezTo>
                    <a:close/>
                  </a:path>
                </a:pathLst>
              </a:custGeom>
              <a:solidFill>
                <a:schemeClr val="accent6"/>
              </a:solidFill>
              <a:ln>
                <a:noFill/>
              </a:ln>
            </p:spPr>
            <p:txBody>
              <a:bodyPr anchorCtr="1" anchor="ctr" bIns="36350" lIns="90000" spcFirstLastPara="1" rIns="90000" wrap="square" tIns="36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07" name="Google Shape;1107;p19"/>
              <p:cNvSpPr/>
              <p:nvPr/>
            </p:nvSpPr>
            <p:spPr>
              <a:xfrm>
                <a:off x="6075360" y="4244760"/>
                <a:ext cx="154440" cy="99360"/>
              </a:xfrm>
              <a:custGeom>
                <a:rect b="b" l="l" r="r" t="t"/>
                <a:pathLst>
                  <a:path extrusionOk="0" h="276" w="429">
                    <a:moveTo>
                      <a:pt x="429" y="243"/>
                    </a:moveTo>
                    <a:lnTo>
                      <a:pt x="429" y="175"/>
                    </a:lnTo>
                    <a:cubicBezTo>
                      <a:pt x="429" y="103"/>
                      <a:pt x="394" y="39"/>
                      <a:pt x="340" y="0"/>
                    </a:cubicBezTo>
                    <a:cubicBezTo>
                      <a:pt x="307" y="31"/>
                      <a:pt x="263" y="50"/>
                      <a:pt x="215" y="50"/>
                    </a:cubicBezTo>
                    <a:cubicBezTo>
                      <a:pt x="166" y="50"/>
                      <a:pt x="122" y="31"/>
                      <a:pt x="90" y="0"/>
                    </a:cubicBezTo>
                    <a:cubicBezTo>
                      <a:pt x="36" y="39"/>
                      <a:pt x="0" y="103"/>
                      <a:pt x="0" y="175"/>
                    </a:cubicBezTo>
                    <a:lnTo>
                      <a:pt x="0" y="243"/>
                    </a:lnTo>
                    <a:cubicBezTo>
                      <a:pt x="0" y="261"/>
                      <a:pt x="15" y="276"/>
                      <a:pt x="34" y="276"/>
                    </a:cubicBezTo>
                    <a:lnTo>
                      <a:pt x="396" y="276"/>
                    </a:lnTo>
                    <a:cubicBezTo>
                      <a:pt x="414" y="276"/>
                      <a:pt x="429" y="261"/>
                      <a:pt x="429" y="24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08" name="Google Shape;1108;p19"/>
              <p:cNvSpPr/>
              <p:nvPr/>
            </p:nvSpPr>
            <p:spPr>
              <a:xfrm>
                <a:off x="6374160" y="4157280"/>
                <a:ext cx="81360" cy="81360"/>
              </a:xfrm>
              <a:custGeom>
                <a:rect b="b" l="l" r="r" t="t"/>
                <a:pathLst>
                  <a:path extrusionOk="0" h="226" w="226">
                    <a:moveTo>
                      <a:pt x="226" y="113"/>
                    </a:moveTo>
                    <a:cubicBezTo>
                      <a:pt x="226" y="175"/>
                      <a:pt x="175" y="226"/>
                      <a:pt x="113" y="226"/>
                    </a:cubicBezTo>
                    <a:cubicBezTo>
                      <a:pt x="50" y="226"/>
                      <a:pt x="0" y="175"/>
                      <a:pt x="0" y="113"/>
                    </a:cubicBezTo>
                    <a:cubicBezTo>
                      <a:pt x="0" y="50"/>
                      <a:pt x="50" y="0"/>
                      <a:pt x="113" y="0"/>
                    </a:cubicBezTo>
                    <a:cubicBezTo>
                      <a:pt x="175" y="0"/>
                      <a:pt x="226" y="50"/>
                      <a:pt x="226" y="113"/>
                    </a:cubicBezTo>
                    <a:close/>
                  </a:path>
                </a:pathLst>
              </a:custGeom>
              <a:solidFill>
                <a:schemeClr val="accent6"/>
              </a:solidFill>
              <a:ln>
                <a:noFill/>
              </a:ln>
            </p:spPr>
            <p:txBody>
              <a:bodyPr anchorCtr="1" anchor="ctr" bIns="36350" lIns="90000" spcFirstLastPara="1" rIns="90000" wrap="square" tIns="36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09" name="Google Shape;1109;p19"/>
              <p:cNvSpPr/>
              <p:nvPr/>
            </p:nvSpPr>
            <p:spPr>
              <a:xfrm>
                <a:off x="6337440" y="4244760"/>
                <a:ext cx="154440" cy="99360"/>
              </a:xfrm>
              <a:custGeom>
                <a:rect b="b" l="l" r="r" t="t"/>
                <a:pathLst>
                  <a:path extrusionOk="0" h="276" w="429">
                    <a:moveTo>
                      <a:pt x="339" y="0"/>
                    </a:moveTo>
                    <a:cubicBezTo>
                      <a:pt x="307" y="31"/>
                      <a:pt x="263" y="50"/>
                      <a:pt x="215" y="50"/>
                    </a:cubicBezTo>
                    <a:cubicBezTo>
                      <a:pt x="166" y="50"/>
                      <a:pt x="122" y="31"/>
                      <a:pt x="90" y="0"/>
                    </a:cubicBezTo>
                    <a:cubicBezTo>
                      <a:pt x="35" y="39"/>
                      <a:pt x="0" y="103"/>
                      <a:pt x="0" y="175"/>
                    </a:cubicBezTo>
                    <a:lnTo>
                      <a:pt x="0" y="243"/>
                    </a:lnTo>
                    <a:cubicBezTo>
                      <a:pt x="0" y="261"/>
                      <a:pt x="15" y="276"/>
                      <a:pt x="34" y="276"/>
                    </a:cubicBezTo>
                    <a:lnTo>
                      <a:pt x="395" y="276"/>
                    </a:lnTo>
                    <a:cubicBezTo>
                      <a:pt x="414" y="276"/>
                      <a:pt x="429" y="261"/>
                      <a:pt x="429" y="243"/>
                    </a:cubicBezTo>
                    <a:lnTo>
                      <a:pt x="429" y="175"/>
                    </a:lnTo>
                    <a:cubicBezTo>
                      <a:pt x="429" y="103"/>
                      <a:pt x="394" y="39"/>
                      <a:pt x="339"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110" name="Google Shape;1110;p19"/>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3">
    <p:spTree>
      <p:nvGrpSpPr>
        <p:cNvPr id="1111" name="Shape 1111"/>
        <p:cNvGrpSpPr/>
        <p:nvPr/>
      </p:nvGrpSpPr>
      <p:grpSpPr>
        <a:xfrm>
          <a:off x="0" y="0"/>
          <a:ext cx="0" cy="0"/>
          <a:chOff x="0" y="0"/>
          <a:chExt cx="0" cy="0"/>
        </a:xfrm>
      </p:grpSpPr>
      <p:grpSp>
        <p:nvGrpSpPr>
          <p:cNvPr id="1112" name="Google Shape;1112;p20"/>
          <p:cNvGrpSpPr/>
          <p:nvPr/>
        </p:nvGrpSpPr>
        <p:grpSpPr>
          <a:xfrm>
            <a:off x="-87450" y="-58650"/>
            <a:ext cx="9318900" cy="5260800"/>
            <a:chOff x="-87450" y="-58650"/>
            <a:chExt cx="9318900" cy="5260800"/>
          </a:xfrm>
        </p:grpSpPr>
        <p:grpSp>
          <p:nvGrpSpPr>
            <p:cNvPr id="1113" name="Google Shape;1113;p20"/>
            <p:cNvGrpSpPr/>
            <p:nvPr/>
          </p:nvGrpSpPr>
          <p:grpSpPr>
            <a:xfrm>
              <a:off x="129563" y="-58650"/>
              <a:ext cx="8884875" cy="5260800"/>
              <a:chOff x="129563" y="-58650"/>
              <a:chExt cx="8884875" cy="5260800"/>
            </a:xfrm>
          </p:grpSpPr>
          <p:cxnSp>
            <p:nvCxnSpPr>
              <p:cNvPr id="1114" name="Google Shape;1114;p20"/>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15" name="Google Shape;1115;p20"/>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16" name="Google Shape;1116;p20"/>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17" name="Google Shape;1117;p20"/>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18" name="Google Shape;1118;p20"/>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19" name="Google Shape;1119;p20"/>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0" name="Google Shape;1120;p20"/>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1" name="Google Shape;1121;p20"/>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2" name="Google Shape;1122;p20"/>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3" name="Google Shape;1123;p20"/>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4" name="Google Shape;1124;p20"/>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5" name="Google Shape;1125;p20"/>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6" name="Google Shape;1126;p20"/>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7" name="Google Shape;1127;p20"/>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8" name="Google Shape;1128;p20"/>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29" name="Google Shape;1129;p20"/>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0" name="Google Shape;1130;p20"/>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1" name="Google Shape;1131;p20"/>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2" name="Google Shape;1132;p20"/>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3" name="Google Shape;1133;p20"/>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4" name="Google Shape;1134;p20"/>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5" name="Google Shape;1135;p20"/>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6" name="Google Shape;1136;p20"/>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7" name="Google Shape;1137;p20"/>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8" name="Google Shape;1138;p20"/>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39" name="Google Shape;1139;p20"/>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40" name="Google Shape;1140;p20"/>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41" name="Google Shape;1141;p20"/>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42" name="Google Shape;1142;p20"/>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143" name="Google Shape;1143;p20"/>
            <p:cNvGrpSpPr/>
            <p:nvPr/>
          </p:nvGrpSpPr>
          <p:grpSpPr>
            <a:xfrm>
              <a:off x="-87450" y="171125"/>
              <a:ext cx="9318900" cy="4801250"/>
              <a:chOff x="-87450" y="281675"/>
              <a:chExt cx="9318900" cy="4801250"/>
            </a:xfrm>
          </p:grpSpPr>
          <p:cxnSp>
            <p:nvCxnSpPr>
              <p:cNvPr id="1144" name="Google Shape;1144;p20"/>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45" name="Google Shape;1145;p20"/>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46" name="Google Shape;1146;p20"/>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47" name="Google Shape;1147;p20"/>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48" name="Google Shape;1148;p20"/>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49" name="Google Shape;1149;p20"/>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0" name="Google Shape;1150;p20"/>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1" name="Google Shape;1151;p20"/>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2" name="Google Shape;1152;p20"/>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3" name="Google Shape;1153;p20"/>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4" name="Google Shape;1154;p20"/>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5" name="Google Shape;1155;p20"/>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6" name="Google Shape;1156;p20"/>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7" name="Google Shape;1157;p20"/>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8" name="Google Shape;1158;p20"/>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159" name="Google Shape;1159;p20"/>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160" name="Google Shape;1160;p20"/>
          <p:cNvPicPr preferRelativeResize="0"/>
          <p:nvPr/>
        </p:nvPicPr>
        <p:blipFill>
          <a:blip r:embed="rId2">
            <a:alphaModFix/>
          </a:blip>
          <a:stretch>
            <a:fillRect/>
          </a:stretch>
        </p:blipFill>
        <p:spPr>
          <a:xfrm rot="-5400000">
            <a:off x="5107989" y="539500"/>
            <a:ext cx="7462422" cy="4064500"/>
          </a:xfrm>
          <a:prstGeom prst="rect">
            <a:avLst/>
          </a:prstGeom>
          <a:noFill/>
          <a:ln>
            <a:noFill/>
          </a:ln>
        </p:spPr>
      </p:pic>
      <p:sp>
        <p:nvSpPr>
          <p:cNvPr id="1161" name="Google Shape;1161;p20"/>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162" name="Google Shape;1162;p20"/>
          <p:cNvGrpSpPr/>
          <p:nvPr/>
        </p:nvGrpSpPr>
        <p:grpSpPr>
          <a:xfrm>
            <a:off x="8068550" y="543532"/>
            <a:ext cx="667500" cy="667500"/>
            <a:chOff x="8068550" y="543532"/>
            <a:chExt cx="667500" cy="667500"/>
          </a:xfrm>
        </p:grpSpPr>
        <p:sp>
          <p:nvSpPr>
            <p:cNvPr id="1163" name="Google Shape;1163;p20"/>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164" name="Google Shape;1164;p20"/>
            <p:cNvGrpSpPr/>
            <p:nvPr/>
          </p:nvGrpSpPr>
          <p:grpSpPr>
            <a:xfrm>
              <a:off x="8183284" y="684572"/>
              <a:ext cx="438020" cy="385427"/>
              <a:chOff x="6901920" y="2636280"/>
              <a:chExt cx="419760" cy="369360"/>
            </a:xfrm>
          </p:grpSpPr>
          <p:sp>
            <p:nvSpPr>
              <p:cNvPr id="1165" name="Google Shape;1165;p20"/>
              <p:cNvSpPr/>
              <p:nvPr/>
            </p:nvSpPr>
            <p:spPr>
              <a:xfrm>
                <a:off x="6901920" y="2956320"/>
                <a:ext cx="419760" cy="49320"/>
              </a:xfrm>
              <a:custGeom>
                <a:rect b="b" l="l" r="r" t="t"/>
                <a:pathLst>
                  <a:path extrusionOk="0" h="137" w="1166">
                    <a:moveTo>
                      <a:pt x="0" y="0"/>
                    </a:moveTo>
                    <a:lnTo>
                      <a:pt x="0" y="34"/>
                    </a:lnTo>
                    <a:cubicBezTo>
                      <a:pt x="0" y="91"/>
                      <a:pt x="46" y="137"/>
                      <a:pt x="103" y="137"/>
                    </a:cubicBezTo>
                    <a:lnTo>
                      <a:pt x="1064" y="137"/>
                    </a:lnTo>
                    <a:cubicBezTo>
                      <a:pt x="1120" y="137"/>
                      <a:pt x="1166" y="91"/>
                      <a:pt x="1166" y="34"/>
                    </a:cubicBezTo>
                    <a:lnTo>
                      <a:pt x="1166" y="0"/>
                    </a:lnTo>
                    <a:lnTo>
                      <a:pt x="0" y="0"/>
                    </a:lnTo>
                    <a:close/>
                  </a:path>
                </a:pathLst>
              </a:custGeom>
              <a:solidFill>
                <a:schemeClr val="accent6"/>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66" name="Google Shape;1166;p20"/>
              <p:cNvSpPr/>
              <p:nvPr/>
            </p:nvSpPr>
            <p:spPr>
              <a:xfrm>
                <a:off x="6905880" y="2890800"/>
                <a:ext cx="412200" cy="41040"/>
              </a:xfrm>
              <a:custGeom>
                <a:rect b="b" l="l" r="r" t="t"/>
                <a:pathLst>
                  <a:path extrusionOk="0" h="114" w="1145">
                    <a:moveTo>
                      <a:pt x="1102" y="0"/>
                    </a:moveTo>
                    <a:lnTo>
                      <a:pt x="43" y="0"/>
                    </a:lnTo>
                    <a:lnTo>
                      <a:pt x="0" y="114"/>
                    </a:lnTo>
                    <a:lnTo>
                      <a:pt x="1145" y="114"/>
                    </a:lnTo>
                    <a:lnTo>
                      <a:pt x="1102"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67" name="Google Shape;1167;p20"/>
              <p:cNvSpPr/>
              <p:nvPr/>
            </p:nvSpPr>
            <p:spPr>
              <a:xfrm>
                <a:off x="6926760" y="2636280"/>
                <a:ext cx="370440" cy="229680"/>
              </a:xfrm>
              <a:custGeom>
                <a:rect b="b" l="l" r="r" t="t"/>
                <a:pathLst>
                  <a:path extrusionOk="0" h="638" w="1029">
                    <a:moveTo>
                      <a:pt x="796" y="300"/>
                    </a:moveTo>
                    <a:cubicBezTo>
                      <a:pt x="782" y="314"/>
                      <a:pt x="761" y="314"/>
                      <a:pt x="747" y="300"/>
                    </a:cubicBezTo>
                    <a:cubicBezTo>
                      <a:pt x="619" y="171"/>
                      <a:pt x="409" y="171"/>
                      <a:pt x="281" y="300"/>
                    </a:cubicBezTo>
                    <a:cubicBezTo>
                      <a:pt x="268" y="314"/>
                      <a:pt x="246" y="314"/>
                      <a:pt x="233" y="300"/>
                    </a:cubicBezTo>
                    <a:cubicBezTo>
                      <a:pt x="219" y="287"/>
                      <a:pt x="219" y="265"/>
                      <a:pt x="233" y="252"/>
                    </a:cubicBezTo>
                    <a:cubicBezTo>
                      <a:pt x="308" y="177"/>
                      <a:pt x="407" y="135"/>
                      <a:pt x="514" y="135"/>
                    </a:cubicBezTo>
                    <a:cubicBezTo>
                      <a:pt x="620" y="135"/>
                      <a:pt x="720" y="177"/>
                      <a:pt x="796" y="252"/>
                    </a:cubicBezTo>
                    <a:cubicBezTo>
                      <a:pt x="809" y="265"/>
                      <a:pt x="809" y="287"/>
                      <a:pt x="796" y="300"/>
                    </a:cubicBezTo>
                    <a:moveTo>
                      <a:pt x="699" y="397"/>
                    </a:moveTo>
                    <a:cubicBezTo>
                      <a:pt x="686" y="410"/>
                      <a:pt x="664" y="410"/>
                      <a:pt x="651" y="397"/>
                    </a:cubicBezTo>
                    <a:cubicBezTo>
                      <a:pt x="614" y="360"/>
                      <a:pt x="565" y="340"/>
                      <a:pt x="514" y="340"/>
                    </a:cubicBezTo>
                    <a:cubicBezTo>
                      <a:pt x="462" y="340"/>
                      <a:pt x="413" y="360"/>
                      <a:pt x="377" y="397"/>
                    </a:cubicBezTo>
                    <a:cubicBezTo>
                      <a:pt x="363" y="410"/>
                      <a:pt x="343" y="410"/>
                      <a:pt x="329" y="397"/>
                    </a:cubicBezTo>
                    <a:cubicBezTo>
                      <a:pt x="316" y="384"/>
                      <a:pt x="316" y="362"/>
                      <a:pt x="329" y="349"/>
                    </a:cubicBezTo>
                    <a:cubicBezTo>
                      <a:pt x="378" y="299"/>
                      <a:pt x="444" y="272"/>
                      <a:pt x="514" y="272"/>
                    </a:cubicBezTo>
                    <a:cubicBezTo>
                      <a:pt x="584" y="272"/>
                      <a:pt x="650" y="299"/>
                      <a:pt x="699" y="349"/>
                    </a:cubicBezTo>
                    <a:cubicBezTo>
                      <a:pt x="712" y="362"/>
                      <a:pt x="712" y="384"/>
                      <a:pt x="699" y="397"/>
                    </a:cubicBezTo>
                    <a:moveTo>
                      <a:pt x="602" y="494"/>
                    </a:moveTo>
                    <a:cubicBezTo>
                      <a:pt x="596" y="500"/>
                      <a:pt x="587" y="504"/>
                      <a:pt x="578" y="504"/>
                    </a:cubicBezTo>
                    <a:cubicBezTo>
                      <a:pt x="569" y="504"/>
                      <a:pt x="561" y="500"/>
                      <a:pt x="554" y="494"/>
                    </a:cubicBezTo>
                    <a:cubicBezTo>
                      <a:pt x="543" y="483"/>
                      <a:pt x="529" y="477"/>
                      <a:pt x="514" y="477"/>
                    </a:cubicBezTo>
                    <a:cubicBezTo>
                      <a:pt x="499" y="477"/>
                      <a:pt x="484" y="483"/>
                      <a:pt x="473" y="494"/>
                    </a:cubicBezTo>
                    <a:cubicBezTo>
                      <a:pt x="460" y="507"/>
                      <a:pt x="438" y="507"/>
                      <a:pt x="425" y="494"/>
                    </a:cubicBezTo>
                    <a:cubicBezTo>
                      <a:pt x="412" y="480"/>
                      <a:pt x="412" y="459"/>
                      <a:pt x="425" y="445"/>
                    </a:cubicBezTo>
                    <a:cubicBezTo>
                      <a:pt x="474" y="396"/>
                      <a:pt x="553" y="396"/>
                      <a:pt x="602" y="445"/>
                    </a:cubicBezTo>
                    <a:cubicBezTo>
                      <a:pt x="616" y="459"/>
                      <a:pt x="616" y="480"/>
                      <a:pt x="602" y="494"/>
                    </a:cubicBezTo>
                    <a:moveTo>
                      <a:pt x="1029" y="103"/>
                    </a:moveTo>
                    <a:cubicBezTo>
                      <a:pt x="1029" y="46"/>
                      <a:pt x="983" y="0"/>
                      <a:pt x="926" y="0"/>
                    </a:cubicBezTo>
                    <a:lnTo>
                      <a:pt x="102" y="0"/>
                    </a:lnTo>
                    <a:cubicBezTo>
                      <a:pt x="46" y="0"/>
                      <a:pt x="0" y="46"/>
                      <a:pt x="0" y="103"/>
                    </a:cubicBezTo>
                    <a:lnTo>
                      <a:pt x="0" y="638"/>
                    </a:lnTo>
                    <a:lnTo>
                      <a:pt x="1029" y="638"/>
                    </a:lnTo>
                    <a:lnTo>
                      <a:pt x="1029" y="10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168" name="Google Shape;1168;p20"/>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4">
    <p:spTree>
      <p:nvGrpSpPr>
        <p:cNvPr id="1169" name="Shape 1169"/>
        <p:cNvGrpSpPr/>
        <p:nvPr/>
      </p:nvGrpSpPr>
      <p:grpSpPr>
        <a:xfrm>
          <a:off x="0" y="0"/>
          <a:ext cx="0" cy="0"/>
          <a:chOff x="0" y="0"/>
          <a:chExt cx="0" cy="0"/>
        </a:xfrm>
      </p:grpSpPr>
      <p:grpSp>
        <p:nvGrpSpPr>
          <p:cNvPr id="1170" name="Google Shape;1170;p21"/>
          <p:cNvGrpSpPr/>
          <p:nvPr/>
        </p:nvGrpSpPr>
        <p:grpSpPr>
          <a:xfrm>
            <a:off x="-87450" y="-58650"/>
            <a:ext cx="9318900" cy="5260800"/>
            <a:chOff x="-87450" y="-58650"/>
            <a:chExt cx="9318900" cy="5260800"/>
          </a:xfrm>
        </p:grpSpPr>
        <p:grpSp>
          <p:nvGrpSpPr>
            <p:cNvPr id="1171" name="Google Shape;1171;p21"/>
            <p:cNvGrpSpPr/>
            <p:nvPr/>
          </p:nvGrpSpPr>
          <p:grpSpPr>
            <a:xfrm>
              <a:off x="129563" y="-58650"/>
              <a:ext cx="8884875" cy="5260800"/>
              <a:chOff x="129563" y="-58650"/>
              <a:chExt cx="8884875" cy="5260800"/>
            </a:xfrm>
          </p:grpSpPr>
          <p:cxnSp>
            <p:nvCxnSpPr>
              <p:cNvPr id="1172" name="Google Shape;1172;p21"/>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3" name="Google Shape;1173;p21"/>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4" name="Google Shape;1174;p21"/>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5" name="Google Shape;1175;p21"/>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6" name="Google Shape;1176;p21"/>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7" name="Google Shape;1177;p21"/>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8" name="Google Shape;1178;p21"/>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79" name="Google Shape;1179;p21"/>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0" name="Google Shape;1180;p21"/>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1" name="Google Shape;1181;p21"/>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2" name="Google Shape;1182;p21"/>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3" name="Google Shape;1183;p21"/>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4" name="Google Shape;1184;p21"/>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5" name="Google Shape;1185;p21"/>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6" name="Google Shape;1186;p21"/>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7" name="Google Shape;1187;p21"/>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8" name="Google Shape;1188;p21"/>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89" name="Google Shape;1189;p21"/>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0" name="Google Shape;1190;p21"/>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1" name="Google Shape;1191;p21"/>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2" name="Google Shape;1192;p21"/>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3" name="Google Shape;1193;p21"/>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4" name="Google Shape;1194;p21"/>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5" name="Google Shape;1195;p21"/>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6" name="Google Shape;1196;p21"/>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7" name="Google Shape;1197;p21"/>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8" name="Google Shape;1198;p21"/>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199" name="Google Shape;1199;p21"/>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00" name="Google Shape;1200;p21"/>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201" name="Google Shape;1201;p21"/>
            <p:cNvGrpSpPr/>
            <p:nvPr/>
          </p:nvGrpSpPr>
          <p:grpSpPr>
            <a:xfrm>
              <a:off x="-87450" y="171125"/>
              <a:ext cx="9318900" cy="4801250"/>
              <a:chOff x="-87450" y="281675"/>
              <a:chExt cx="9318900" cy="4801250"/>
            </a:xfrm>
          </p:grpSpPr>
          <p:cxnSp>
            <p:nvCxnSpPr>
              <p:cNvPr id="1202" name="Google Shape;1202;p21"/>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3" name="Google Shape;1203;p21"/>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4" name="Google Shape;1204;p21"/>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5" name="Google Shape;1205;p21"/>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6" name="Google Shape;1206;p21"/>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7" name="Google Shape;1207;p21"/>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8" name="Google Shape;1208;p21"/>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09" name="Google Shape;1209;p21"/>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0" name="Google Shape;1210;p21"/>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1" name="Google Shape;1211;p21"/>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2" name="Google Shape;1212;p21"/>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3" name="Google Shape;1213;p21"/>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4" name="Google Shape;1214;p21"/>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5" name="Google Shape;1215;p21"/>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6" name="Google Shape;1216;p21"/>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17" name="Google Shape;1217;p21"/>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218" name="Google Shape;1218;p21"/>
          <p:cNvPicPr preferRelativeResize="0"/>
          <p:nvPr/>
        </p:nvPicPr>
        <p:blipFill>
          <a:blip r:embed="rId2">
            <a:alphaModFix/>
          </a:blip>
          <a:stretch>
            <a:fillRect/>
          </a:stretch>
        </p:blipFill>
        <p:spPr>
          <a:xfrm rot="10800000">
            <a:off x="840789" y="-2127500"/>
            <a:ext cx="7462422" cy="4064500"/>
          </a:xfrm>
          <a:prstGeom prst="rect">
            <a:avLst/>
          </a:prstGeom>
          <a:noFill/>
          <a:ln>
            <a:noFill/>
          </a:ln>
        </p:spPr>
      </p:pic>
      <p:sp>
        <p:nvSpPr>
          <p:cNvPr id="1219" name="Google Shape;1219;p21"/>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20" name="Google Shape;1220;p21"/>
          <p:cNvGrpSpPr/>
          <p:nvPr/>
        </p:nvGrpSpPr>
        <p:grpSpPr>
          <a:xfrm>
            <a:off x="8068550" y="543532"/>
            <a:ext cx="667500" cy="667500"/>
            <a:chOff x="8068550" y="543532"/>
            <a:chExt cx="667500" cy="667500"/>
          </a:xfrm>
        </p:grpSpPr>
        <p:sp>
          <p:nvSpPr>
            <p:cNvPr id="1221" name="Google Shape;1221;p21"/>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222" name="Google Shape;1222;p21"/>
            <p:cNvGrpSpPr/>
            <p:nvPr/>
          </p:nvGrpSpPr>
          <p:grpSpPr>
            <a:xfrm>
              <a:off x="8235293" y="658076"/>
              <a:ext cx="334012" cy="438405"/>
              <a:chOff x="1911600" y="1894320"/>
              <a:chExt cx="304200" cy="399240"/>
            </a:xfrm>
          </p:grpSpPr>
          <p:sp>
            <p:nvSpPr>
              <p:cNvPr id="1223" name="Google Shape;1223;p21"/>
              <p:cNvSpPr/>
              <p:nvPr/>
            </p:nvSpPr>
            <p:spPr>
              <a:xfrm>
                <a:off x="2028600" y="2104560"/>
                <a:ext cx="117000" cy="23400"/>
              </a:xfrm>
              <a:custGeom>
                <a:rect b="b" l="l" r="r" t="t"/>
                <a:pathLst>
                  <a:path extrusionOk="0" h="65" w="325">
                    <a:moveTo>
                      <a:pt x="0" y="0"/>
                    </a:moveTo>
                    <a:lnTo>
                      <a:pt x="325" y="0"/>
                    </a:lnTo>
                    <a:lnTo>
                      <a:pt x="325" y="65"/>
                    </a:lnTo>
                    <a:lnTo>
                      <a:pt x="0" y="65"/>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24" name="Google Shape;1224;p21"/>
              <p:cNvSpPr/>
              <p:nvPr/>
            </p:nvSpPr>
            <p:spPr>
              <a:xfrm>
                <a:off x="2028600" y="2151360"/>
                <a:ext cx="117000" cy="70200"/>
              </a:xfrm>
              <a:custGeom>
                <a:rect b="b" l="l" r="r" t="t"/>
                <a:pathLst>
                  <a:path extrusionOk="0" h="195" w="325">
                    <a:moveTo>
                      <a:pt x="0" y="0"/>
                    </a:moveTo>
                    <a:lnTo>
                      <a:pt x="325" y="0"/>
                    </a:lnTo>
                    <a:lnTo>
                      <a:pt x="325" y="195"/>
                    </a:lnTo>
                    <a:lnTo>
                      <a:pt x="0" y="195"/>
                    </a:lnTo>
                    <a:lnTo>
                      <a:pt x="0" y="0"/>
                    </a:lnTo>
                    <a:close/>
                  </a:path>
                </a:pathLst>
              </a:custGeom>
              <a:solidFill>
                <a:schemeClr val="accent6"/>
              </a:solidFill>
              <a:ln>
                <a:noFill/>
              </a:ln>
            </p:spPr>
            <p:txBody>
              <a:bodyPr anchorCtr="1" anchor="ctr" bIns="25200" lIns="90000" spcFirstLastPara="1" rIns="90000" wrap="square" tIns="25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25" name="Google Shape;1225;p21"/>
              <p:cNvSpPr/>
              <p:nvPr/>
            </p:nvSpPr>
            <p:spPr>
              <a:xfrm>
                <a:off x="1981800" y="2151360"/>
                <a:ext cx="23400" cy="70200"/>
              </a:xfrm>
              <a:custGeom>
                <a:rect b="b" l="l" r="r" t="t"/>
                <a:pathLst>
                  <a:path extrusionOk="0" h="195" w="65">
                    <a:moveTo>
                      <a:pt x="0" y="0"/>
                    </a:moveTo>
                    <a:lnTo>
                      <a:pt x="65" y="0"/>
                    </a:lnTo>
                    <a:lnTo>
                      <a:pt x="65" y="195"/>
                    </a:lnTo>
                    <a:lnTo>
                      <a:pt x="0" y="195"/>
                    </a:lnTo>
                    <a:lnTo>
                      <a:pt x="0" y="0"/>
                    </a:lnTo>
                    <a:close/>
                  </a:path>
                </a:pathLst>
              </a:custGeom>
              <a:solidFill>
                <a:schemeClr val="accent6"/>
              </a:solidFill>
              <a:ln>
                <a:noFill/>
              </a:ln>
            </p:spPr>
            <p:txBody>
              <a:bodyPr anchorCtr="1" anchor="ctr" bIns="25200" lIns="90000" spcFirstLastPara="1" rIns="90000" wrap="square" tIns="25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26" name="Google Shape;1226;p21"/>
              <p:cNvSpPr/>
              <p:nvPr/>
            </p:nvSpPr>
            <p:spPr>
              <a:xfrm>
                <a:off x="1981800" y="2104560"/>
                <a:ext cx="23400" cy="23400"/>
              </a:xfrm>
              <a:custGeom>
                <a:rect b="b" l="l" r="r" t="t"/>
                <a:pathLst>
                  <a:path extrusionOk="0" h="65" w="65">
                    <a:moveTo>
                      <a:pt x="0" y="0"/>
                    </a:moveTo>
                    <a:lnTo>
                      <a:pt x="65" y="0"/>
                    </a:lnTo>
                    <a:lnTo>
                      <a:pt x="65" y="65"/>
                    </a:lnTo>
                    <a:lnTo>
                      <a:pt x="0" y="65"/>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27" name="Google Shape;1227;p21"/>
              <p:cNvSpPr/>
              <p:nvPr/>
            </p:nvSpPr>
            <p:spPr>
              <a:xfrm>
                <a:off x="1911600" y="1894320"/>
                <a:ext cx="304200" cy="399240"/>
              </a:xfrm>
              <a:custGeom>
                <a:rect b="b" l="l" r="r" t="t"/>
                <a:pathLst>
                  <a:path extrusionOk="0" h="1109" w="845">
                    <a:moveTo>
                      <a:pt x="723" y="358"/>
                    </a:moveTo>
                    <a:cubicBezTo>
                      <a:pt x="718" y="388"/>
                      <a:pt x="695" y="419"/>
                      <a:pt x="659" y="428"/>
                    </a:cubicBezTo>
                    <a:lnTo>
                      <a:pt x="659" y="443"/>
                    </a:lnTo>
                    <a:cubicBezTo>
                      <a:pt x="659" y="455"/>
                      <a:pt x="649" y="465"/>
                      <a:pt x="637" y="465"/>
                    </a:cubicBezTo>
                    <a:cubicBezTo>
                      <a:pt x="625" y="465"/>
                      <a:pt x="616" y="455"/>
                      <a:pt x="616" y="443"/>
                    </a:cubicBezTo>
                    <a:lnTo>
                      <a:pt x="616" y="430"/>
                    </a:lnTo>
                    <a:cubicBezTo>
                      <a:pt x="598" y="429"/>
                      <a:pt x="584" y="424"/>
                      <a:pt x="563" y="410"/>
                    </a:cubicBezTo>
                    <a:cubicBezTo>
                      <a:pt x="553" y="404"/>
                      <a:pt x="550" y="390"/>
                      <a:pt x="557" y="380"/>
                    </a:cubicBezTo>
                    <a:cubicBezTo>
                      <a:pt x="563" y="370"/>
                      <a:pt x="577" y="368"/>
                      <a:pt x="587" y="374"/>
                    </a:cubicBezTo>
                    <a:cubicBezTo>
                      <a:pt x="599" y="382"/>
                      <a:pt x="606" y="385"/>
                      <a:pt x="616" y="386"/>
                    </a:cubicBezTo>
                    <a:lnTo>
                      <a:pt x="616" y="295"/>
                    </a:lnTo>
                    <a:cubicBezTo>
                      <a:pt x="602" y="289"/>
                      <a:pt x="592" y="282"/>
                      <a:pt x="583" y="276"/>
                    </a:cubicBezTo>
                    <a:cubicBezTo>
                      <a:pt x="565" y="262"/>
                      <a:pt x="557" y="238"/>
                      <a:pt x="562" y="213"/>
                    </a:cubicBezTo>
                    <a:cubicBezTo>
                      <a:pt x="567" y="185"/>
                      <a:pt x="586" y="164"/>
                      <a:pt x="612" y="156"/>
                    </a:cubicBezTo>
                    <a:cubicBezTo>
                      <a:pt x="613" y="155"/>
                      <a:pt x="614" y="155"/>
                      <a:pt x="616" y="155"/>
                    </a:cubicBezTo>
                    <a:lnTo>
                      <a:pt x="616" y="141"/>
                    </a:lnTo>
                    <a:cubicBezTo>
                      <a:pt x="616" y="129"/>
                      <a:pt x="625" y="119"/>
                      <a:pt x="637" y="119"/>
                    </a:cubicBezTo>
                    <a:cubicBezTo>
                      <a:pt x="649" y="119"/>
                      <a:pt x="659" y="129"/>
                      <a:pt x="659" y="141"/>
                    </a:cubicBezTo>
                    <a:lnTo>
                      <a:pt x="659" y="152"/>
                    </a:lnTo>
                    <a:cubicBezTo>
                      <a:pt x="680" y="156"/>
                      <a:pt x="695" y="166"/>
                      <a:pt x="702" y="175"/>
                    </a:cubicBezTo>
                    <a:cubicBezTo>
                      <a:pt x="710" y="184"/>
                      <a:pt x="709" y="197"/>
                      <a:pt x="700" y="205"/>
                    </a:cubicBezTo>
                    <a:cubicBezTo>
                      <a:pt x="691" y="213"/>
                      <a:pt x="678" y="212"/>
                      <a:pt x="670" y="203"/>
                    </a:cubicBezTo>
                    <a:cubicBezTo>
                      <a:pt x="669" y="203"/>
                      <a:pt x="666" y="199"/>
                      <a:pt x="659" y="197"/>
                    </a:cubicBezTo>
                    <a:lnTo>
                      <a:pt x="659" y="266"/>
                    </a:lnTo>
                    <a:cubicBezTo>
                      <a:pt x="663" y="267"/>
                      <a:pt x="667" y="269"/>
                      <a:pt x="671" y="270"/>
                    </a:cubicBezTo>
                    <a:cubicBezTo>
                      <a:pt x="709" y="284"/>
                      <a:pt x="730" y="319"/>
                      <a:pt x="723" y="358"/>
                    </a:cubicBezTo>
                    <a:moveTo>
                      <a:pt x="715" y="942"/>
                    </a:moveTo>
                    <a:cubicBezTo>
                      <a:pt x="715" y="960"/>
                      <a:pt x="700" y="974"/>
                      <a:pt x="682" y="974"/>
                    </a:cubicBezTo>
                    <a:lnTo>
                      <a:pt x="162" y="974"/>
                    </a:lnTo>
                    <a:cubicBezTo>
                      <a:pt x="144" y="974"/>
                      <a:pt x="130" y="960"/>
                      <a:pt x="130" y="942"/>
                    </a:cubicBezTo>
                    <a:lnTo>
                      <a:pt x="130" y="552"/>
                    </a:lnTo>
                    <a:cubicBezTo>
                      <a:pt x="130" y="534"/>
                      <a:pt x="144" y="519"/>
                      <a:pt x="162" y="519"/>
                    </a:cubicBezTo>
                    <a:lnTo>
                      <a:pt x="682" y="519"/>
                    </a:lnTo>
                    <a:cubicBezTo>
                      <a:pt x="700" y="519"/>
                      <a:pt x="715" y="534"/>
                      <a:pt x="715" y="552"/>
                    </a:cubicBezTo>
                    <a:lnTo>
                      <a:pt x="715" y="942"/>
                    </a:lnTo>
                    <a:moveTo>
                      <a:pt x="162" y="389"/>
                    </a:moveTo>
                    <a:lnTo>
                      <a:pt x="466" y="389"/>
                    </a:lnTo>
                    <a:cubicBezTo>
                      <a:pt x="484" y="389"/>
                      <a:pt x="498" y="404"/>
                      <a:pt x="498" y="422"/>
                    </a:cubicBezTo>
                    <a:cubicBezTo>
                      <a:pt x="498" y="440"/>
                      <a:pt x="484" y="454"/>
                      <a:pt x="466" y="454"/>
                    </a:cubicBezTo>
                    <a:lnTo>
                      <a:pt x="162" y="454"/>
                    </a:lnTo>
                    <a:cubicBezTo>
                      <a:pt x="144" y="454"/>
                      <a:pt x="130" y="440"/>
                      <a:pt x="130" y="422"/>
                    </a:cubicBezTo>
                    <a:cubicBezTo>
                      <a:pt x="130" y="404"/>
                      <a:pt x="144" y="389"/>
                      <a:pt x="162" y="389"/>
                    </a:cubicBezTo>
                    <a:moveTo>
                      <a:pt x="162" y="259"/>
                    </a:moveTo>
                    <a:lnTo>
                      <a:pt x="466" y="259"/>
                    </a:lnTo>
                    <a:cubicBezTo>
                      <a:pt x="484" y="259"/>
                      <a:pt x="498" y="274"/>
                      <a:pt x="498" y="292"/>
                    </a:cubicBezTo>
                    <a:cubicBezTo>
                      <a:pt x="498" y="310"/>
                      <a:pt x="484" y="324"/>
                      <a:pt x="466" y="324"/>
                    </a:cubicBezTo>
                    <a:lnTo>
                      <a:pt x="162" y="324"/>
                    </a:lnTo>
                    <a:cubicBezTo>
                      <a:pt x="144" y="324"/>
                      <a:pt x="130" y="310"/>
                      <a:pt x="130" y="292"/>
                    </a:cubicBezTo>
                    <a:cubicBezTo>
                      <a:pt x="130" y="274"/>
                      <a:pt x="144" y="259"/>
                      <a:pt x="162" y="259"/>
                    </a:cubicBezTo>
                    <a:moveTo>
                      <a:pt x="162" y="130"/>
                    </a:moveTo>
                    <a:lnTo>
                      <a:pt x="466" y="130"/>
                    </a:lnTo>
                    <a:cubicBezTo>
                      <a:pt x="484" y="130"/>
                      <a:pt x="498" y="145"/>
                      <a:pt x="498" y="163"/>
                    </a:cubicBezTo>
                    <a:cubicBezTo>
                      <a:pt x="498" y="181"/>
                      <a:pt x="484" y="195"/>
                      <a:pt x="466" y="195"/>
                    </a:cubicBezTo>
                    <a:lnTo>
                      <a:pt x="162" y="195"/>
                    </a:lnTo>
                    <a:cubicBezTo>
                      <a:pt x="144" y="195"/>
                      <a:pt x="130" y="181"/>
                      <a:pt x="130" y="163"/>
                    </a:cubicBezTo>
                    <a:cubicBezTo>
                      <a:pt x="130" y="145"/>
                      <a:pt x="144" y="130"/>
                      <a:pt x="162" y="130"/>
                    </a:cubicBezTo>
                    <a:moveTo>
                      <a:pt x="812" y="0"/>
                    </a:moveTo>
                    <a:lnTo>
                      <a:pt x="32" y="0"/>
                    </a:lnTo>
                    <a:cubicBezTo>
                      <a:pt x="14" y="0"/>
                      <a:pt x="0" y="15"/>
                      <a:pt x="0" y="33"/>
                    </a:cubicBezTo>
                    <a:lnTo>
                      <a:pt x="0" y="1076"/>
                    </a:lnTo>
                    <a:cubicBezTo>
                      <a:pt x="0" y="1094"/>
                      <a:pt x="14" y="1109"/>
                      <a:pt x="32" y="1109"/>
                    </a:cubicBezTo>
                    <a:lnTo>
                      <a:pt x="812" y="1109"/>
                    </a:lnTo>
                    <a:cubicBezTo>
                      <a:pt x="830" y="1109"/>
                      <a:pt x="845" y="1094"/>
                      <a:pt x="845" y="1076"/>
                    </a:cubicBezTo>
                    <a:lnTo>
                      <a:pt x="845" y="33"/>
                    </a:lnTo>
                    <a:cubicBezTo>
                      <a:pt x="845" y="15"/>
                      <a:pt x="830" y="0"/>
                      <a:pt x="81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28" name="Google Shape;1228;p21"/>
              <p:cNvSpPr/>
              <p:nvPr/>
            </p:nvSpPr>
            <p:spPr>
              <a:xfrm>
                <a:off x="2148840" y="2006640"/>
                <a:ext cx="7920" cy="25200"/>
              </a:xfrm>
              <a:custGeom>
                <a:rect b="b" l="l" r="r" t="t"/>
                <a:pathLst>
                  <a:path extrusionOk="0" h="70" w="22">
                    <a:moveTo>
                      <a:pt x="0" y="0"/>
                    </a:moveTo>
                    <a:lnTo>
                      <a:pt x="0" y="70"/>
                    </a:lnTo>
                    <a:cubicBezTo>
                      <a:pt x="12" y="63"/>
                      <a:pt x="20" y="50"/>
                      <a:pt x="22" y="39"/>
                    </a:cubicBezTo>
                    <a:cubicBezTo>
                      <a:pt x="23" y="30"/>
                      <a:pt x="23" y="10"/>
                      <a:pt x="0"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29" name="Google Shape;1229;p21"/>
              <p:cNvSpPr/>
              <p:nvPr/>
            </p:nvSpPr>
            <p:spPr>
              <a:xfrm>
                <a:off x="2128680" y="1967040"/>
                <a:ext cx="4680" cy="16200"/>
              </a:xfrm>
              <a:custGeom>
                <a:rect b="b" l="l" r="r" t="t"/>
                <a:pathLst>
                  <a:path extrusionOk="0" h="45" w="13">
                    <a:moveTo>
                      <a:pt x="1" y="19"/>
                    </a:moveTo>
                    <a:cubicBezTo>
                      <a:pt x="-1" y="28"/>
                      <a:pt x="2" y="37"/>
                      <a:pt x="7" y="41"/>
                    </a:cubicBezTo>
                    <a:cubicBezTo>
                      <a:pt x="9" y="42"/>
                      <a:pt x="11" y="44"/>
                      <a:pt x="13" y="45"/>
                    </a:cubicBezTo>
                    <a:lnTo>
                      <a:pt x="13" y="0"/>
                    </a:lnTo>
                    <a:cubicBezTo>
                      <a:pt x="6" y="5"/>
                      <a:pt x="2" y="12"/>
                      <a:pt x="1" y="1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230" name="Google Shape;1230;p21"/>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5">
    <p:spTree>
      <p:nvGrpSpPr>
        <p:cNvPr id="1231" name="Shape 1231"/>
        <p:cNvGrpSpPr/>
        <p:nvPr/>
      </p:nvGrpSpPr>
      <p:grpSpPr>
        <a:xfrm>
          <a:off x="0" y="0"/>
          <a:ext cx="0" cy="0"/>
          <a:chOff x="0" y="0"/>
          <a:chExt cx="0" cy="0"/>
        </a:xfrm>
      </p:grpSpPr>
      <p:grpSp>
        <p:nvGrpSpPr>
          <p:cNvPr id="1232" name="Google Shape;1232;p22"/>
          <p:cNvGrpSpPr/>
          <p:nvPr/>
        </p:nvGrpSpPr>
        <p:grpSpPr>
          <a:xfrm>
            <a:off x="-87450" y="-58650"/>
            <a:ext cx="9318900" cy="5260800"/>
            <a:chOff x="-87450" y="-58650"/>
            <a:chExt cx="9318900" cy="5260800"/>
          </a:xfrm>
        </p:grpSpPr>
        <p:grpSp>
          <p:nvGrpSpPr>
            <p:cNvPr id="1233" name="Google Shape;1233;p22"/>
            <p:cNvGrpSpPr/>
            <p:nvPr/>
          </p:nvGrpSpPr>
          <p:grpSpPr>
            <a:xfrm>
              <a:off x="129563" y="-58650"/>
              <a:ext cx="8884875" cy="5260800"/>
              <a:chOff x="129563" y="-58650"/>
              <a:chExt cx="8884875" cy="5260800"/>
            </a:xfrm>
          </p:grpSpPr>
          <p:cxnSp>
            <p:nvCxnSpPr>
              <p:cNvPr id="1234" name="Google Shape;1234;p22"/>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35" name="Google Shape;1235;p22"/>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36" name="Google Shape;1236;p22"/>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37" name="Google Shape;1237;p22"/>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38" name="Google Shape;1238;p22"/>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39" name="Google Shape;1239;p22"/>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0" name="Google Shape;1240;p22"/>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1" name="Google Shape;1241;p22"/>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2" name="Google Shape;1242;p22"/>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3" name="Google Shape;1243;p22"/>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4" name="Google Shape;1244;p22"/>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5" name="Google Shape;1245;p22"/>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6" name="Google Shape;1246;p22"/>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7" name="Google Shape;1247;p22"/>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8" name="Google Shape;1248;p22"/>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49" name="Google Shape;1249;p22"/>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0" name="Google Shape;1250;p22"/>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1" name="Google Shape;1251;p22"/>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2" name="Google Shape;1252;p22"/>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3" name="Google Shape;1253;p22"/>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4" name="Google Shape;1254;p22"/>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5" name="Google Shape;1255;p22"/>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6" name="Google Shape;1256;p22"/>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7" name="Google Shape;1257;p22"/>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8" name="Google Shape;1258;p22"/>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59" name="Google Shape;1259;p22"/>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60" name="Google Shape;1260;p22"/>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61" name="Google Shape;1261;p22"/>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262" name="Google Shape;1262;p22"/>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263" name="Google Shape;1263;p22"/>
            <p:cNvGrpSpPr/>
            <p:nvPr/>
          </p:nvGrpSpPr>
          <p:grpSpPr>
            <a:xfrm>
              <a:off x="-87450" y="171125"/>
              <a:ext cx="9318900" cy="4801250"/>
              <a:chOff x="-87450" y="281675"/>
              <a:chExt cx="9318900" cy="4801250"/>
            </a:xfrm>
          </p:grpSpPr>
          <p:cxnSp>
            <p:nvCxnSpPr>
              <p:cNvPr id="1264" name="Google Shape;1264;p22"/>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65" name="Google Shape;1265;p22"/>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66" name="Google Shape;1266;p22"/>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67" name="Google Shape;1267;p22"/>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68" name="Google Shape;1268;p22"/>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69" name="Google Shape;1269;p22"/>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0" name="Google Shape;1270;p22"/>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1" name="Google Shape;1271;p22"/>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2" name="Google Shape;1272;p22"/>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3" name="Google Shape;1273;p22"/>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4" name="Google Shape;1274;p22"/>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5" name="Google Shape;1275;p22"/>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6" name="Google Shape;1276;p22"/>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7" name="Google Shape;1277;p22"/>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8" name="Google Shape;1278;p22"/>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279" name="Google Shape;1279;p22"/>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280" name="Google Shape;1280;p22"/>
          <p:cNvPicPr preferRelativeResize="0"/>
          <p:nvPr/>
        </p:nvPicPr>
        <p:blipFill>
          <a:blip r:embed="rId2">
            <a:alphaModFix/>
          </a:blip>
          <a:stretch>
            <a:fillRect/>
          </a:stretch>
        </p:blipFill>
        <p:spPr>
          <a:xfrm rot="-5400000">
            <a:off x="5107989" y="539500"/>
            <a:ext cx="7462422" cy="4064500"/>
          </a:xfrm>
          <a:prstGeom prst="rect">
            <a:avLst/>
          </a:prstGeom>
          <a:noFill/>
          <a:ln>
            <a:noFill/>
          </a:ln>
        </p:spPr>
      </p:pic>
      <p:sp>
        <p:nvSpPr>
          <p:cNvPr id="1281" name="Google Shape;1281;p22"/>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82" name="Google Shape;1282;p22"/>
          <p:cNvGrpSpPr/>
          <p:nvPr/>
        </p:nvGrpSpPr>
        <p:grpSpPr>
          <a:xfrm>
            <a:off x="8068550" y="543532"/>
            <a:ext cx="667500" cy="667500"/>
            <a:chOff x="8068550" y="543532"/>
            <a:chExt cx="667500" cy="667500"/>
          </a:xfrm>
        </p:grpSpPr>
        <p:sp>
          <p:nvSpPr>
            <p:cNvPr id="1283" name="Google Shape;1283;p22"/>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284" name="Google Shape;1284;p22"/>
            <p:cNvGrpSpPr/>
            <p:nvPr/>
          </p:nvGrpSpPr>
          <p:grpSpPr>
            <a:xfrm>
              <a:off x="8191979" y="666973"/>
              <a:ext cx="420622" cy="420613"/>
              <a:chOff x="1013400" y="4156560"/>
              <a:chExt cx="375120" cy="375480"/>
            </a:xfrm>
          </p:grpSpPr>
          <p:sp>
            <p:nvSpPr>
              <p:cNvPr id="1285" name="Google Shape;1285;p22"/>
              <p:cNvSpPr/>
              <p:nvPr/>
            </p:nvSpPr>
            <p:spPr>
              <a:xfrm>
                <a:off x="1094040" y="4242960"/>
                <a:ext cx="95040" cy="104400"/>
              </a:xfrm>
              <a:custGeom>
                <a:rect b="b" l="l" r="r" t="t"/>
                <a:pathLst>
                  <a:path extrusionOk="0" h="290" w="264">
                    <a:moveTo>
                      <a:pt x="264" y="157"/>
                    </a:moveTo>
                    <a:lnTo>
                      <a:pt x="264" y="64"/>
                    </a:lnTo>
                    <a:cubicBezTo>
                      <a:pt x="215" y="57"/>
                      <a:pt x="168" y="34"/>
                      <a:pt x="132" y="0"/>
                    </a:cubicBezTo>
                    <a:cubicBezTo>
                      <a:pt x="96" y="34"/>
                      <a:pt x="49" y="57"/>
                      <a:pt x="0" y="64"/>
                    </a:cubicBezTo>
                    <a:lnTo>
                      <a:pt x="0" y="157"/>
                    </a:lnTo>
                    <a:cubicBezTo>
                      <a:pt x="0" y="230"/>
                      <a:pt x="59" y="290"/>
                      <a:pt x="132" y="290"/>
                    </a:cubicBezTo>
                    <a:cubicBezTo>
                      <a:pt x="205" y="290"/>
                      <a:pt x="264" y="230"/>
                      <a:pt x="264" y="15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86" name="Google Shape;1286;p22"/>
              <p:cNvSpPr/>
              <p:nvPr/>
            </p:nvSpPr>
            <p:spPr>
              <a:xfrm>
                <a:off x="1035360" y="4156560"/>
                <a:ext cx="212400" cy="215640"/>
              </a:xfrm>
              <a:custGeom>
                <a:rect b="b" l="l" r="r" t="t"/>
                <a:pathLst>
                  <a:path extrusionOk="0" h="599" w="590">
                    <a:moveTo>
                      <a:pt x="163" y="570"/>
                    </a:moveTo>
                    <a:cubicBezTo>
                      <a:pt x="163" y="566"/>
                      <a:pt x="162" y="542"/>
                      <a:pt x="163" y="538"/>
                    </a:cubicBezTo>
                    <a:cubicBezTo>
                      <a:pt x="125" y="503"/>
                      <a:pt x="102" y="453"/>
                      <a:pt x="102" y="397"/>
                    </a:cubicBezTo>
                    <a:lnTo>
                      <a:pt x="102" y="275"/>
                    </a:lnTo>
                    <a:cubicBezTo>
                      <a:pt x="102" y="258"/>
                      <a:pt x="115" y="244"/>
                      <a:pt x="132" y="244"/>
                    </a:cubicBezTo>
                    <a:cubicBezTo>
                      <a:pt x="186" y="244"/>
                      <a:pt x="238" y="219"/>
                      <a:pt x="271" y="175"/>
                    </a:cubicBezTo>
                    <a:cubicBezTo>
                      <a:pt x="276" y="168"/>
                      <a:pt x="285" y="163"/>
                      <a:pt x="295" y="163"/>
                    </a:cubicBezTo>
                    <a:cubicBezTo>
                      <a:pt x="305" y="163"/>
                      <a:pt x="314" y="168"/>
                      <a:pt x="319" y="175"/>
                    </a:cubicBezTo>
                    <a:cubicBezTo>
                      <a:pt x="352" y="219"/>
                      <a:pt x="404" y="244"/>
                      <a:pt x="458" y="244"/>
                    </a:cubicBezTo>
                    <a:cubicBezTo>
                      <a:pt x="475" y="244"/>
                      <a:pt x="489" y="258"/>
                      <a:pt x="489" y="275"/>
                    </a:cubicBezTo>
                    <a:lnTo>
                      <a:pt x="489" y="397"/>
                    </a:lnTo>
                    <a:cubicBezTo>
                      <a:pt x="489" y="453"/>
                      <a:pt x="465" y="503"/>
                      <a:pt x="427" y="538"/>
                    </a:cubicBezTo>
                    <a:cubicBezTo>
                      <a:pt x="428" y="542"/>
                      <a:pt x="427" y="566"/>
                      <a:pt x="427" y="570"/>
                    </a:cubicBezTo>
                    <a:lnTo>
                      <a:pt x="478" y="570"/>
                    </a:lnTo>
                    <a:cubicBezTo>
                      <a:pt x="518" y="570"/>
                      <a:pt x="557" y="581"/>
                      <a:pt x="590" y="599"/>
                    </a:cubicBezTo>
                    <a:lnTo>
                      <a:pt x="590" y="295"/>
                    </a:lnTo>
                    <a:cubicBezTo>
                      <a:pt x="590" y="133"/>
                      <a:pt x="458" y="0"/>
                      <a:pt x="295" y="0"/>
                    </a:cubicBezTo>
                    <a:cubicBezTo>
                      <a:pt x="132" y="0"/>
                      <a:pt x="0" y="133"/>
                      <a:pt x="0" y="295"/>
                    </a:cubicBezTo>
                    <a:lnTo>
                      <a:pt x="0" y="599"/>
                    </a:lnTo>
                    <a:cubicBezTo>
                      <a:pt x="33" y="581"/>
                      <a:pt x="71" y="570"/>
                      <a:pt x="112" y="570"/>
                    </a:cubicBezTo>
                    <a:lnTo>
                      <a:pt x="163" y="57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87" name="Google Shape;1287;p22"/>
              <p:cNvSpPr/>
              <p:nvPr/>
            </p:nvSpPr>
            <p:spPr>
              <a:xfrm>
                <a:off x="1116000" y="4364280"/>
                <a:ext cx="51120" cy="52560"/>
              </a:xfrm>
              <a:custGeom>
                <a:rect b="b" l="l" r="r" t="t"/>
                <a:pathLst>
                  <a:path extrusionOk="0" h="146" w="142">
                    <a:moveTo>
                      <a:pt x="0" y="0"/>
                    </a:moveTo>
                    <a:lnTo>
                      <a:pt x="0" y="75"/>
                    </a:lnTo>
                    <a:cubicBezTo>
                      <a:pt x="0" y="114"/>
                      <a:pt x="32" y="146"/>
                      <a:pt x="71" y="146"/>
                    </a:cubicBezTo>
                    <a:cubicBezTo>
                      <a:pt x="110" y="146"/>
                      <a:pt x="142" y="114"/>
                      <a:pt x="142" y="75"/>
                    </a:cubicBezTo>
                    <a:lnTo>
                      <a:pt x="142" y="0"/>
                    </a:lnTo>
                    <a:cubicBezTo>
                      <a:pt x="120" y="9"/>
                      <a:pt x="96" y="14"/>
                      <a:pt x="71" y="14"/>
                    </a:cubicBezTo>
                    <a:cubicBezTo>
                      <a:pt x="46" y="14"/>
                      <a:pt x="22" y="9"/>
                      <a:pt x="0" y="0"/>
                    </a:cubicBezTo>
                    <a:close/>
                  </a:path>
                </a:pathLst>
              </a:custGeom>
              <a:solidFill>
                <a:schemeClr val="accent6"/>
              </a:solidFill>
              <a:ln>
                <a:noFill/>
              </a:ln>
            </p:spPr>
            <p:txBody>
              <a:bodyPr anchorCtr="1" anchor="ctr" bIns="7550" lIns="90000" spcFirstLastPara="1" rIns="90000" wrap="square" tIns="7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88" name="Google Shape;1288;p22"/>
              <p:cNvSpPr/>
              <p:nvPr/>
            </p:nvSpPr>
            <p:spPr>
              <a:xfrm>
                <a:off x="1312920" y="4480200"/>
                <a:ext cx="21240" cy="42840"/>
              </a:xfrm>
              <a:custGeom>
                <a:rect b="b" l="l" r="r" t="t"/>
                <a:pathLst>
                  <a:path extrusionOk="0" h="119" w="59">
                    <a:moveTo>
                      <a:pt x="30" y="119"/>
                    </a:moveTo>
                    <a:cubicBezTo>
                      <a:pt x="39" y="107"/>
                      <a:pt x="55" y="66"/>
                      <a:pt x="59" y="0"/>
                    </a:cubicBezTo>
                    <a:lnTo>
                      <a:pt x="0" y="0"/>
                    </a:lnTo>
                    <a:cubicBezTo>
                      <a:pt x="4" y="66"/>
                      <a:pt x="20" y="107"/>
                      <a:pt x="30" y="11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89" name="Google Shape;1289;p22"/>
              <p:cNvSpPr/>
              <p:nvPr/>
            </p:nvSpPr>
            <p:spPr>
              <a:xfrm>
                <a:off x="1312920" y="4415400"/>
                <a:ext cx="21240" cy="42840"/>
              </a:xfrm>
              <a:custGeom>
                <a:rect b="b" l="l" r="r" t="t"/>
                <a:pathLst>
                  <a:path extrusionOk="0" h="119" w="59">
                    <a:moveTo>
                      <a:pt x="0" y="119"/>
                    </a:moveTo>
                    <a:lnTo>
                      <a:pt x="59" y="119"/>
                    </a:lnTo>
                    <a:cubicBezTo>
                      <a:pt x="55" y="53"/>
                      <a:pt x="40" y="12"/>
                      <a:pt x="30" y="0"/>
                    </a:cubicBezTo>
                    <a:cubicBezTo>
                      <a:pt x="20" y="12"/>
                      <a:pt x="4" y="53"/>
                      <a:pt x="0" y="11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90" name="Google Shape;1290;p22"/>
              <p:cNvSpPr/>
              <p:nvPr/>
            </p:nvSpPr>
            <p:spPr>
              <a:xfrm>
                <a:off x="1343880" y="4406400"/>
                <a:ext cx="44640" cy="51840"/>
              </a:xfrm>
              <a:custGeom>
                <a:rect b="b" l="l" r="r" t="t"/>
                <a:pathLst>
                  <a:path extrusionOk="0" h="144" w="124">
                    <a:moveTo>
                      <a:pt x="124" y="144"/>
                    </a:moveTo>
                    <a:cubicBezTo>
                      <a:pt x="113" y="76"/>
                      <a:pt x="64" y="21"/>
                      <a:pt x="0" y="0"/>
                    </a:cubicBezTo>
                    <a:cubicBezTo>
                      <a:pt x="21" y="35"/>
                      <a:pt x="32" y="88"/>
                      <a:pt x="35" y="144"/>
                    </a:cubicBezTo>
                    <a:lnTo>
                      <a:pt x="124" y="144"/>
                    </a:lnTo>
                    <a:close/>
                  </a:path>
                </a:pathLst>
              </a:custGeom>
              <a:solidFill>
                <a:schemeClr val="accent6"/>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91" name="Google Shape;1291;p22"/>
              <p:cNvSpPr/>
              <p:nvPr/>
            </p:nvSpPr>
            <p:spPr>
              <a:xfrm>
                <a:off x="1258560" y="4406400"/>
                <a:ext cx="44640" cy="51840"/>
              </a:xfrm>
              <a:custGeom>
                <a:rect b="b" l="l" r="r" t="t"/>
                <a:pathLst>
                  <a:path extrusionOk="0" h="144" w="124">
                    <a:moveTo>
                      <a:pt x="0" y="144"/>
                    </a:moveTo>
                    <a:lnTo>
                      <a:pt x="90" y="144"/>
                    </a:lnTo>
                    <a:cubicBezTo>
                      <a:pt x="93" y="88"/>
                      <a:pt x="104" y="35"/>
                      <a:pt x="124" y="0"/>
                    </a:cubicBezTo>
                    <a:cubicBezTo>
                      <a:pt x="60" y="21"/>
                      <a:pt x="11" y="76"/>
                      <a:pt x="0" y="144"/>
                    </a:cubicBezTo>
                    <a:close/>
                  </a:path>
                </a:pathLst>
              </a:custGeom>
              <a:solidFill>
                <a:schemeClr val="accent6"/>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92" name="Google Shape;1292;p22"/>
              <p:cNvSpPr/>
              <p:nvPr/>
            </p:nvSpPr>
            <p:spPr>
              <a:xfrm>
                <a:off x="1258560" y="4480200"/>
                <a:ext cx="44640" cy="51840"/>
              </a:xfrm>
              <a:custGeom>
                <a:rect b="b" l="l" r="r" t="t"/>
                <a:pathLst>
                  <a:path extrusionOk="0" h="144" w="124">
                    <a:moveTo>
                      <a:pt x="0" y="0"/>
                    </a:moveTo>
                    <a:cubicBezTo>
                      <a:pt x="11" y="68"/>
                      <a:pt x="60" y="123"/>
                      <a:pt x="124" y="144"/>
                    </a:cubicBezTo>
                    <a:cubicBezTo>
                      <a:pt x="104" y="109"/>
                      <a:pt x="93" y="56"/>
                      <a:pt x="90" y="0"/>
                    </a:cubicBezTo>
                    <a:lnTo>
                      <a:pt x="0" y="0"/>
                    </a:lnTo>
                    <a:close/>
                  </a:path>
                </a:pathLst>
              </a:custGeom>
              <a:solidFill>
                <a:schemeClr val="accent6"/>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93" name="Google Shape;1293;p22"/>
              <p:cNvSpPr/>
              <p:nvPr/>
            </p:nvSpPr>
            <p:spPr>
              <a:xfrm>
                <a:off x="1343880" y="4480200"/>
                <a:ext cx="44640" cy="51840"/>
              </a:xfrm>
              <a:custGeom>
                <a:rect b="b" l="l" r="r" t="t"/>
                <a:pathLst>
                  <a:path extrusionOk="0" h="144" w="124">
                    <a:moveTo>
                      <a:pt x="0" y="144"/>
                    </a:moveTo>
                    <a:cubicBezTo>
                      <a:pt x="64" y="123"/>
                      <a:pt x="113" y="68"/>
                      <a:pt x="124" y="0"/>
                    </a:cubicBezTo>
                    <a:lnTo>
                      <a:pt x="35" y="0"/>
                    </a:lnTo>
                    <a:cubicBezTo>
                      <a:pt x="32" y="56"/>
                      <a:pt x="21" y="109"/>
                      <a:pt x="0" y="144"/>
                    </a:cubicBezTo>
                    <a:close/>
                  </a:path>
                </a:pathLst>
              </a:custGeom>
              <a:solidFill>
                <a:schemeClr val="accent6"/>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94" name="Google Shape;1294;p22"/>
              <p:cNvSpPr/>
              <p:nvPr/>
            </p:nvSpPr>
            <p:spPr>
              <a:xfrm>
                <a:off x="1013400" y="4383720"/>
                <a:ext cx="248760" cy="148320"/>
              </a:xfrm>
              <a:custGeom>
                <a:rect b="b" l="l" r="r" t="t"/>
                <a:pathLst>
                  <a:path extrusionOk="0" h="412" w="691">
                    <a:moveTo>
                      <a:pt x="681" y="74"/>
                    </a:moveTo>
                    <a:cubicBezTo>
                      <a:pt x="649" y="29"/>
                      <a:pt x="597" y="0"/>
                      <a:pt x="539" y="0"/>
                    </a:cubicBezTo>
                    <a:lnTo>
                      <a:pt x="488" y="0"/>
                    </a:lnTo>
                    <a:lnTo>
                      <a:pt x="488" y="21"/>
                    </a:lnTo>
                    <a:cubicBezTo>
                      <a:pt x="488" y="94"/>
                      <a:pt x="429" y="153"/>
                      <a:pt x="356" y="153"/>
                    </a:cubicBezTo>
                    <a:cubicBezTo>
                      <a:pt x="283" y="153"/>
                      <a:pt x="224" y="94"/>
                      <a:pt x="224" y="21"/>
                    </a:cubicBezTo>
                    <a:lnTo>
                      <a:pt x="224" y="0"/>
                    </a:lnTo>
                    <a:lnTo>
                      <a:pt x="173" y="0"/>
                    </a:lnTo>
                    <a:cubicBezTo>
                      <a:pt x="77" y="0"/>
                      <a:pt x="0" y="78"/>
                      <a:pt x="0" y="174"/>
                    </a:cubicBezTo>
                    <a:lnTo>
                      <a:pt x="0" y="412"/>
                    </a:lnTo>
                    <a:lnTo>
                      <a:pt x="122" y="412"/>
                    </a:lnTo>
                    <a:lnTo>
                      <a:pt x="122" y="255"/>
                    </a:lnTo>
                    <a:cubicBezTo>
                      <a:pt x="122" y="238"/>
                      <a:pt x="136" y="224"/>
                      <a:pt x="152" y="224"/>
                    </a:cubicBezTo>
                    <a:cubicBezTo>
                      <a:pt x="169" y="224"/>
                      <a:pt x="183" y="238"/>
                      <a:pt x="183" y="255"/>
                    </a:cubicBezTo>
                    <a:lnTo>
                      <a:pt x="183" y="412"/>
                    </a:lnTo>
                    <a:lnTo>
                      <a:pt x="529" y="412"/>
                    </a:lnTo>
                    <a:lnTo>
                      <a:pt x="529" y="255"/>
                    </a:lnTo>
                    <a:cubicBezTo>
                      <a:pt x="529" y="238"/>
                      <a:pt x="543" y="224"/>
                      <a:pt x="560" y="224"/>
                    </a:cubicBezTo>
                    <a:cubicBezTo>
                      <a:pt x="577" y="224"/>
                      <a:pt x="590" y="238"/>
                      <a:pt x="590" y="255"/>
                    </a:cubicBezTo>
                    <a:lnTo>
                      <a:pt x="590" y="412"/>
                    </a:lnTo>
                    <a:lnTo>
                      <a:pt x="691" y="412"/>
                    </a:lnTo>
                    <a:cubicBezTo>
                      <a:pt x="645" y="367"/>
                      <a:pt x="617" y="306"/>
                      <a:pt x="617" y="238"/>
                    </a:cubicBezTo>
                    <a:cubicBezTo>
                      <a:pt x="617" y="174"/>
                      <a:pt x="641" y="117"/>
                      <a:pt x="681" y="7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295" name="Google Shape;1295;p22"/>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6">
    <p:spTree>
      <p:nvGrpSpPr>
        <p:cNvPr id="1296" name="Shape 1296"/>
        <p:cNvGrpSpPr/>
        <p:nvPr/>
      </p:nvGrpSpPr>
      <p:grpSpPr>
        <a:xfrm>
          <a:off x="0" y="0"/>
          <a:ext cx="0" cy="0"/>
          <a:chOff x="0" y="0"/>
          <a:chExt cx="0" cy="0"/>
        </a:xfrm>
      </p:grpSpPr>
      <p:grpSp>
        <p:nvGrpSpPr>
          <p:cNvPr id="1297" name="Google Shape;1297;p23"/>
          <p:cNvGrpSpPr/>
          <p:nvPr/>
        </p:nvGrpSpPr>
        <p:grpSpPr>
          <a:xfrm>
            <a:off x="-87450" y="-58650"/>
            <a:ext cx="9318900" cy="5260800"/>
            <a:chOff x="-87450" y="-58650"/>
            <a:chExt cx="9318900" cy="5260800"/>
          </a:xfrm>
        </p:grpSpPr>
        <p:grpSp>
          <p:nvGrpSpPr>
            <p:cNvPr id="1298" name="Google Shape;1298;p23"/>
            <p:cNvGrpSpPr/>
            <p:nvPr/>
          </p:nvGrpSpPr>
          <p:grpSpPr>
            <a:xfrm>
              <a:off x="129563" y="-58650"/>
              <a:ext cx="8884875" cy="5260800"/>
              <a:chOff x="129563" y="-58650"/>
              <a:chExt cx="8884875" cy="5260800"/>
            </a:xfrm>
          </p:grpSpPr>
          <p:cxnSp>
            <p:nvCxnSpPr>
              <p:cNvPr id="1299" name="Google Shape;1299;p23"/>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0" name="Google Shape;1300;p23"/>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1" name="Google Shape;1301;p23"/>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2" name="Google Shape;1302;p23"/>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3" name="Google Shape;1303;p23"/>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4" name="Google Shape;1304;p23"/>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5" name="Google Shape;1305;p23"/>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6" name="Google Shape;1306;p23"/>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7" name="Google Shape;1307;p23"/>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8" name="Google Shape;1308;p23"/>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09" name="Google Shape;1309;p23"/>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0" name="Google Shape;1310;p23"/>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1" name="Google Shape;1311;p23"/>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2" name="Google Shape;1312;p23"/>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3" name="Google Shape;1313;p23"/>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4" name="Google Shape;1314;p23"/>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5" name="Google Shape;1315;p23"/>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6" name="Google Shape;1316;p23"/>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7" name="Google Shape;1317;p23"/>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8" name="Google Shape;1318;p23"/>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19" name="Google Shape;1319;p23"/>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0" name="Google Shape;1320;p23"/>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1" name="Google Shape;1321;p23"/>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2" name="Google Shape;1322;p23"/>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3" name="Google Shape;1323;p23"/>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4" name="Google Shape;1324;p23"/>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5" name="Google Shape;1325;p23"/>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6" name="Google Shape;1326;p23"/>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27" name="Google Shape;1327;p23"/>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328" name="Google Shape;1328;p23"/>
            <p:cNvGrpSpPr/>
            <p:nvPr/>
          </p:nvGrpSpPr>
          <p:grpSpPr>
            <a:xfrm>
              <a:off x="-87450" y="171125"/>
              <a:ext cx="9318900" cy="4801250"/>
              <a:chOff x="-87450" y="281675"/>
              <a:chExt cx="9318900" cy="4801250"/>
            </a:xfrm>
          </p:grpSpPr>
          <p:cxnSp>
            <p:nvCxnSpPr>
              <p:cNvPr id="1329" name="Google Shape;1329;p23"/>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0" name="Google Shape;1330;p23"/>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1" name="Google Shape;1331;p23"/>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2" name="Google Shape;1332;p23"/>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3" name="Google Shape;1333;p23"/>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4" name="Google Shape;1334;p23"/>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5" name="Google Shape;1335;p23"/>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6" name="Google Shape;1336;p23"/>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7" name="Google Shape;1337;p23"/>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8" name="Google Shape;1338;p23"/>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39" name="Google Shape;1339;p23"/>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40" name="Google Shape;1340;p23"/>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41" name="Google Shape;1341;p23"/>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42" name="Google Shape;1342;p23"/>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43" name="Google Shape;1343;p23"/>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44" name="Google Shape;1344;p23"/>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345" name="Google Shape;1345;p23"/>
          <p:cNvPicPr preferRelativeResize="0"/>
          <p:nvPr/>
        </p:nvPicPr>
        <p:blipFill>
          <a:blip r:embed="rId2">
            <a:alphaModFix/>
          </a:blip>
          <a:stretch>
            <a:fillRect/>
          </a:stretch>
        </p:blipFill>
        <p:spPr>
          <a:xfrm flipH="1" rot="5400000">
            <a:off x="-3017986" y="539500"/>
            <a:ext cx="7462422" cy="4064500"/>
          </a:xfrm>
          <a:prstGeom prst="rect">
            <a:avLst/>
          </a:prstGeom>
          <a:noFill/>
          <a:ln>
            <a:noFill/>
          </a:ln>
        </p:spPr>
      </p:pic>
      <p:grpSp>
        <p:nvGrpSpPr>
          <p:cNvPr id="1346" name="Google Shape;1346;p23"/>
          <p:cNvGrpSpPr/>
          <p:nvPr/>
        </p:nvGrpSpPr>
        <p:grpSpPr>
          <a:xfrm>
            <a:off x="8068550" y="543532"/>
            <a:ext cx="667500" cy="667500"/>
            <a:chOff x="8068550" y="543532"/>
            <a:chExt cx="667500" cy="667500"/>
          </a:xfrm>
        </p:grpSpPr>
        <p:sp>
          <p:nvSpPr>
            <p:cNvPr id="1347" name="Google Shape;1347;p23"/>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348" name="Google Shape;1348;p23"/>
            <p:cNvGrpSpPr/>
            <p:nvPr/>
          </p:nvGrpSpPr>
          <p:grpSpPr>
            <a:xfrm>
              <a:off x="8191994" y="666965"/>
              <a:ext cx="420620" cy="420614"/>
              <a:chOff x="5276160" y="1134720"/>
              <a:chExt cx="386280" cy="385920"/>
            </a:xfrm>
          </p:grpSpPr>
          <p:sp>
            <p:nvSpPr>
              <p:cNvPr id="1349" name="Google Shape;1349;p23"/>
              <p:cNvSpPr/>
              <p:nvPr/>
            </p:nvSpPr>
            <p:spPr>
              <a:xfrm>
                <a:off x="5276160" y="1134720"/>
                <a:ext cx="386280" cy="385920"/>
              </a:xfrm>
              <a:custGeom>
                <a:rect b="b" l="l" r="r" t="t"/>
                <a:pathLst>
                  <a:path extrusionOk="0" h="1072" w="1073">
                    <a:moveTo>
                      <a:pt x="537" y="839"/>
                    </a:moveTo>
                    <a:cubicBezTo>
                      <a:pt x="369" y="839"/>
                      <a:pt x="233" y="703"/>
                      <a:pt x="233" y="536"/>
                    </a:cubicBezTo>
                    <a:cubicBezTo>
                      <a:pt x="233" y="368"/>
                      <a:pt x="369" y="232"/>
                      <a:pt x="537" y="232"/>
                    </a:cubicBezTo>
                    <a:cubicBezTo>
                      <a:pt x="704" y="232"/>
                      <a:pt x="840" y="368"/>
                      <a:pt x="840" y="536"/>
                    </a:cubicBezTo>
                    <a:cubicBezTo>
                      <a:pt x="840" y="703"/>
                      <a:pt x="704" y="839"/>
                      <a:pt x="537" y="839"/>
                    </a:cubicBezTo>
                    <a:moveTo>
                      <a:pt x="1041" y="420"/>
                    </a:moveTo>
                    <a:lnTo>
                      <a:pt x="994" y="420"/>
                    </a:lnTo>
                    <a:cubicBezTo>
                      <a:pt x="983" y="376"/>
                      <a:pt x="965" y="334"/>
                      <a:pt x="941" y="294"/>
                    </a:cubicBezTo>
                    <a:lnTo>
                      <a:pt x="975" y="260"/>
                    </a:lnTo>
                    <a:cubicBezTo>
                      <a:pt x="981" y="254"/>
                      <a:pt x="984" y="246"/>
                      <a:pt x="984" y="238"/>
                    </a:cubicBezTo>
                    <a:cubicBezTo>
                      <a:pt x="984" y="230"/>
                      <a:pt x="981" y="222"/>
                      <a:pt x="975" y="216"/>
                    </a:cubicBezTo>
                    <a:lnTo>
                      <a:pt x="857" y="97"/>
                    </a:lnTo>
                    <a:cubicBezTo>
                      <a:pt x="851" y="91"/>
                      <a:pt x="843" y="88"/>
                      <a:pt x="834" y="88"/>
                    </a:cubicBezTo>
                    <a:cubicBezTo>
                      <a:pt x="826" y="88"/>
                      <a:pt x="818" y="91"/>
                      <a:pt x="812" y="97"/>
                    </a:cubicBezTo>
                    <a:lnTo>
                      <a:pt x="778" y="131"/>
                    </a:lnTo>
                    <a:cubicBezTo>
                      <a:pt x="739" y="107"/>
                      <a:pt x="696" y="90"/>
                      <a:pt x="652" y="79"/>
                    </a:cubicBezTo>
                    <a:lnTo>
                      <a:pt x="652" y="31"/>
                    </a:lnTo>
                    <a:cubicBezTo>
                      <a:pt x="652" y="14"/>
                      <a:pt x="638" y="0"/>
                      <a:pt x="620" y="0"/>
                    </a:cubicBezTo>
                    <a:lnTo>
                      <a:pt x="453" y="0"/>
                    </a:lnTo>
                    <a:cubicBezTo>
                      <a:pt x="435" y="0"/>
                      <a:pt x="421" y="14"/>
                      <a:pt x="421" y="31"/>
                    </a:cubicBezTo>
                    <a:lnTo>
                      <a:pt x="421" y="79"/>
                    </a:lnTo>
                    <a:cubicBezTo>
                      <a:pt x="377" y="90"/>
                      <a:pt x="334" y="107"/>
                      <a:pt x="295" y="131"/>
                    </a:cubicBezTo>
                    <a:lnTo>
                      <a:pt x="261" y="97"/>
                    </a:lnTo>
                    <a:cubicBezTo>
                      <a:pt x="255" y="91"/>
                      <a:pt x="247" y="88"/>
                      <a:pt x="239" y="88"/>
                    </a:cubicBezTo>
                    <a:cubicBezTo>
                      <a:pt x="231" y="88"/>
                      <a:pt x="223" y="91"/>
                      <a:pt x="217" y="97"/>
                    </a:cubicBezTo>
                    <a:lnTo>
                      <a:pt x="98" y="216"/>
                    </a:lnTo>
                    <a:cubicBezTo>
                      <a:pt x="92" y="222"/>
                      <a:pt x="89" y="230"/>
                      <a:pt x="89" y="238"/>
                    </a:cubicBezTo>
                    <a:cubicBezTo>
                      <a:pt x="89" y="246"/>
                      <a:pt x="92" y="254"/>
                      <a:pt x="98" y="260"/>
                    </a:cubicBezTo>
                    <a:lnTo>
                      <a:pt x="132" y="294"/>
                    </a:lnTo>
                    <a:cubicBezTo>
                      <a:pt x="108" y="334"/>
                      <a:pt x="91" y="376"/>
                      <a:pt x="80" y="420"/>
                    </a:cubicBezTo>
                    <a:lnTo>
                      <a:pt x="32" y="420"/>
                    </a:lnTo>
                    <a:cubicBezTo>
                      <a:pt x="14" y="420"/>
                      <a:pt x="0" y="435"/>
                      <a:pt x="0" y="452"/>
                    </a:cubicBezTo>
                    <a:lnTo>
                      <a:pt x="0" y="620"/>
                    </a:lnTo>
                    <a:cubicBezTo>
                      <a:pt x="0" y="637"/>
                      <a:pt x="14" y="651"/>
                      <a:pt x="32" y="651"/>
                    </a:cubicBezTo>
                    <a:lnTo>
                      <a:pt x="80" y="651"/>
                    </a:lnTo>
                    <a:cubicBezTo>
                      <a:pt x="91" y="696"/>
                      <a:pt x="108" y="738"/>
                      <a:pt x="132" y="777"/>
                    </a:cubicBezTo>
                    <a:lnTo>
                      <a:pt x="98" y="811"/>
                    </a:lnTo>
                    <a:cubicBezTo>
                      <a:pt x="92" y="817"/>
                      <a:pt x="89" y="825"/>
                      <a:pt x="89" y="833"/>
                    </a:cubicBezTo>
                    <a:cubicBezTo>
                      <a:pt x="89" y="842"/>
                      <a:pt x="92" y="850"/>
                      <a:pt x="98" y="856"/>
                    </a:cubicBezTo>
                    <a:lnTo>
                      <a:pt x="217" y="974"/>
                    </a:lnTo>
                    <a:cubicBezTo>
                      <a:pt x="229" y="986"/>
                      <a:pt x="249" y="986"/>
                      <a:pt x="261" y="974"/>
                    </a:cubicBezTo>
                    <a:lnTo>
                      <a:pt x="295" y="940"/>
                    </a:lnTo>
                    <a:cubicBezTo>
                      <a:pt x="334" y="964"/>
                      <a:pt x="377" y="982"/>
                      <a:pt x="421" y="993"/>
                    </a:cubicBezTo>
                    <a:lnTo>
                      <a:pt x="421" y="1041"/>
                    </a:lnTo>
                    <a:cubicBezTo>
                      <a:pt x="421" y="1058"/>
                      <a:pt x="435" y="1072"/>
                      <a:pt x="453" y="1072"/>
                    </a:cubicBezTo>
                    <a:lnTo>
                      <a:pt x="620" y="1072"/>
                    </a:lnTo>
                    <a:cubicBezTo>
                      <a:pt x="638" y="1072"/>
                      <a:pt x="652" y="1058"/>
                      <a:pt x="652" y="1041"/>
                    </a:cubicBezTo>
                    <a:lnTo>
                      <a:pt x="652" y="993"/>
                    </a:lnTo>
                    <a:cubicBezTo>
                      <a:pt x="696" y="982"/>
                      <a:pt x="739" y="964"/>
                      <a:pt x="778" y="940"/>
                    </a:cubicBezTo>
                    <a:lnTo>
                      <a:pt x="812" y="974"/>
                    </a:lnTo>
                    <a:cubicBezTo>
                      <a:pt x="824" y="986"/>
                      <a:pt x="844" y="986"/>
                      <a:pt x="857" y="974"/>
                    </a:cubicBezTo>
                    <a:lnTo>
                      <a:pt x="975" y="856"/>
                    </a:lnTo>
                    <a:cubicBezTo>
                      <a:pt x="981" y="850"/>
                      <a:pt x="984" y="842"/>
                      <a:pt x="984" y="833"/>
                    </a:cubicBezTo>
                    <a:cubicBezTo>
                      <a:pt x="984" y="825"/>
                      <a:pt x="981" y="817"/>
                      <a:pt x="975" y="811"/>
                    </a:cubicBezTo>
                    <a:lnTo>
                      <a:pt x="941" y="777"/>
                    </a:lnTo>
                    <a:cubicBezTo>
                      <a:pt x="965" y="738"/>
                      <a:pt x="983" y="696"/>
                      <a:pt x="994" y="651"/>
                    </a:cubicBezTo>
                    <a:lnTo>
                      <a:pt x="1041" y="651"/>
                    </a:lnTo>
                    <a:cubicBezTo>
                      <a:pt x="1059" y="651"/>
                      <a:pt x="1073" y="637"/>
                      <a:pt x="1073" y="620"/>
                    </a:cubicBezTo>
                    <a:lnTo>
                      <a:pt x="1073" y="452"/>
                    </a:lnTo>
                    <a:cubicBezTo>
                      <a:pt x="1073" y="435"/>
                      <a:pt x="1059" y="420"/>
                      <a:pt x="1041" y="42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50" name="Google Shape;1350;p23"/>
              <p:cNvSpPr/>
              <p:nvPr/>
            </p:nvSpPr>
            <p:spPr>
              <a:xfrm>
                <a:off x="5383440" y="1241640"/>
                <a:ext cx="171720" cy="172080"/>
              </a:xfrm>
              <a:custGeom>
                <a:rect b="b" l="l" r="r" t="t"/>
                <a:pathLst>
                  <a:path extrusionOk="0" h="478" w="477">
                    <a:moveTo>
                      <a:pt x="322" y="270"/>
                    </a:moveTo>
                    <a:lnTo>
                      <a:pt x="239" y="270"/>
                    </a:lnTo>
                    <a:cubicBezTo>
                      <a:pt x="221" y="270"/>
                      <a:pt x="207" y="256"/>
                      <a:pt x="207" y="239"/>
                    </a:cubicBezTo>
                    <a:lnTo>
                      <a:pt x="207" y="134"/>
                    </a:lnTo>
                    <a:cubicBezTo>
                      <a:pt x="207" y="117"/>
                      <a:pt x="221" y="103"/>
                      <a:pt x="239" y="103"/>
                    </a:cubicBezTo>
                    <a:cubicBezTo>
                      <a:pt x="256" y="103"/>
                      <a:pt x="270" y="117"/>
                      <a:pt x="270" y="134"/>
                    </a:cubicBezTo>
                    <a:lnTo>
                      <a:pt x="270" y="207"/>
                    </a:lnTo>
                    <a:lnTo>
                      <a:pt x="322" y="207"/>
                    </a:lnTo>
                    <a:cubicBezTo>
                      <a:pt x="340" y="207"/>
                      <a:pt x="354" y="221"/>
                      <a:pt x="354" y="239"/>
                    </a:cubicBezTo>
                    <a:cubicBezTo>
                      <a:pt x="354" y="256"/>
                      <a:pt x="340" y="270"/>
                      <a:pt x="322" y="270"/>
                    </a:cubicBezTo>
                    <a:moveTo>
                      <a:pt x="448" y="207"/>
                    </a:moveTo>
                    <a:lnTo>
                      <a:pt x="477" y="207"/>
                    </a:lnTo>
                    <a:cubicBezTo>
                      <a:pt x="472" y="164"/>
                      <a:pt x="455" y="125"/>
                      <a:pt x="430" y="92"/>
                    </a:cubicBezTo>
                    <a:lnTo>
                      <a:pt x="409" y="113"/>
                    </a:lnTo>
                    <a:cubicBezTo>
                      <a:pt x="397" y="125"/>
                      <a:pt x="377" y="125"/>
                      <a:pt x="365" y="113"/>
                    </a:cubicBezTo>
                    <a:cubicBezTo>
                      <a:pt x="352" y="101"/>
                      <a:pt x="352" y="81"/>
                      <a:pt x="365" y="68"/>
                    </a:cubicBezTo>
                    <a:lnTo>
                      <a:pt x="385" y="48"/>
                    </a:lnTo>
                    <a:cubicBezTo>
                      <a:pt x="352" y="22"/>
                      <a:pt x="313" y="6"/>
                      <a:pt x="270" y="0"/>
                    </a:cubicBezTo>
                    <a:lnTo>
                      <a:pt x="270" y="29"/>
                    </a:lnTo>
                    <a:cubicBezTo>
                      <a:pt x="270" y="47"/>
                      <a:pt x="256" y="61"/>
                      <a:pt x="239" y="61"/>
                    </a:cubicBezTo>
                    <a:cubicBezTo>
                      <a:pt x="221" y="61"/>
                      <a:pt x="207" y="47"/>
                      <a:pt x="207" y="29"/>
                    </a:cubicBezTo>
                    <a:lnTo>
                      <a:pt x="207" y="0"/>
                    </a:lnTo>
                    <a:cubicBezTo>
                      <a:pt x="164" y="6"/>
                      <a:pt x="125" y="22"/>
                      <a:pt x="92" y="48"/>
                    </a:cubicBezTo>
                    <a:lnTo>
                      <a:pt x="113" y="68"/>
                    </a:lnTo>
                    <a:cubicBezTo>
                      <a:pt x="125" y="81"/>
                      <a:pt x="125" y="101"/>
                      <a:pt x="113" y="113"/>
                    </a:cubicBezTo>
                    <a:cubicBezTo>
                      <a:pt x="100" y="125"/>
                      <a:pt x="81" y="125"/>
                      <a:pt x="68" y="113"/>
                    </a:cubicBezTo>
                    <a:lnTo>
                      <a:pt x="48" y="92"/>
                    </a:lnTo>
                    <a:cubicBezTo>
                      <a:pt x="22" y="125"/>
                      <a:pt x="5" y="164"/>
                      <a:pt x="0" y="207"/>
                    </a:cubicBezTo>
                    <a:lnTo>
                      <a:pt x="29" y="207"/>
                    </a:lnTo>
                    <a:cubicBezTo>
                      <a:pt x="47" y="207"/>
                      <a:pt x="61" y="221"/>
                      <a:pt x="61" y="239"/>
                    </a:cubicBezTo>
                    <a:cubicBezTo>
                      <a:pt x="61" y="256"/>
                      <a:pt x="47" y="270"/>
                      <a:pt x="29" y="270"/>
                    </a:cubicBezTo>
                    <a:lnTo>
                      <a:pt x="0" y="270"/>
                    </a:lnTo>
                    <a:cubicBezTo>
                      <a:pt x="5" y="313"/>
                      <a:pt x="22" y="353"/>
                      <a:pt x="48" y="385"/>
                    </a:cubicBezTo>
                    <a:lnTo>
                      <a:pt x="68" y="365"/>
                    </a:lnTo>
                    <a:cubicBezTo>
                      <a:pt x="81" y="352"/>
                      <a:pt x="100" y="352"/>
                      <a:pt x="113" y="365"/>
                    </a:cubicBezTo>
                    <a:cubicBezTo>
                      <a:pt x="125" y="377"/>
                      <a:pt x="125" y="397"/>
                      <a:pt x="113" y="409"/>
                    </a:cubicBezTo>
                    <a:lnTo>
                      <a:pt x="92" y="430"/>
                    </a:lnTo>
                    <a:cubicBezTo>
                      <a:pt x="125" y="455"/>
                      <a:pt x="164" y="472"/>
                      <a:pt x="207" y="478"/>
                    </a:cubicBezTo>
                    <a:lnTo>
                      <a:pt x="207" y="448"/>
                    </a:lnTo>
                    <a:cubicBezTo>
                      <a:pt x="207" y="431"/>
                      <a:pt x="221" y="417"/>
                      <a:pt x="239" y="417"/>
                    </a:cubicBezTo>
                    <a:cubicBezTo>
                      <a:pt x="256" y="417"/>
                      <a:pt x="270" y="431"/>
                      <a:pt x="270" y="448"/>
                    </a:cubicBezTo>
                    <a:lnTo>
                      <a:pt x="270" y="478"/>
                    </a:lnTo>
                    <a:cubicBezTo>
                      <a:pt x="313" y="472"/>
                      <a:pt x="352" y="455"/>
                      <a:pt x="385" y="430"/>
                    </a:cubicBezTo>
                    <a:lnTo>
                      <a:pt x="365" y="409"/>
                    </a:lnTo>
                    <a:cubicBezTo>
                      <a:pt x="352" y="397"/>
                      <a:pt x="352" y="377"/>
                      <a:pt x="365" y="365"/>
                    </a:cubicBezTo>
                    <a:cubicBezTo>
                      <a:pt x="377" y="352"/>
                      <a:pt x="397" y="352"/>
                      <a:pt x="409" y="365"/>
                    </a:cubicBezTo>
                    <a:lnTo>
                      <a:pt x="430" y="385"/>
                    </a:lnTo>
                    <a:cubicBezTo>
                      <a:pt x="455" y="353"/>
                      <a:pt x="472" y="313"/>
                      <a:pt x="477" y="270"/>
                    </a:cubicBezTo>
                    <a:lnTo>
                      <a:pt x="448" y="270"/>
                    </a:lnTo>
                    <a:cubicBezTo>
                      <a:pt x="431" y="270"/>
                      <a:pt x="417" y="256"/>
                      <a:pt x="417" y="239"/>
                    </a:cubicBezTo>
                    <a:cubicBezTo>
                      <a:pt x="417" y="221"/>
                      <a:pt x="431" y="207"/>
                      <a:pt x="448" y="20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351" name="Google Shape;1351;p23"/>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52" name="Google Shape;1352;p23"/>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17">
    <p:spTree>
      <p:nvGrpSpPr>
        <p:cNvPr id="1353" name="Shape 1353"/>
        <p:cNvGrpSpPr/>
        <p:nvPr/>
      </p:nvGrpSpPr>
      <p:grpSpPr>
        <a:xfrm>
          <a:off x="0" y="0"/>
          <a:ext cx="0" cy="0"/>
          <a:chOff x="0" y="0"/>
          <a:chExt cx="0" cy="0"/>
        </a:xfrm>
      </p:grpSpPr>
      <p:grpSp>
        <p:nvGrpSpPr>
          <p:cNvPr id="1354" name="Google Shape;1354;p24"/>
          <p:cNvGrpSpPr/>
          <p:nvPr/>
        </p:nvGrpSpPr>
        <p:grpSpPr>
          <a:xfrm>
            <a:off x="-87450" y="-58650"/>
            <a:ext cx="9318900" cy="5260800"/>
            <a:chOff x="-87450" y="-58650"/>
            <a:chExt cx="9318900" cy="5260800"/>
          </a:xfrm>
        </p:grpSpPr>
        <p:grpSp>
          <p:nvGrpSpPr>
            <p:cNvPr id="1355" name="Google Shape;1355;p24"/>
            <p:cNvGrpSpPr/>
            <p:nvPr/>
          </p:nvGrpSpPr>
          <p:grpSpPr>
            <a:xfrm>
              <a:off x="129563" y="-58650"/>
              <a:ext cx="8884875" cy="5260800"/>
              <a:chOff x="129563" y="-58650"/>
              <a:chExt cx="8884875" cy="5260800"/>
            </a:xfrm>
          </p:grpSpPr>
          <p:cxnSp>
            <p:nvCxnSpPr>
              <p:cNvPr id="1356" name="Google Shape;1356;p24"/>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57" name="Google Shape;1357;p24"/>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58" name="Google Shape;1358;p24"/>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59" name="Google Shape;1359;p24"/>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0" name="Google Shape;1360;p24"/>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1" name="Google Shape;1361;p24"/>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2" name="Google Shape;1362;p24"/>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3" name="Google Shape;1363;p24"/>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4" name="Google Shape;1364;p24"/>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5" name="Google Shape;1365;p24"/>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6" name="Google Shape;1366;p24"/>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7" name="Google Shape;1367;p24"/>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8" name="Google Shape;1368;p24"/>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69" name="Google Shape;1369;p24"/>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0" name="Google Shape;1370;p24"/>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1" name="Google Shape;1371;p24"/>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2" name="Google Shape;1372;p24"/>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3" name="Google Shape;1373;p24"/>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4" name="Google Shape;1374;p24"/>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5" name="Google Shape;1375;p24"/>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6" name="Google Shape;1376;p24"/>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7" name="Google Shape;1377;p24"/>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8" name="Google Shape;1378;p24"/>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79" name="Google Shape;1379;p24"/>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80" name="Google Shape;1380;p24"/>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81" name="Google Shape;1381;p24"/>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82" name="Google Shape;1382;p24"/>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83" name="Google Shape;1383;p24"/>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384" name="Google Shape;1384;p24"/>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385" name="Google Shape;1385;p24"/>
            <p:cNvGrpSpPr/>
            <p:nvPr/>
          </p:nvGrpSpPr>
          <p:grpSpPr>
            <a:xfrm>
              <a:off x="-87450" y="171125"/>
              <a:ext cx="9318900" cy="4801250"/>
              <a:chOff x="-87450" y="281675"/>
              <a:chExt cx="9318900" cy="4801250"/>
            </a:xfrm>
          </p:grpSpPr>
          <p:cxnSp>
            <p:nvCxnSpPr>
              <p:cNvPr id="1386" name="Google Shape;1386;p24"/>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87" name="Google Shape;1387;p24"/>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88" name="Google Shape;1388;p24"/>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89" name="Google Shape;1389;p24"/>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0" name="Google Shape;1390;p24"/>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1" name="Google Shape;1391;p24"/>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2" name="Google Shape;1392;p24"/>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3" name="Google Shape;1393;p24"/>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4" name="Google Shape;1394;p24"/>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5" name="Google Shape;1395;p24"/>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6" name="Google Shape;1396;p24"/>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7" name="Google Shape;1397;p24"/>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8" name="Google Shape;1398;p24"/>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399" name="Google Shape;1399;p24"/>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00" name="Google Shape;1400;p24"/>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01" name="Google Shape;1401;p24"/>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402" name="Google Shape;1402;p24"/>
          <p:cNvPicPr preferRelativeResize="0"/>
          <p:nvPr/>
        </p:nvPicPr>
        <p:blipFill>
          <a:blip r:embed="rId2">
            <a:alphaModFix/>
          </a:blip>
          <a:stretch>
            <a:fillRect/>
          </a:stretch>
        </p:blipFill>
        <p:spPr>
          <a:xfrm>
            <a:off x="840789" y="2215900"/>
            <a:ext cx="7462422" cy="4064500"/>
          </a:xfrm>
          <a:prstGeom prst="rect">
            <a:avLst/>
          </a:prstGeom>
          <a:noFill/>
          <a:ln>
            <a:noFill/>
          </a:ln>
        </p:spPr>
      </p:pic>
      <p:grpSp>
        <p:nvGrpSpPr>
          <p:cNvPr id="1403" name="Google Shape;1403;p24"/>
          <p:cNvGrpSpPr/>
          <p:nvPr/>
        </p:nvGrpSpPr>
        <p:grpSpPr>
          <a:xfrm>
            <a:off x="8068550" y="543532"/>
            <a:ext cx="667500" cy="667500"/>
            <a:chOff x="8068550" y="543532"/>
            <a:chExt cx="667500" cy="667500"/>
          </a:xfrm>
        </p:grpSpPr>
        <p:sp>
          <p:nvSpPr>
            <p:cNvPr id="1404" name="Google Shape;1404;p24"/>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405" name="Google Shape;1405;p24"/>
            <p:cNvGrpSpPr/>
            <p:nvPr/>
          </p:nvGrpSpPr>
          <p:grpSpPr>
            <a:xfrm>
              <a:off x="8191999" y="667169"/>
              <a:ext cx="420620" cy="420214"/>
              <a:chOff x="1877040" y="3434040"/>
              <a:chExt cx="373320" cy="372960"/>
            </a:xfrm>
          </p:grpSpPr>
          <p:sp>
            <p:nvSpPr>
              <p:cNvPr id="1406" name="Google Shape;1406;p24"/>
              <p:cNvSpPr/>
              <p:nvPr/>
            </p:nvSpPr>
            <p:spPr>
              <a:xfrm>
                <a:off x="1978920" y="3434040"/>
                <a:ext cx="29160" cy="43560"/>
              </a:xfrm>
              <a:custGeom>
                <a:rect b="b" l="l" r="r" t="t"/>
                <a:pathLst>
                  <a:path extrusionOk="0" h="121" w="81">
                    <a:moveTo>
                      <a:pt x="0" y="0"/>
                    </a:moveTo>
                    <a:lnTo>
                      <a:pt x="81" y="0"/>
                    </a:lnTo>
                    <a:lnTo>
                      <a:pt x="81" y="121"/>
                    </a:lnTo>
                    <a:lnTo>
                      <a:pt x="0" y="121"/>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07" name="Google Shape;1407;p24"/>
              <p:cNvSpPr/>
              <p:nvPr/>
            </p:nvSpPr>
            <p:spPr>
              <a:xfrm>
                <a:off x="1927800" y="3434040"/>
                <a:ext cx="29160" cy="43560"/>
              </a:xfrm>
              <a:custGeom>
                <a:rect b="b" l="l" r="r" t="t"/>
                <a:pathLst>
                  <a:path extrusionOk="0" h="121" w="81">
                    <a:moveTo>
                      <a:pt x="0" y="0"/>
                    </a:moveTo>
                    <a:lnTo>
                      <a:pt x="81" y="0"/>
                    </a:lnTo>
                    <a:lnTo>
                      <a:pt x="81" y="121"/>
                    </a:lnTo>
                    <a:lnTo>
                      <a:pt x="0" y="121"/>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08" name="Google Shape;1408;p24"/>
              <p:cNvSpPr/>
              <p:nvPr/>
            </p:nvSpPr>
            <p:spPr>
              <a:xfrm>
                <a:off x="1877040" y="3434040"/>
                <a:ext cx="29160" cy="43560"/>
              </a:xfrm>
              <a:custGeom>
                <a:rect b="b" l="l" r="r" t="t"/>
                <a:pathLst>
                  <a:path extrusionOk="0" h="121" w="81">
                    <a:moveTo>
                      <a:pt x="81" y="0"/>
                    </a:moveTo>
                    <a:cubicBezTo>
                      <a:pt x="35" y="5"/>
                      <a:pt x="0" y="44"/>
                      <a:pt x="0" y="91"/>
                    </a:cubicBezTo>
                    <a:lnTo>
                      <a:pt x="0" y="121"/>
                    </a:lnTo>
                    <a:lnTo>
                      <a:pt x="81" y="121"/>
                    </a:lnTo>
                    <a:lnTo>
                      <a:pt x="81"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09" name="Google Shape;1409;p24"/>
              <p:cNvSpPr/>
              <p:nvPr/>
            </p:nvSpPr>
            <p:spPr>
              <a:xfrm>
                <a:off x="2030040" y="3434040"/>
                <a:ext cx="220320" cy="43560"/>
              </a:xfrm>
              <a:custGeom>
                <a:rect b="b" l="l" r="r" t="t"/>
                <a:pathLst>
                  <a:path extrusionOk="0" h="121" w="612">
                    <a:moveTo>
                      <a:pt x="521" y="0"/>
                    </a:moveTo>
                    <a:lnTo>
                      <a:pt x="0" y="0"/>
                    </a:lnTo>
                    <a:lnTo>
                      <a:pt x="0" y="121"/>
                    </a:lnTo>
                    <a:lnTo>
                      <a:pt x="612" y="121"/>
                    </a:lnTo>
                    <a:lnTo>
                      <a:pt x="612" y="91"/>
                    </a:lnTo>
                    <a:cubicBezTo>
                      <a:pt x="612" y="41"/>
                      <a:pt x="571" y="0"/>
                      <a:pt x="521"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0" name="Google Shape;1410;p24"/>
              <p:cNvSpPr/>
              <p:nvPr/>
            </p:nvSpPr>
            <p:spPr>
              <a:xfrm>
                <a:off x="1956960" y="3554280"/>
                <a:ext cx="21960" cy="21960"/>
              </a:xfrm>
              <a:custGeom>
                <a:rect b="b" l="l" r="r" t="t"/>
                <a:pathLst>
                  <a:path extrusionOk="0" h="61" w="61">
                    <a:moveTo>
                      <a:pt x="61" y="30"/>
                    </a:move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1" name="Google Shape;1411;p24"/>
              <p:cNvSpPr/>
              <p:nvPr/>
            </p:nvSpPr>
            <p:spPr>
              <a:xfrm>
                <a:off x="1942920" y="3598200"/>
                <a:ext cx="50400" cy="21600"/>
              </a:xfrm>
              <a:custGeom>
                <a:rect b="b" l="l" r="r" t="t"/>
                <a:pathLst>
                  <a:path extrusionOk="0" h="60" w="140">
                    <a:moveTo>
                      <a:pt x="70" y="0"/>
                    </a:moveTo>
                    <a:cubicBezTo>
                      <a:pt x="34" y="0"/>
                      <a:pt x="5" y="26"/>
                      <a:pt x="0" y="60"/>
                    </a:cubicBezTo>
                    <a:lnTo>
                      <a:pt x="140" y="60"/>
                    </a:lnTo>
                    <a:cubicBezTo>
                      <a:pt x="135" y="26"/>
                      <a:pt x="106" y="0"/>
                      <a:pt x="70"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2" name="Google Shape;1412;p24"/>
              <p:cNvSpPr/>
              <p:nvPr/>
            </p:nvSpPr>
            <p:spPr>
              <a:xfrm>
                <a:off x="1942920" y="3728880"/>
                <a:ext cx="50400" cy="21960"/>
              </a:xfrm>
              <a:custGeom>
                <a:rect b="b" l="l" r="r" t="t"/>
                <a:pathLst>
                  <a:path extrusionOk="0" h="61" w="140">
                    <a:moveTo>
                      <a:pt x="70" y="0"/>
                    </a:moveTo>
                    <a:cubicBezTo>
                      <a:pt x="34" y="0"/>
                      <a:pt x="5" y="27"/>
                      <a:pt x="0" y="61"/>
                    </a:cubicBezTo>
                    <a:lnTo>
                      <a:pt x="140" y="61"/>
                    </a:lnTo>
                    <a:cubicBezTo>
                      <a:pt x="135" y="27"/>
                      <a:pt x="106" y="0"/>
                      <a:pt x="70"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3" name="Google Shape;1413;p24"/>
              <p:cNvSpPr/>
              <p:nvPr/>
            </p:nvSpPr>
            <p:spPr>
              <a:xfrm>
                <a:off x="2164320" y="3687480"/>
                <a:ext cx="4320" cy="15120"/>
              </a:xfrm>
              <a:custGeom>
                <a:rect b="b" l="l" r="r" t="t"/>
                <a:pathLst>
                  <a:path extrusionOk="0" h="42" w="12">
                    <a:moveTo>
                      <a:pt x="12" y="0"/>
                    </a:moveTo>
                    <a:cubicBezTo>
                      <a:pt x="5" y="4"/>
                      <a:pt x="2" y="11"/>
                      <a:pt x="1" y="18"/>
                    </a:cubicBezTo>
                    <a:cubicBezTo>
                      <a:pt x="-1" y="26"/>
                      <a:pt x="1" y="34"/>
                      <a:pt x="6" y="38"/>
                    </a:cubicBezTo>
                    <a:cubicBezTo>
                      <a:pt x="8" y="39"/>
                      <a:pt x="10" y="41"/>
                      <a:pt x="12" y="42"/>
                    </a:cubicBezTo>
                    <a:lnTo>
                      <a:pt x="12"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4" name="Google Shape;1414;p24"/>
              <p:cNvSpPr/>
              <p:nvPr/>
            </p:nvSpPr>
            <p:spPr>
              <a:xfrm>
                <a:off x="1956960" y="3685320"/>
                <a:ext cx="21960" cy="21600"/>
              </a:xfrm>
              <a:custGeom>
                <a:rect b="b" l="l" r="r" t="t"/>
                <a:pathLst>
                  <a:path extrusionOk="0" h="60" w="61">
                    <a:moveTo>
                      <a:pt x="61" y="30"/>
                    </a:moveTo>
                    <a:cubicBezTo>
                      <a:pt x="61" y="47"/>
                      <a:pt x="48" y="60"/>
                      <a:pt x="31" y="60"/>
                    </a:cubicBezTo>
                    <a:cubicBezTo>
                      <a:pt x="14" y="60"/>
                      <a:pt x="0" y="47"/>
                      <a:pt x="0" y="30"/>
                    </a:cubicBezTo>
                    <a:cubicBezTo>
                      <a:pt x="0" y="13"/>
                      <a:pt x="14" y="0"/>
                      <a:pt x="31" y="0"/>
                    </a:cubicBezTo>
                    <a:cubicBezTo>
                      <a:pt x="48" y="0"/>
                      <a:pt x="61" y="13"/>
                      <a:pt x="61" y="3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5" name="Google Shape;1415;p24"/>
              <p:cNvSpPr/>
              <p:nvPr/>
            </p:nvSpPr>
            <p:spPr>
              <a:xfrm>
                <a:off x="2164320" y="3556440"/>
                <a:ext cx="4320" cy="15120"/>
              </a:xfrm>
              <a:custGeom>
                <a:rect b="b" l="l" r="r" t="t"/>
                <a:pathLst>
                  <a:path extrusionOk="0" h="42" w="12">
                    <a:moveTo>
                      <a:pt x="12" y="0"/>
                    </a:moveTo>
                    <a:cubicBezTo>
                      <a:pt x="5" y="5"/>
                      <a:pt x="2" y="12"/>
                      <a:pt x="1" y="18"/>
                    </a:cubicBezTo>
                    <a:cubicBezTo>
                      <a:pt x="-1" y="27"/>
                      <a:pt x="1" y="35"/>
                      <a:pt x="6" y="38"/>
                    </a:cubicBezTo>
                    <a:cubicBezTo>
                      <a:pt x="8" y="40"/>
                      <a:pt x="10" y="41"/>
                      <a:pt x="12" y="42"/>
                    </a:cubicBezTo>
                    <a:lnTo>
                      <a:pt x="12"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6" name="Google Shape;1416;p24"/>
              <p:cNvSpPr/>
              <p:nvPr/>
            </p:nvSpPr>
            <p:spPr>
              <a:xfrm>
                <a:off x="2183040" y="3724920"/>
                <a:ext cx="7200" cy="23400"/>
              </a:xfrm>
              <a:custGeom>
                <a:rect b="b" l="l" r="r" t="t"/>
                <a:pathLst>
                  <a:path extrusionOk="0" h="65" w="20">
                    <a:moveTo>
                      <a:pt x="20" y="36"/>
                    </a:moveTo>
                    <a:cubicBezTo>
                      <a:pt x="21" y="28"/>
                      <a:pt x="22" y="9"/>
                      <a:pt x="0" y="0"/>
                    </a:cubicBezTo>
                    <a:lnTo>
                      <a:pt x="0" y="65"/>
                    </a:lnTo>
                    <a:cubicBezTo>
                      <a:pt x="11" y="58"/>
                      <a:pt x="18" y="47"/>
                      <a:pt x="20" y="3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7" name="Google Shape;1417;p24"/>
              <p:cNvSpPr/>
              <p:nvPr/>
            </p:nvSpPr>
            <p:spPr>
              <a:xfrm>
                <a:off x="2183040" y="3593880"/>
                <a:ext cx="7200" cy="23400"/>
              </a:xfrm>
              <a:custGeom>
                <a:rect b="b" l="l" r="r" t="t"/>
                <a:pathLst>
                  <a:path extrusionOk="0" h="65" w="20">
                    <a:moveTo>
                      <a:pt x="20" y="36"/>
                    </a:moveTo>
                    <a:cubicBezTo>
                      <a:pt x="21" y="28"/>
                      <a:pt x="22" y="9"/>
                      <a:pt x="0" y="0"/>
                    </a:cubicBezTo>
                    <a:lnTo>
                      <a:pt x="0" y="65"/>
                    </a:lnTo>
                    <a:cubicBezTo>
                      <a:pt x="11" y="59"/>
                      <a:pt x="18" y="47"/>
                      <a:pt x="20" y="3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18" name="Google Shape;1418;p24"/>
              <p:cNvSpPr/>
              <p:nvPr/>
            </p:nvSpPr>
            <p:spPr>
              <a:xfrm>
                <a:off x="1877040" y="3499560"/>
                <a:ext cx="373320" cy="307440"/>
              </a:xfrm>
              <a:custGeom>
                <a:rect b="b" l="l" r="r" t="t"/>
                <a:pathLst>
                  <a:path extrusionOk="0" h="854" w="1037">
                    <a:moveTo>
                      <a:pt x="121" y="708"/>
                    </a:moveTo>
                    <a:cubicBezTo>
                      <a:pt x="121" y="663"/>
                      <a:pt x="144" y="623"/>
                      <a:pt x="179" y="599"/>
                    </a:cubicBezTo>
                    <a:cubicBezTo>
                      <a:pt x="168" y="584"/>
                      <a:pt x="162" y="566"/>
                      <a:pt x="162" y="546"/>
                    </a:cubicBezTo>
                    <a:cubicBezTo>
                      <a:pt x="162" y="497"/>
                      <a:pt x="203" y="456"/>
                      <a:pt x="253" y="456"/>
                    </a:cubicBezTo>
                    <a:cubicBezTo>
                      <a:pt x="303" y="456"/>
                      <a:pt x="344" y="497"/>
                      <a:pt x="344" y="546"/>
                    </a:cubicBezTo>
                    <a:cubicBezTo>
                      <a:pt x="344" y="566"/>
                      <a:pt x="338" y="584"/>
                      <a:pt x="327" y="599"/>
                    </a:cubicBezTo>
                    <a:cubicBezTo>
                      <a:pt x="362" y="623"/>
                      <a:pt x="385" y="663"/>
                      <a:pt x="385" y="708"/>
                    </a:cubicBezTo>
                    <a:lnTo>
                      <a:pt x="385" y="728"/>
                    </a:lnTo>
                    <a:cubicBezTo>
                      <a:pt x="385" y="745"/>
                      <a:pt x="371" y="759"/>
                      <a:pt x="354" y="759"/>
                    </a:cubicBezTo>
                    <a:lnTo>
                      <a:pt x="152" y="759"/>
                    </a:lnTo>
                    <a:cubicBezTo>
                      <a:pt x="135" y="759"/>
                      <a:pt x="121" y="745"/>
                      <a:pt x="121" y="728"/>
                    </a:cubicBezTo>
                    <a:lnTo>
                      <a:pt x="121" y="708"/>
                    </a:lnTo>
                    <a:moveTo>
                      <a:pt x="121" y="344"/>
                    </a:moveTo>
                    <a:cubicBezTo>
                      <a:pt x="121" y="299"/>
                      <a:pt x="144" y="259"/>
                      <a:pt x="179" y="236"/>
                    </a:cubicBezTo>
                    <a:cubicBezTo>
                      <a:pt x="168" y="221"/>
                      <a:pt x="162" y="202"/>
                      <a:pt x="162" y="182"/>
                    </a:cubicBezTo>
                    <a:cubicBezTo>
                      <a:pt x="162" y="132"/>
                      <a:pt x="203" y="91"/>
                      <a:pt x="253" y="91"/>
                    </a:cubicBezTo>
                    <a:cubicBezTo>
                      <a:pt x="303" y="91"/>
                      <a:pt x="344" y="132"/>
                      <a:pt x="344" y="182"/>
                    </a:cubicBezTo>
                    <a:cubicBezTo>
                      <a:pt x="344" y="202"/>
                      <a:pt x="338" y="221"/>
                      <a:pt x="327" y="236"/>
                    </a:cubicBezTo>
                    <a:cubicBezTo>
                      <a:pt x="362" y="259"/>
                      <a:pt x="385" y="299"/>
                      <a:pt x="385" y="344"/>
                    </a:cubicBezTo>
                    <a:lnTo>
                      <a:pt x="385" y="365"/>
                    </a:lnTo>
                    <a:cubicBezTo>
                      <a:pt x="385" y="382"/>
                      <a:pt x="371" y="395"/>
                      <a:pt x="354" y="395"/>
                    </a:cubicBezTo>
                    <a:lnTo>
                      <a:pt x="152" y="395"/>
                    </a:lnTo>
                    <a:cubicBezTo>
                      <a:pt x="135" y="395"/>
                      <a:pt x="121" y="382"/>
                      <a:pt x="121" y="365"/>
                    </a:cubicBezTo>
                    <a:lnTo>
                      <a:pt x="121" y="344"/>
                    </a:lnTo>
                    <a:moveTo>
                      <a:pt x="472" y="637"/>
                    </a:moveTo>
                    <a:lnTo>
                      <a:pt x="593" y="637"/>
                    </a:lnTo>
                    <a:cubicBezTo>
                      <a:pt x="610" y="637"/>
                      <a:pt x="624" y="651"/>
                      <a:pt x="624" y="668"/>
                    </a:cubicBezTo>
                    <a:cubicBezTo>
                      <a:pt x="624" y="684"/>
                      <a:pt x="610" y="698"/>
                      <a:pt x="593" y="698"/>
                    </a:cubicBezTo>
                    <a:lnTo>
                      <a:pt x="472" y="698"/>
                    </a:lnTo>
                    <a:cubicBezTo>
                      <a:pt x="455" y="698"/>
                      <a:pt x="441" y="684"/>
                      <a:pt x="441" y="668"/>
                    </a:cubicBezTo>
                    <a:cubicBezTo>
                      <a:pt x="441" y="651"/>
                      <a:pt x="455" y="637"/>
                      <a:pt x="472" y="637"/>
                    </a:cubicBezTo>
                    <a:moveTo>
                      <a:pt x="472" y="516"/>
                    </a:moveTo>
                    <a:lnTo>
                      <a:pt x="674" y="516"/>
                    </a:lnTo>
                    <a:cubicBezTo>
                      <a:pt x="691" y="516"/>
                      <a:pt x="705" y="529"/>
                      <a:pt x="705" y="546"/>
                    </a:cubicBezTo>
                    <a:cubicBezTo>
                      <a:pt x="705" y="563"/>
                      <a:pt x="691" y="576"/>
                      <a:pt x="674" y="576"/>
                    </a:cubicBezTo>
                    <a:lnTo>
                      <a:pt x="472" y="576"/>
                    </a:lnTo>
                    <a:cubicBezTo>
                      <a:pt x="455" y="576"/>
                      <a:pt x="441" y="563"/>
                      <a:pt x="441" y="546"/>
                    </a:cubicBezTo>
                    <a:cubicBezTo>
                      <a:pt x="441" y="529"/>
                      <a:pt x="455" y="516"/>
                      <a:pt x="472" y="516"/>
                    </a:cubicBezTo>
                    <a:moveTo>
                      <a:pt x="472" y="274"/>
                    </a:moveTo>
                    <a:lnTo>
                      <a:pt x="593" y="274"/>
                    </a:lnTo>
                    <a:cubicBezTo>
                      <a:pt x="610" y="274"/>
                      <a:pt x="624" y="287"/>
                      <a:pt x="624" y="304"/>
                    </a:cubicBezTo>
                    <a:cubicBezTo>
                      <a:pt x="624" y="321"/>
                      <a:pt x="610" y="334"/>
                      <a:pt x="593" y="334"/>
                    </a:cubicBezTo>
                    <a:lnTo>
                      <a:pt x="472" y="334"/>
                    </a:lnTo>
                    <a:cubicBezTo>
                      <a:pt x="455" y="334"/>
                      <a:pt x="441" y="321"/>
                      <a:pt x="441" y="304"/>
                    </a:cubicBezTo>
                    <a:cubicBezTo>
                      <a:pt x="441" y="287"/>
                      <a:pt x="455" y="274"/>
                      <a:pt x="472" y="274"/>
                    </a:cubicBezTo>
                    <a:moveTo>
                      <a:pt x="472" y="152"/>
                    </a:moveTo>
                    <a:lnTo>
                      <a:pt x="674" y="152"/>
                    </a:lnTo>
                    <a:cubicBezTo>
                      <a:pt x="691" y="152"/>
                      <a:pt x="705" y="166"/>
                      <a:pt x="705" y="182"/>
                    </a:cubicBezTo>
                    <a:cubicBezTo>
                      <a:pt x="705" y="199"/>
                      <a:pt x="691" y="213"/>
                      <a:pt x="674" y="213"/>
                    </a:cubicBezTo>
                    <a:lnTo>
                      <a:pt x="472" y="213"/>
                    </a:lnTo>
                    <a:cubicBezTo>
                      <a:pt x="455" y="213"/>
                      <a:pt x="441" y="199"/>
                      <a:pt x="441" y="182"/>
                    </a:cubicBezTo>
                    <a:cubicBezTo>
                      <a:pt x="441" y="166"/>
                      <a:pt x="455" y="152"/>
                      <a:pt x="472" y="152"/>
                    </a:cubicBezTo>
                    <a:moveTo>
                      <a:pt x="755" y="690"/>
                    </a:moveTo>
                    <a:cubicBezTo>
                      <a:pt x="761" y="680"/>
                      <a:pt x="773" y="678"/>
                      <a:pt x="783" y="684"/>
                    </a:cubicBezTo>
                    <a:cubicBezTo>
                      <a:pt x="794" y="691"/>
                      <a:pt x="800" y="694"/>
                      <a:pt x="810" y="695"/>
                    </a:cubicBezTo>
                    <a:lnTo>
                      <a:pt x="810" y="610"/>
                    </a:lnTo>
                    <a:cubicBezTo>
                      <a:pt x="797" y="604"/>
                      <a:pt x="787" y="598"/>
                      <a:pt x="779" y="592"/>
                    </a:cubicBezTo>
                    <a:cubicBezTo>
                      <a:pt x="762" y="579"/>
                      <a:pt x="755" y="556"/>
                      <a:pt x="759" y="532"/>
                    </a:cubicBezTo>
                    <a:cubicBezTo>
                      <a:pt x="764" y="507"/>
                      <a:pt x="782" y="487"/>
                      <a:pt x="806" y="480"/>
                    </a:cubicBezTo>
                    <a:cubicBezTo>
                      <a:pt x="807" y="479"/>
                      <a:pt x="808" y="479"/>
                      <a:pt x="810" y="479"/>
                    </a:cubicBezTo>
                    <a:lnTo>
                      <a:pt x="810" y="466"/>
                    </a:lnTo>
                    <a:cubicBezTo>
                      <a:pt x="810" y="455"/>
                      <a:pt x="819" y="446"/>
                      <a:pt x="830" y="446"/>
                    </a:cubicBezTo>
                    <a:cubicBezTo>
                      <a:pt x="841" y="446"/>
                      <a:pt x="850" y="455"/>
                      <a:pt x="850" y="466"/>
                    </a:cubicBezTo>
                    <a:lnTo>
                      <a:pt x="850" y="476"/>
                    </a:lnTo>
                    <a:cubicBezTo>
                      <a:pt x="870" y="480"/>
                      <a:pt x="884" y="489"/>
                      <a:pt x="890" y="497"/>
                    </a:cubicBezTo>
                    <a:cubicBezTo>
                      <a:pt x="898" y="506"/>
                      <a:pt x="897" y="517"/>
                      <a:pt x="888" y="525"/>
                    </a:cubicBezTo>
                    <a:cubicBezTo>
                      <a:pt x="880" y="532"/>
                      <a:pt x="867" y="531"/>
                      <a:pt x="860" y="523"/>
                    </a:cubicBezTo>
                    <a:cubicBezTo>
                      <a:pt x="860" y="522"/>
                      <a:pt x="856" y="519"/>
                      <a:pt x="850" y="517"/>
                    </a:cubicBezTo>
                    <a:lnTo>
                      <a:pt x="850" y="583"/>
                    </a:lnTo>
                    <a:cubicBezTo>
                      <a:pt x="854" y="584"/>
                      <a:pt x="857" y="585"/>
                      <a:pt x="861" y="586"/>
                    </a:cubicBezTo>
                    <a:cubicBezTo>
                      <a:pt x="896" y="599"/>
                      <a:pt x="916" y="632"/>
                      <a:pt x="910" y="668"/>
                    </a:cubicBezTo>
                    <a:cubicBezTo>
                      <a:pt x="905" y="697"/>
                      <a:pt x="884" y="726"/>
                      <a:pt x="850" y="734"/>
                    </a:cubicBezTo>
                    <a:lnTo>
                      <a:pt x="850" y="749"/>
                    </a:lnTo>
                    <a:cubicBezTo>
                      <a:pt x="850" y="760"/>
                      <a:pt x="841" y="769"/>
                      <a:pt x="830" y="769"/>
                    </a:cubicBezTo>
                    <a:cubicBezTo>
                      <a:pt x="819" y="769"/>
                      <a:pt x="810" y="760"/>
                      <a:pt x="810" y="749"/>
                    </a:cubicBezTo>
                    <a:lnTo>
                      <a:pt x="810" y="736"/>
                    </a:lnTo>
                    <a:cubicBezTo>
                      <a:pt x="793" y="735"/>
                      <a:pt x="780" y="730"/>
                      <a:pt x="760" y="718"/>
                    </a:cubicBezTo>
                    <a:cubicBezTo>
                      <a:pt x="751" y="711"/>
                      <a:pt x="748" y="699"/>
                      <a:pt x="755" y="690"/>
                    </a:cubicBezTo>
                    <a:moveTo>
                      <a:pt x="755" y="326"/>
                    </a:moveTo>
                    <a:cubicBezTo>
                      <a:pt x="761" y="317"/>
                      <a:pt x="773" y="314"/>
                      <a:pt x="783" y="320"/>
                    </a:cubicBezTo>
                    <a:cubicBezTo>
                      <a:pt x="794" y="327"/>
                      <a:pt x="800" y="330"/>
                      <a:pt x="810" y="332"/>
                    </a:cubicBezTo>
                    <a:lnTo>
                      <a:pt x="810" y="246"/>
                    </a:lnTo>
                    <a:cubicBezTo>
                      <a:pt x="797" y="240"/>
                      <a:pt x="787" y="234"/>
                      <a:pt x="779" y="228"/>
                    </a:cubicBezTo>
                    <a:cubicBezTo>
                      <a:pt x="762" y="215"/>
                      <a:pt x="755" y="192"/>
                      <a:pt x="759" y="169"/>
                    </a:cubicBezTo>
                    <a:cubicBezTo>
                      <a:pt x="764" y="143"/>
                      <a:pt x="782" y="122"/>
                      <a:pt x="806" y="115"/>
                    </a:cubicBezTo>
                    <a:cubicBezTo>
                      <a:pt x="807" y="115"/>
                      <a:pt x="808" y="114"/>
                      <a:pt x="810" y="114"/>
                    </a:cubicBezTo>
                    <a:lnTo>
                      <a:pt x="810" y="101"/>
                    </a:lnTo>
                    <a:cubicBezTo>
                      <a:pt x="810" y="90"/>
                      <a:pt x="819" y="81"/>
                      <a:pt x="830" y="81"/>
                    </a:cubicBezTo>
                    <a:cubicBezTo>
                      <a:pt x="841" y="81"/>
                      <a:pt x="850" y="90"/>
                      <a:pt x="850" y="101"/>
                    </a:cubicBezTo>
                    <a:lnTo>
                      <a:pt x="850" y="112"/>
                    </a:lnTo>
                    <a:cubicBezTo>
                      <a:pt x="870" y="115"/>
                      <a:pt x="884" y="125"/>
                      <a:pt x="890" y="133"/>
                    </a:cubicBezTo>
                    <a:cubicBezTo>
                      <a:pt x="898" y="141"/>
                      <a:pt x="897" y="154"/>
                      <a:pt x="888" y="161"/>
                    </a:cubicBezTo>
                    <a:cubicBezTo>
                      <a:pt x="880" y="168"/>
                      <a:pt x="867" y="168"/>
                      <a:pt x="860" y="159"/>
                    </a:cubicBezTo>
                    <a:cubicBezTo>
                      <a:pt x="860" y="159"/>
                      <a:pt x="856" y="156"/>
                      <a:pt x="850" y="153"/>
                    </a:cubicBezTo>
                    <a:lnTo>
                      <a:pt x="850" y="219"/>
                    </a:lnTo>
                    <a:cubicBezTo>
                      <a:pt x="854" y="220"/>
                      <a:pt x="857" y="222"/>
                      <a:pt x="861" y="223"/>
                    </a:cubicBezTo>
                    <a:cubicBezTo>
                      <a:pt x="896" y="235"/>
                      <a:pt x="916" y="268"/>
                      <a:pt x="910" y="305"/>
                    </a:cubicBezTo>
                    <a:cubicBezTo>
                      <a:pt x="905" y="333"/>
                      <a:pt x="884" y="362"/>
                      <a:pt x="850" y="370"/>
                    </a:cubicBezTo>
                    <a:lnTo>
                      <a:pt x="850" y="385"/>
                    </a:lnTo>
                    <a:cubicBezTo>
                      <a:pt x="850" y="396"/>
                      <a:pt x="841" y="405"/>
                      <a:pt x="830" y="405"/>
                    </a:cubicBezTo>
                    <a:cubicBezTo>
                      <a:pt x="819" y="405"/>
                      <a:pt x="810" y="396"/>
                      <a:pt x="810" y="385"/>
                    </a:cubicBezTo>
                    <a:lnTo>
                      <a:pt x="810" y="372"/>
                    </a:lnTo>
                    <a:cubicBezTo>
                      <a:pt x="793" y="371"/>
                      <a:pt x="780" y="367"/>
                      <a:pt x="760" y="354"/>
                    </a:cubicBezTo>
                    <a:cubicBezTo>
                      <a:pt x="751" y="348"/>
                      <a:pt x="748" y="335"/>
                      <a:pt x="755" y="326"/>
                    </a:cubicBezTo>
                    <a:moveTo>
                      <a:pt x="0" y="763"/>
                    </a:moveTo>
                    <a:cubicBezTo>
                      <a:pt x="0" y="813"/>
                      <a:pt x="41" y="854"/>
                      <a:pt x="91" y="854"/>
                    </a:cubicBezTo>
                    <a:lnTo>
                      <a:pt x="946" y="854"/>
                    </a:lnTo>
                    <a:cubicBezTo>
                      <a:pt x="996" y="854"/>
                      <a:pt x="1037" y="813"/>
                      <a:pt x="1037" y="763"/>
                    </a:cubicBezTo>
                    <a:lnTo>
                      <a:pt x="1037" y="0"/>
                    </a:lnTo>
                    <a:lnTo>
                      <a:pt x="0" y="0"/>
                    </a:lnTo>
                    <a:lnTo>
                      <a:pt x="0" y="76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419" name="Google Shape;1419;p24"/>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20" name="Google Shape;1420;p24"/>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8">
    <p:spTree>
      <p:nvGrpSpPr>
        <p:cNvPr id="1421" name="Shape 1421"/>
        <p:cNvGrpSpPr/>
        <p:nvPr/>
      </p:nvGrpSpPr>
      <p:grpSpPr>
        <a:xfrm>
          <a:off x="0" y="0"/>
          <a:ext cx="0" cy="0"/>
          <a:chOff x="0" y="0"/>
          <a:chExt cx="0" cy="0"/>
        </a:xfrm>
      </p:grpSpPr>
      <p:grpSp>
        <p:nvGrpSpPr>
          <p:cNvPr id="1422" name="Google Shape;1422;p25"/>
          <p:cNvGrpSpPr/>
          <p:nvPr/>
        </p:nvGrpSpPr>
        <p:grpSpPr>
          <a:xfrm>
            <a:off x="-87450" y="-58650"/>
            <a:ext cx="9318900" cy="5260800"/>
            <a:chOff x="-87450" y="-58650"/>
            <a:chExt cx="9318900" cy="5260800"/>
          </a:xfrm>
        </p:grpSpPr>
        <p:grpSp>
          <p:nvGrpSpPr>
            <p:cNvPr id="1423" name="Google Shape;1423;p25"/>
            <p:cNvGrpSpPr/>
            <p:nvPr/>
          </p:nvGrpSpPr>
          <p:grpSpPr>
            <a:xfrm>
              <a:off x="129563" y="-58650"/>
              <a:ext cx="8884875" cy="5260800"/>
              <a:chOff x="129563" y="-58650"/>
              <a:chExt cx="8884875" cy="5260800"/>
            </a:xfrm>
          </p:grpSpPr>
          <p:cxnSp>
            <p:nvCxnSpPr>
              <p:cNvPr id="1424" name="Google Shape;1424;p25"/>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25" name="Google Shape;1425;p25"/>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26" name="Google Shape;1426;p25"/>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27" name="Google Shape;1427;p25"/>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28" name="Google Shape;1428;p25"/>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29" name="Google Shape;1429;p25"/>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0" name="Google Shape;1430;p25"/>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1" name="Google Shape;1431;p25"/>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2" name="Google Shape;1432;p25"/>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3" name="Google Shape;1433;p25"/>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4" name="Google Shape;1434;p25"/>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5" name="Google Shape;1435;p25"/>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6" name="Google Shape;1436;p25"/>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7" name="Google Shape;1437;p25"/>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8" name="Google Shape;1438;p25"/>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39" name="Google Shape;1439;p25"/>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0" name="Google Shape;1440;p25"/>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1" name="Google Shape;1441;p25"/>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2" name="Google Shape;1442;p25"/>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3" name="Google Shape;1443;p25"/>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4" name="Google Shape;1444;p25"/>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5" name="Google Shape;1445;p25"/>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6" name="Google Shape;1446;p25"/>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7" name="Google Shape;1447;p25"/>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8" name="Google Shape;1448;p25"/>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49" name="Google Shape;1449;p25"/>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50" name="Google Shape;1450;p25"/>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51" name="Google Shape;1451;p25"/>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52" name="Google Shape;1452;p25"/>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453" name="Google Shape;1453;p25"/>
            <p:cNvGrpSpPr/>
            <p:nvPr/>
          </p:nvGrpSpPr>
          <p:grpSpPr>
            <a:xfrm>
              <a:off x="-87450" y="171125"/>
              <a:ext cx="9318900" cy="4801250"/>
              <a:chOff x="-87450" y="281675"/>
              <a:chExt cx="9318900" cy="4801250"/>
            </a:xfrm>
          </p:grpSpPr>
          <p:cxnSp>
            <p:nvCxnSpPr>
              <p:cNvPr id="1454" name="Google Shape;1454;p25"/>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55" name="Google Shape;1455;p25"/>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56" name="Google Shape;1456;p25"/>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57" name="Google Shape;1457;p25"/>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58" name="Google Shape;1458;p25"/>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59" name="Google Shape;1459;p25"/>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0" name="Google Shape;1460;p25"/>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1" name="Google Shape;1461;p25"/>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2" name="Google Shape;1462;p25"/>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3" name="Google Shape;1463;p25"/>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4" name="Google Shape;1464;p25"/>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5" name="Google Shape;1465;p25"/>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6" name="Google Shape;1466;p25"/>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7" name="Google Shape;1467;p25"/>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8" name="Google Shape;1468;p25"/>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469" name="Google Shape;1469;p25"/>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470" name="Google Shape;1470;p25"/>
          <p:cNvPicPr preferRelativeResize="0"/>
          <p:nvPr/>
        </p:nvPicPr>
        <p:blipFill>
          <a:blip r:embed="rId2">
            <a:alphaModFix/>
          </a:blip>
          <a:stretch>
            <a:fillRect/>
          </a:stretch>
        </p:blipFill>
        <p:spPr>
          <a:xfrm rot="-5400000">
            <a:off x="5107989" y="539500"/>
            <a:ext cx="7462422" cy="4064500"/>
          </a:xfrm>
          <a:prstGeom prst="rect">
            <a:avLst/>
          </a:prstGeom>
          <a:noFill/>
          <a:ln>
            <a:noFill/>
          </a:ln>
        </p:spPr>
      </p:pic>
      <p:grpSp>
        <p:nvGrpSpPr>
          <p:cNvPr id="1471" name="Google Shape;1471;p25"/>
          <p:cNvGrpSpPr/>
          <p:nvPr/>
        </p:nvGrpSpPr>
        <p:grpSpPr>
          <a:xfrm>
            <a:off x="8068550" y="543532"/>
            <a:ext cx="667500" cy="667500"/>
            <a:chOff x="8068550" y="543532"/>
            <a:chExt cx="667500" cy="667500"/>
          </a:xfrm>
        </p:grpSpPr>
        <p:sp>
          <p:nvSpPr>
            <p:cNvPr id="1472" name="Google Shape;1472;p25"/>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473" name="Google Shape;1473;p25"/>
            <p:cNvGrpSpPr/>
            <p:nvPr/>
          </p:nvGrpSpPr>
          <p:grpSpPr>
            <a:xfrm>
              <a:off x="8191979" y="665924"/>
              <a:ext cx="420630" cy="420613"/>
              <a:chOff x="4423680" y="2637000"/>
              <a:chExt cx="369720" cy="368280"/>
            </a:xfrm>
          </p:grpSpPr>
          <p:sp>
            <p:nvSpPr>
              <p:cNvPr id="1474" name="Google Shape;1474;p25"/>
              <p:cNvSpPr/>
              <p:nvPr/>
            </p:nvSpPr>
            <p:spPr>
              <a:xfrm>
                <a:off x="4735800" y="2737800"/>
                <a:ext cx="57600" cy="196920"/>
              </a:xfrm>
              <a:custGeom>
                <a:rect b="b" l="l" r="r" t="t"/>
                <a:pathLst>
                  <a:path extrusionOk="0" h="547" w="160">
                    <a:moveTo>
                      <a:pt x="80" y="0"/>
                    </a:moveTo>
                    <a:lnTo>
                      <a:pt x="30" y="0"/>
                    </a:lnTo>
                    <a:cubicBezTo>
                      <a:pt x="13" y="0"/>
                      <a:pt x="0" y="14"/>
                      <a:pt x="0" y="30"/>
                    </a:cubicBezTo>
                    <a:lnTo>
                      <a:pt x="0" y="492"/>
                    </a:lnTo>
                    <a:cubicBezTo>
                      <a:pt x="0" y="508"/>
                      <a:pt x="13" y="522"/>
                      <a:pt x="30" y="522"/>
                    </a:cubicBezTo>
                    <a:lnTo>
                      <a:pt x="80" y="522"/>
                    </a:lnTo>
                    <a:cubicBezTo>
                      <a:pt x="110" y="522"/>
                      <a:pt x="137" y="531"/>
                      <a:pt x="160" y="547"/>
                    </a:cubicBezTo>
                    <a:lnTo>
                      <a:pt x="160" y="81"/>
                    </a:lnTo>
                    <a:cubicBezTo>
                      <a:pt x="160" y="36"/>
                      <a:pt x="124" y="0"/>
                      <a:pt x="8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75" name="Google Shape;1475;p25"/>
              <p:cNvSpPr/>
              <p:nvPr/>
            </p:nvSpPr>
            <p:spPr>
              <a:xfrm>
                <a:off x="4553640" y="2911320"/>
                <a:ext cx="21600" cy="28800"/>
              </a:xfrm>
              <a:custGeom>
                <a:rect b="b" l="l" r="r" t="t"/>
                <a:pathLst>
                  <a:path extrusionOk="0" h="80" w="60">
                    <a:moveTo>
                      <a:pt x="0" y="0"/>
                    </a:moveTo>
                    <a:lnTo>
                      <a:pt x="60" y="0"/>
                    </a:lnTo>
                    <a:lnTo>
                      <a:pt x="60" y="80"/>
                    </a:lnTo>
                    <a:lnTo>
                      <a:pt x="0" y="80"/>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76" name="Google Shape;1476;p25"/>
              <p:cNvSpPr/>
              <p:nvPr/>
            </p:nvSpPr>
            <p:spPr>
              <a:xfrm>
                <a:off x="4517640" y="2848680"/>
                <a:ext cx="93960" cy="91440"/>
              </a:xfrm>
              <a:custGeom>
                <a:rect b="b" l="l" r="r" t="t"/>
                <a:pathLst>
                  <a:path extrusionOk="0" h="254" w="261">
                    <a:moveTo>
                      <a:pt x="0" y="89"/>
                    </a:moveTo>
                    <a:lnTo>
                      <a:pt x="0" y="254"/>
                    </a:lnTo>
                    <a:lnTo>
                      <a:pt x="40" y="254"/>
                    </a:lnTo>
                    <a:lnTo>
                      <a:pt x="40" y="144"/>
                    </a:lnTo>
                    <a:cubicBezTo>
                      <a:pt x="40" y="127"/>
                      <a:pt x="53" y="114"/>
                      <a:pt x="70" y="114"/>
                    </a:cubicBezTo>
                    <a:lnTo>
                      <a:pt x="190" y="114"/>
                    </a:lnTo>
                    <a:cubicBezTo>
                      <a:pt x="207" y="114"/>
                      <a:pt x="220" y="127"/>
                      <a:pt x="220" y="144"/>
                    </a:cubicBezTo>
                    <a:lnTo>
                      <a:pt x="220" y="254"/>
                    </a:lnTo>
                    <a:lnTo>
                      <a:pt x="261" y="254"/>
                    </a:lnTo>
                    <a:lnTo>
                      <a:pt x="261" y="89"/>
                    </a:lnTo>
                    <a:lnTo>
                      <a:pt x="130" y="0"/>
                    </a:lnTo>
                    <a:lnTo>
                      <a:pt x="0" y="8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77" name="Google Shape;1477;p25"/>
              <p:cNvSpPr/>
              <p:nvPr/>
            </p:nvSpPr>
            <p:spPr>
              <a:xfrm>
                <a:off x="4423680" y="2781360"/>
                <a:ext cx="369720" cy="223920"/>
              </a:xfrm>
              <a:custGeom>
                <a:rect b="b" l="l" r="r" t="t"/>
                <a:pathLst>
                  <a:path extrusionOk="0" h="622" w="1027">
                    <a:moveTo>
                      <a:pt x="637" y="319"/>
                    </a:moveTo>
                    <a:cubicBezTo>
                      <a:pt x="627" y="333"/>
                      <a:pt x="608" y="336"/>
                      <a:pt x="595" y="327"/>
                    </a:cubicBezTo>
                    <a:lnTo>
                      <a:pt x="582" y="318"/>
                    </a:lnTo>
                    <a:lnTo>
                      <a:pt x="582" y="471"/>
                    </a:lnTo>
                    <a:cubicBezTo>
                      <a:pt x="582" y="488"/>
                      <a:pt x="568" y="501"/>
                      <a:pt x="552" y="501"/>
                    </a:cubicBezTo>
                    <a:lnTo>
                      <a:pt x="231" y="501"/>
                    </a:lnTo>
                    <a:cubicBezTo>
                      <a:pt x="214" y="501"/>
                      <a:pt x="201" y="488"/>
                      <a:pt x="201" y="471"/>
                    </a:cubicBezTo>
                    <a:lnTo>
                      <a:pt x="201" y="318"/>
                    </a:lnTo>
                    <a:lnTo>
                      <a:pt x="188" y="327"/>
                    </a:lnTo>
                    <a:cubicBezTo>
                      <a:pt x="174" y="336"/>
                      <a:pt x="155" y="333"/>
                      <a:pt x="146" y="319"/>
                    </a:cubicBezTo>
                    <a:cubicBezTo>
                      <a:pt x="136" y="305"/>
                      <a:pt x="140" y="286"/>
                      <a:pt x="153" y="277"/>
                    </a:cubicBezTo>
                    <a:lnTo>
                      <a:pt x="374" y="125"/>
                    </a:lnTo>
                    <a:cubicBezTo>
                      <a:pt x="384" y="118"/>
                      <a:pt x="398" y="118"/>
                      <a:pt x="408" y="125"/>
                    </a:cubicBezTo>
                    <a:lnTo>
                      <a:pt x="629" y="277"/>
                    </a:lnTo>
                    <a:cubicBezTo>
                      <a:pt x="643" y="286"/>
                      <a:pt x="646" y="305"/>
                      <a:pt x="637" y="319"/>
                    </a:cubicBezTo>
                    <a:moveTo>
                      <a:pt x="947" y="461"/>
                    </a:moveTo>
                    <a:lnTo>
                      <a:pt x="897" y="461"/>
                    </a:lnTo>
                    <a:cubicBezTo>
                      <a:pt x="847" y="461"/>
                      <a:pt x="806" y="421"/>
                      <a:pt x="806" y="371"/>
                    </a:cubicBezTo>
                    <a:lnTo>
                      <a:pt x="806" y="0"/>
                    </a:lnTo>
                    <a:lnTo>
                      <a:pt x="367" y="0"/>
                    </a:lnTo>
                    <a:cubicBezTo>
                      <a:pt x="322" y="37"/>
                      <a:pt x="264" y="60"/>
                      <a:pt x="201" y="60"/>
                    </a:cubicBezTo>
                    <a:cubicBezTo>
                      <a:pt x="137" y="60"/>
                      <a:pt x="79" y="37"/>
                      <a:pt x="34" y="0"/>
                    </a:cubicBezTo>
                    <a:lnTo>
                      <a:pt x="30" y="0"/>
                    </a:lnTo>
                    <a:cubicBezTo>
                      <a:pt x="14" y="0"/>
                      <a:pt x="0" y="13"/>
                      <a:pt x="0" y="30"/>
                    </a:cubicBezTo>
                    <a:lnTo>
                      <a:pt x="0" y="591"/>
                    </a:lnTo>
                    <a:cubicBezTo>
                      <a:pt x="0" y="608"/>
                      <a:pt x="14" y="622"/>
                      <a:pt x="30" y="622"/>
                    </a:cubicBezTo>
                    <a:lnTo>
                      <a:pt x="945" y="622"/>
                    </a:lnTo>
                    <a:cubicBezTo>
                      <a:pt x="990" y="622"/>
                      <a:pt x="1028" y="585"/>
                      <a:pt x="1027" y="540"/>
                    </a:cubicBezTo>
                    <a:cubicBezTo>
                      <a:pt x="1026" y="496"/>
                      <a:pt x="991" y="461"/>
                      <a:pt x="947" y="46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78" name="Google Shape;1478;p25"/>
              <p:cNvSpPr/>
              <p:nvPr/>
            </p:nvSpPr>
            <p:spPr>
              <a:xfrm>
                <a:off x="4484880" y="2681640"/>
                <a:ext cx="5040" cy="15840"/>
              </a:xfrm>
              <a:custGeom>
                <a:rect b="b" l="l" r="r" t="t"/>
                <a:pathLst>
                  <a:path extrusionOk="0" h="44" w="14">
                    <a:moveTo>
                      <a:pt x="14" y="0"/>
                    </a:moveTo>
                    <a:cubicBezTo>
                      <a:pt x="6" y="4"/>
                      <a:pt x="2" y="12"/>
                      <a:pt x="1" y="19"/>
                    </a:cubicBezTo>
                    <a:cubicBezTo>
                      <a:pt x="-1" y="27"/>
                      <a:pt x="2" y="34"/>
                      <a:pt x="6" y="38"/>
                    </a:cubicBezTo>
                    <a:cubicBezTo>
                      <a:pt x="9" y="40"/>
                      <a:pt x="11" y="42"/>
                      <a:pt x="14" y="44"/>
                    </a:cubicBezTo>
                    <a:lnTo>
                      <a:pt x="14"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79" name="Google Shape;1479;p25"/>
              <p:cNvSpPr/>
              <p:nvPr/>
            </p:nvSpPr>
            <p:spPr>
              <a:xfrm>
                <a:off x="4500720" y="2713680"/>
                <a:ext cx="8280" cy="22320"/>
              </a:xfrm>
              <a:custGeom>
                <a:rect b="b" l="l" r="r" t="t"/>
                <a:pathLst>
                  <a:path extrusionOk="0" h="62" w="23">
                    <a:moveTo>
                      <a:pt x="22" y="34"/>
                    </a:moveTo>
                    <a:cubicBezTo>
                      <a:pt x="23" y="28"/>
                      <a:pt x="24" y="8"/>
                      <a:pt x="1" y="0"/>
                    </a:cubicBezTo>
                    <a:lnTo>
                      <a:pt x="0" y="0"/>
                    </a:lnTo>
                    <a:lnTo>
                      <a:pt x="0" y="62"/>
                    </a:lnTo>
                    <a:cubicBezTo>
                      <a:pt x="13" y="57"/>
                      <a:pt x="20" y="45"/>
                      <a:pt x="22"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80" name="Google Shape;1480;p25"/>
              <p:cNvSpPr/>
              <p:nvPr/>
            </p:nvSpPr>
            <p:spPr>
              <a:xfrm>
                <a:off x="4423680" y="2637000"/>
                <a:ext cx="144360" cy="144360"/>
              </a:xfrm>
              <a:custGeom>
                <a:rect b="b" l="l" r="r" t="t"/>
                <a:pathLst>
                  <a:path extrusionOk="0" h="401" w="401">
                    <a:moveTo>
                      <a:pt x="137" y="272"/>
                    </a:moveTo>
                    <a:cubicBezTo>
                      <a:pt x="142" y="265"/>
                      <a:pt x="151" y="263"/>
                      <a:pt x="158" y="267"/>
                    </a:cubicBezTo>
                    <a:cubicBezTo>
                      <a:pt x="169" y="274"/>
                      <a:pt x="175" y="277"/>
                      <a:pt x="184" y="278"/>
                    </a:cubicBezTo>
                    <a:lnTo>
                      <a:pt x="184" y="201"/>
                    </a:lnTo>
                    <a:cubicBezTo>
                      <a:pt x="173" y="196"/>
                      <a:pt x="164" y="191"/>
                      <a:pt x="158" y="186"/>
                    </a:cubicBezTo>
                    <a:cubicBezTo>
                      <a:pt x="144" y="175"/>
                      <a:pt x="138" y="156"/>
                      <a:pt x="141" y="137"/>
                    </a:cubicBezTo>
                    <a:cubicBezTo>
                      <a:pt x="145" y="116"/>
                      <a:pt x="160" y="99"/>
                      <a:pt x="180" y="93"/>
                    </a:cubicBezTo>
                    <a:cubicBezTo>
                      <a:pt x="181" y="93"/>
                      <a:pt x="183" y="93"/>
                      <a:pt x="184" y="92"/>
                    </a:cubicBezTo>
                    <a:lnTo>
                      <a:pt x="184" y="80"/>
                    </a:lnTo>
                    <a:cubicBezTo>
                      <a:pt x="184" y="72"/>
                      <a:pt x="191" y="65"/>
                      <a:pt x="199" y="65"/>
                    </a:cubicBezTo>
                    <a:cubicBezTo>
                      <a:pt x="208" y="65"/>
                      <a:pt x="214" y="72"/>
                      <a:pt x="214" y="80"/>
                    </a:cubicBezTo>
                    <a:lnTo>
                      <a:pt x="214" y="90"/>
                    </a:lnTo>
                    <a:cubicBezTo>
                      <a:pt x="232" y="93"/>
                      <a:pt x="244" y="101"/>
                      <a:pt x="249" y="108"/>
                    </a:cubicBezTo>
                    <a:cubicBezTo>
                      <a:pt x="255" y="114"/>
                      <a:pt x="254" y="123"/>
                      <a:pt x="248" y="129"/>
                    </a:cubicBezTo>
                    <a:cubicBezTo>
                      <a:pt x="241" y="134"/>
                      <a:pt x="232" y="134"/>
                      <a:pt x="227" y="128"/>
                    </a:cubicBezTo>
                    <a:cubicBezTo>
                      <a:pt x="226" y="127"/>
                      <a:pt x="222" y="123"/>
                      <a:pt x="214" y="121"/>
                    </a:cubicBezTo>
                    <a:lnTo>
                      <a:pt x="214" y="181"/>
                    </a:lnTo>
                    <a:cubicBezTo>
                      <a:pt x="218" y="182"/>
                      <a:pt x="222" y="184"/>
                      <a:pt x="225" y="185"/>
                    </a:cubicBezTo>
                    <a:cubicBezTo>
                      <a:pt x="255" y="195"/>
                      <a:pt x="271" y="222"/>
                      <a:pt x="265" y="252"/>
                    </a:cubicBezTo>
                    <a:cubicBezTo>
                      <a:pt x="261" y="276"/>
                      <a:pt x="243" y="300"/>
                      <a:pt x="214" y="306"/>
                    </a:cubicBezTo>
                    <a:lnTo>
                      <a:pt x="214" y="321"/>
                    </a:lnTo>
                    <a:cubicBezTo>
                      <a:pt x="214" y="329"/>
                      <a:pt x="208" y="336"/>
                      <a:pt x="199" y="336"/>
                    </a:cubicBezTo>
                    <a:cubicBezTo>
                      <a:pt x="191" y="336"/>
                      <a:pt x="184" y="329"/>
                      <a:pt x="184" y="321"/>
                    </a:cubicBezTo>
                    <a:lnTo>
                      <a:pt x="184" y="308"/>
                    </a:lnTo>
                    <a:cubicBezTo>
                      <a:pt x="170" y="307"/>
                      <a:pt x="158" y="303"/>
                      <a:pt x="142" y="292"/>
                    </a:cubicBezTo>
                    <a:cubicBezTo>
                      <a:pt x="135" y="288"/>
                      <a:pt x="133" y="279"/>
                      <a:pt x="137" y="272"/>
                    </a:cubicBezTo>
                    <a:moveTo>
                      <a:pt x="201" y="401"/>
                    </a:moveTo>
                    <a:cubicBezTo>
                      <a:pt x="311" y="401"/>
                      <a:pt x="401" y="311"/>
                      <a:pt x="401" y="200"/>
                    </a:cubicBezTo>
                    <a:cubicBezTo>
                      <a:pt x="401" y="89"/>
                      <a:pt x="311" y="0"/>
                      <a:pt x="201" y="0"/>
                    </a:cubicBezTo>
                    <a:cubicBezTo>
                      <a:pt x="90" y="0"/>
                      <a:pt x="0" y="89"/>
                      <a:pt x="0" y="200"/>
                    </a:cubicBezTo>
                    <a:cubicBezTo>
                      <a:pt x="0" y="311"/>
                      <a:pt x="90" y="401"/>
                      <a:pt x="201" y="40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481" name="Google Shape;1481;p25"/>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82" name="Google Shape;1482;p25"/>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9">
    <p:spTree>
      <p:nvGrpSpPr>
        <p:cNvPr id="1483" name="Shape 1483"/>
        <p:cNvGrpSpPr/>
        <p:nvPr/>
      </p:nvGrpSpPr>
      <p:grpSpPr>
        <a:xfrm>
          <a:off x="0" y="0"/>
          <a:ext cx="0" cy="0"/>
          <a:chOff x="0" y="0"/>
          <a:chExt cx="0" cy="0"/>
        </a:xfrm>
      </p:grpSpPr>
      <p:grpSp>
        <p:nvGrpSpPr>
          <p:cNvPr id="1484" name="Google Shape;1484;p26"/>
          <p:cNvGrpSpPr/>
          <p:nvPr/>
        </p:nvGrpSpPr>
        <p:grpSpPr>
          <a:xfrm>
            <a:off x="-87450" y="-58650"/>
            <a:ext cx="9318900" cy="5260800"/>
            <a:chOff x="-87450" y="-58650"/>
            <a:chExt cx="9318900" cy="5260800"/>
          </a:xfrm>
        </p:grpSpPr>
        <p:grpSp>
          <p:nvGrpSpPr>
            <p:cNvPr id="1485" name="Google Shape;1485;p26"/>
            <p:cNvGrpSpPr/>
            <p:nvPr/>
          </p:nvGrpSpPr>
          <p:grpSpPr>
            <a:xfrm>
              <a:off x="129563" y="-58650"/>
              <a:ext cx="8884875" cy="5260800"/>
              <a:chOff x="129563" y="-58650"/>
              <a:chExt cx="8884875" cy="5260800"/>
            </a:xfrm>
          </p:grpSpPr>
          <p:cxnSp>
            <p:nvCxnSpPr>
              <p:cNvPr id="1486" name="Google Shape;1486;p26"/>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87" name="Google Shape;1487;p26"/>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88" name="Google Shape;1488;p26"/>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89" name="Google Shape;1489;p26"/>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0" name="Google Shape;1490;p26"/>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1" name="Google Shape;1491;p26"/>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2" name="Google Shape;1492;p26"/>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3" name="Google Shape;1493;p26"/>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4" name="Google Shape;1494;p26"/>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5" name="Google Shape;1495;p26"/>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6" name="Google Shape;1496;p26"/>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7" name="Google Shape;1497;p26"/>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8" name="Google Shape;1498;p26"/>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499" name="Google Shape;1499;p26"/>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0" name="Google Shape;1500;p26"/>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1" name="Google Shape;1501;p26"/>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2" name="Google Shape;1502;p26"/>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3" name="Google Shape;1503;p26"/>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4" name="Google Shape;1504;p26"/>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5" name="Google Shape;1505;p26"/>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6" name="Google Shape;1506;p26"/>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7" name="Google Shape;1507;p26"/>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8" name="Google Shape;1508;p26"/>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09" name="Google Shape;1509;p26"/>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10" name="Google Shape;1510;p26"/>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11" name="Google Shape;1511;p26"/>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12" name="Google Shape;1512;p26"/>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13" name="Google Shape;1513;p26"/>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14" name="Google Shape;1514;p26"/>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515" name="Google Shape;1515;p26"/>
            <p:cNvGrpSpPr/>
            <p:nvPr/>
          </p:nvGrpSpPr>
          <p:grpSpPr>
            <a:xfrm>
              <a:off x="-87450" y="171125"/>
              <a:ext cx="9318900" cy="4801250"/>
              <a:chOff x="-87450" y="281675"/>
              <a:chExt cx="9318900" cy="4801250"/>
            </a:xfrm>
          </p:grpSpPr>
          <p:cxnSp>
            <p:nvCxnSpPr>
              <p:cNvPr id="1516" name="Google Shape;1516;p26"/>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17" name="Google Shape;1517;p26"/>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18" name="Google Shape;1518;p26"/>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19" name="Google Shape;1519;p26"/>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0" name="Google Shape;1520;p26"/>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1" name="Google Shape;1521;p26"/>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2" name="Google Shape;1522;p26"/>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3" name="Google Shape;1523;p26"/>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4" name="Google Shape;1524;p26"/>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5" name="Google Shape;1525;p26"/>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6" name="Google Shape;1526;p26"/>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7" name="Google Shape;1527;p26"/>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8" name="Google Shape;1528;p26"/>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29" name="Google Shape;1529;p26"/>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30" name="Google Shape;1530;p26"/>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31" name="Google Shape;1531;p26"/>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sp>
        <p:nvSpPr>
          <p:cNvPr id="1532" name="Google Shape;1532;p26"/>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33" name="Google Shape;1533;p26"/>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spTree>
      <p:nvGrpSpPr>
        <p:cNvPr id="1534" name="Shape 1534"/>
        <p:cNvGrpSpPr/>
        <p:nvPr/>
      </p:nvGrpSpPr>
      <p:grpSpPr>
        <a:xfrm>
          <a:off x="0" y="0"/>
          <a:ext cx="0" cy="0"/>
          <a:chOff x="0" y="0"/>
          <a:chExt cx="0" cy="0"/>
        </a:xfrm>
      </p:grpSpPr>
      <p:grpSp>
        <p:nvGrpSpPr>
          <p:cNvPr id="1535" name="Google Shape;1535;p27"/>
          <p:cNvGrpSpPr/>
          <p:nvPr/>
        </p:nvGrpSpPr>
        <p:grpSpPr>
          <a:xfrm>
            <a:off x="-87450" y="-58650"/>
            <a:ext cx="9318900" cy="5260800"/>
            <a:chOff x="-87450" y="-58650"/>
            <a:chExt cx="9318900" cy="5260800"/>
          </a:xfrm>
        </p:grpSpPr>
        <p:grpSp>
          <p:nvGrpSpPr>
            <p:cNvPr id="1536" name="Google Shape;1536;p27"/>
            <p:cNvGrpSpPr/>
            <p:nvPr/>
          </p:nvGrpSpPr>
          <p:grpSpPr>
            <a:xfrm>
              <a:off x="129563" y="-58650"/>
              <a:ext cx="8884875" cy="5260800"/>
              <a:chOff x="129563" y="-58650"/>
              <a:chExt cx="8884875" cy="5260800"/>
            </a:xfrm>
          </p:grpSpPr>
          <p:cxnSp>
            <p:nvCxnSpPr>
              <p:cNvPr id="1537" name="Google Shape;1537;p27"/>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38" name="Google Shape;1538;p27"/>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39" name="Google Shape;1539;p27"/>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0" name="Google Shape;1540;p27"/>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1" name="Google Shape;1541;p27"/>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2" name="Google Shape;1542;p27"/>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3" name="Google Shape;1543;p27"/>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4" name="Google Shape;1544;p27"/>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5" name="Google Shape;1545;p27"/>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6" name="Google Shape;1546;p27"/>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7" name="Google Shape;1547;p27"/>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8" name="Google Shape;1548;p27"/>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49" name="Google Shape;1549;p27"/>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0" name="Google Shape;1550;p27"/>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1" name="Google Shape;1551;p27"/>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2" name="Google Shape;1552;p27"/>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3" name="Google Shape;1553;p27"/>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4" name="Google Shape;1554;p27"/>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5" name="Google Shape;1555;p27"/>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6" name="Google Shape;1556;p27"/>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7" name="Google Shape;1557;p27"/>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8" name="Google Shape;1558;p27"/>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59" name="Google Shape;1559;p27"/>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0" name="Google Shape;1560;p27"/>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1" name="Google Shape;1561;p27"/>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2" name="Google Shape;1562;p27"/>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3" name="Google Shape;1563;p27"/>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4" name="Google Shape;1564;p27"/>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565" name="Google Shape;1565;p27"/>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566" name="Google Shape;1566;p27"/>
            <p:cNvGrpSpPr/>
            <p:nvPr/>
          </p:nvGrpSpPr>
          <p:grpSpPr>
            <a:xfrm>
              <a:off x="-87450" y="171125"/>
              <a:ext cx="9318900" cy="4801250"/>
              <a:chOff x="-87450" y="281675"/>
              <a:chExt cx="9318900" cy="4801250"/>
            </a:xfrm>
          </p:grpSpPr>
          <p:cxnSp>
            <p:nvCxnSpPr>
              <p:cNvPr id="1567" name="Google Shape;1567;p27"/>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68" name="Google Shape;1568;p27"/>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69" name="Google Shape;1569;p27"/>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0" name="Google Shape;1570;p27"/>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1" name="Google Shape;1571;p27"/>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2" name="Google Shape;1572;p27"/>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3" name="Google Shape;1573;p27"/>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4" name="Google Shape;1574;p27"/>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5" name="Google Shape;1575;p27"/>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6" name="Google Shape;1576;p27"/>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7" name="Google Shape;1577;p27"/>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8" name="Google Shape;1578;p27"/>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79" name="Google Shape;1579;p27"/>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80" name="Google Shape;1580;p27"/>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81" name="Google Shape;1581;p27"/>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582" name="Google Shape;1582;p27"/>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583" name="Google Shape;1583;p27"/>
          <p:cNvPicPr preferRelativeResize="0"/>
          <p:nvPr/>
        </p:nvPicPr>
        <p:blipFill>
          <a:blip r:embed="rId2">
            <a:alphaModFix/>
          </a:blip>
          <a:stretch>
            <a:fillRect/>
          </a:stretch>
        </p:blipFill>
        <p:spPr>
          <a:xfrm flipH="1" rot="10800000">
            <a:off x="840789" y="-298700"/>
            <a:ext cx="7462422" cy="4064500"/>
          </a:xfrm>
          <a:prstGeom prst="rect">
            <a:avLst/>
          </a:prstGeom>
          <a:noFill/>
          <a:ln>
            <a:noFill/>
          </a:ln>
        </p:spPr>
      </p:pic>
      <p:sp>
        <p:nvSpPr>
          <p:cNvPr id="1584" name="Google Shape;1584;p27"/>
          <p:cNvSpPr txBox="1"/>
          <p:nvPr>
            <p:ph type="ctrTitle"/>
          </p:nvPr>
        </p:nvSpPr>
        <p:spPr>
          <a:xfrm>
            <a:off x="2125800" y="673325"/>
            <a:ext cx="4892400" cy="996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8500"/>
              <a:buNone/>
              <a:defRPr sz="6000"/>
            </a:lvl1pPr>
            <a:lvl2pPr lvl="1" rtl="0" algn="ctr">
              <a:spcBef>
                <a:spcPts val="0"/>
              </a:spcBef>
              <a:spcAft>
                <a:spcPts val="0"/>
              </a:spcAft>
              <a:buSzPts val="8500"/>
              <a:buNone/>
              <a:defRPr sz="8500"/>
            </a:lvl2pPr>
            <a:lvl3pPr lvl="2" rtl="0" algn="ctr">
              <a:spcBef>
                <a:spcPts val="0"/>
              </a:spcBef>
              <a:spcAft>
                <a:spcPts val="0"/>
              </a:spcAft>
              <a:buSzPts val="8500"/>
              <a:buNone/>
              <a:defRPr sz="8500"/>
            </a:lvl3pPr>
            <a:lvl4pPr lvl="3" rtl="0" algn="ctr">
              <a:spcBef>
                <a:spcPts val="0"/>
              </a:spcBef>
              <a:spcAft>
                <a:spcPts val="0"/>
              </a:spcAft>
              <a:buSzPts val="8500"/>
              <a:buNone/>
              <a:defRPr sz="8500"/>
            </a:lvl4pPr>
            <a:lvl5pPr lvl="4" rtl="0" algn="ctr">
              <a:spcBef>
                <a:spcPts val="0"/>
              </a:spcBef>
              <a:spcAft>
                <a:spcPts val="0"/>
              </a:spcAft>
              <a:buSzPts val="8500"/>
              <a:buNone/>
              <a:defRPr sz="8500"/>
            </a:lvl5pPr>
            <a:lvl6pPr lvl="5" rtl="0" algn="ctr">
              <a:spcBef>
                <a:spcPts val="0"/>
              </a:spcBef>
              <a:spcAft>
                <a:spcPts val="0"/>
              </a:spcAft>
              <a:buSzPts val="8500"/>
              <a:buNone/>
              <a:defRPr sz="8500"/>
            </a:lvl6pPr>
            <a:lvl7pPr lvl="6" rtl="0" algn="ctr">
              <a:spcBef>
                <a:spcPts val="0"/>
              </a:spcBef>
              <a:spcAft>
                <a:spcPts val="0"/>
              </a:spcAft>
              <a:buSzPts val="8500"/>
              <a:buNone/>
              <a:defRPr sz="8500"/>
            </a:lvl7pPr>
            <a:lvl8pPr lvl="7" rtl="0" algn="ctr">
              <a:spcBef>
                <a:spcPts val="0"/>
              </a:spcBef>
              <a:spcAft>
                <a:spcPts val="0"/>
              </a:spcAft>
              <a:buSzPts val="8500"/>
              <a:buNone/>
              <a:defRPr sz="8500"/>
            </a:lvl8pPr>
            <a:lvl9pPr lvl="8" rtl="0" algn="ctr">
              <a:spcBef>
                <a:spcPts val="0"/>
              </a:spcBef>
              <a:spcAft>
                <a:spcPts val="0"/>
              </a:spcAft>
              <a:buSzPts val="8500"/>
              <a:buNone/>
              <a:defRPr sz="8500"/>
            </a:lvl9pPr>
          </a:lstStyle>
          <a:p/>
        </p:txBody>
      </p:sp>
      <p:sp>
        <p:nvSpPr>
          <p:cNvPr id="1585" name="Google Shape;1585;p27"/>
          <p:cNvSpPr txBox="1"/>
          <p:nvPr>
            <p:ph idx="1" type="subTitle"/>
          </p:nvPr>
        </p:nvSpPr>
        <p:spPr>
          <a:xfrm>
            <a:off x="2125800" y="1554586"/>
            <a:ext cx="4892400" cy="120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586" name="Google Shape;1586;p27"/>
          <p:cNvSpPr txBox="1"/>
          <p:nvPr/>
        </p:nvSpPr>
        <p:spPr>
          <a:xfrm>
            <a:off x="2125800" y="3494169"/>
            <a:ext cx="4892400" cy="5541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000">
                <a:solidFill>
                  <a:schemeClr val="dk1"/>
                </a:solidFill>
                <a:latin typeface="Open Sans"/>
                <a:ea typeface="Open Sans"/>
                <a:cs typeface="Open Sans"/>
                <a:sym typeface="Open Sans"/>
              </a:rPr>
              <a:t>CREDITS: This presentation template was created by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Slidesgo</a:t>
            </a:r>
            <a:r>
              <a:rPr lang="en" sz="1000">
                <a:solidFill>
                  <a:schemeClr val="dk1"/>
                </a:solidFill>
                <a:latin typeface="Open Sans"/>
                <a:ea typeface="Open Sans"/>
                <a:cs typeface="Open Sans"/>
                <a:sym typeface="Open Sans"/>
              </a:rPr>
              <a:t>, and includes icons by </a:t>
            </a:r>
            <a:r>
              <a:rPr b="1" lang="en" sz="1000" u="sng">
                <a:solidFill>
                  <a:schemeClr val="dk1"/>
                </a:solidFill>
                <a:latin typeface="Open Sans"/>
                <a:ea typeface="Open Sans"/>
                <a:cs typeface="Open Sans"/>
                <a:sym typeface="Open Sans"/>
                <a:hlinkClick r:id="rId4">
                  <a:extLst>
                    <a:ext uri="{A12FA001-AC4F-418D-AE19-62706E023703}">
                      <ahyp:hlinkClr val="tx"/>
                    </a:ext>
                  </a:extLst>
                </a:hlinkClick>
              </a:rPr>
              <a:t>Flaticon</a:t>
            </a:r>
            <a:r>
              <a:rPr lang="en" sz="1000">
                <a:solidFill>
                  <a:schemeClr val="dk1"/>
                </a:solidFill>
                <a:latin typeface="Open Sans"/>
                <a:ea typeface="Open Sans"/>
                <a:cs typeface="Open Sans"/>
                <a:sym typeface="Open Sans"/>
              </a:rPr>
              <a:t>, and infographics &amp; images by </a:t>
            </a:r>
            <a:r>
              <a:rPr b="1" lang="en" sz="1000" u="sng">
                <a:solidFill>
                  <a:schemeClr val="dk1"/>
                </a:solidFill>
                <a:latin typeface="Open Sans"/>
                <a:ea typeface="Open Sans"/>
                <a:cs typeface="Open Sans"/>
                <a:sym typeface="Open Sans"/>
                <a:hlinkClick r:id="rId5">
                  <a:extLst>
                    <a:ext uri="{A12FA001-AC4F-418D-AE19-62706E023703}">
                      <ahyp:hlinkClr val="tx"/>
                    </a:ext>
                  </a:extLst>
                </a:hlinkClick>
              </a:rPr>
              <a:t>Freepik</a:t>
            </a:r>
            <a:endParaRPr b="1" sz="1000" u="sng">
              <a:solidFill>
                <a:schemeClr val="dk1"/>
              </a:solidFill>
              <a:latin typeface="Open Sans"/>
              <a:ea typeface="Open Sans"/>
              <a:cs typeface="Open Sans"/>
              <a:sym typeface="Open Sans"/>
            </a:endParaRPr>
          </a:p>
        </p:txBody>
      </p:sp>
      <p:grpSp>
        <p:nvGrpSpPr>
          <p:cNvPr id="1587" name="Google Shape;1587;p27"/>
          <p:cNvGrpSpPr/>
          <p:nvPr/>
        </p:nvGrpSpPr>
        <p:grpSpPr>
          <a:xfrm>
            <a:off x="393372" y="2235854"/>
            <a:ext cx="672000" cy="672000"/>
            <a:chOff x="393372" y="2235854"/>
            <a:chExt cx="672000" cy="672000"/>
          </a:xfrm>
        </p:grpSpPr>
        <p:sp>
          <p:nvSpPr>
            <p:cNvPr id="1588" name="Google Shape;1588;p27"/>
            <p:cNvSpPr/>
            <p:nvPr/>
          </p:nvSpPr>
          <p:spPr>
            <a:xfrm>
              <a:off x="393372" y="2235854"/>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589" name="Google Shape;1589;p27"/>
            <p:cNvGrpSpPr/>
            <p:nvPr/>
          </p:nvGrpSpPr>
          <p:grpSpPr>
            <a:xfrm>
              <a:off x="502908" y="2361478"/>
              <a:ext cx="420630" cy="420637"/>
              <a:chOff x="7794720" y="1898640"/>
              <a:chExt cx="391320" cy="390600"/>
            </a:xfrm>
          </p:grpSpPr>
          <p:sp>
            <p:nvSpPr>
              <p:cNvPr id="1590" name="Google Shape;1590;p27"/>
              <p:cNvSpPr/>
              <p:nvPr/>
            </p:nvSpPr>
            <p:spPr>
              <a:xfrm>
                <a:off x="7829280" y="1898640"/>
                <a:ext cx="76320" cy="76320"/>
              </a:xfrm>
              <a:custGeom>
                <a:rect b="b" l="l" r="r" t="t"/>
                <a:pathLst>
                  <a:path extrusionOk="0" h="212" w="212">
                    <a:moveTo>
                      <a:pt x="212" y="106"/>
                    </a:moveTo>
                    <a:cubicBezTo>
                      <a:pt x="212" y="165"/>
                      <a:pt x="165" y="212"/>
                      <a:pt x="106" y="212"/>
                    </a:cubicBezTo>
                    <a:cubicBezTo>
                      <a:pt x="47" y="212"/>
                      <a:pt x="0" y="165"/>
                      <a:pt x="0" y="106"/>
                    </a:cubicBezTo>
                    <a:cubicBezTo>
                      <a:pt x="0" y="47"/>
                      <a:pt x="47" y="0"/>
                      <a:pt x="106" y="0"/>
                    </a:cubicBezTo>
                    <a:cubicBezTo>
                      <a:pt x="134" y="0"/>
                      <a:pt x="161" y="11"/>
                      <a:pt x="181" y="31"/>
                    </a:cubicBezTo>
                    <a:cubicBezTo>
                      <a:pt x="201" y="51"/>
                      <a:pt x="212" y="78"/>
                      <a:pt x="212" y="106"/>
                    </a:cubicBezTo>
                    <a:close/>
                  </a:path>
                </a:pathLst>
              </a:custGeom>
              <a:solidFill>
                <a:schemeClr val="accent6"/>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1" name="Google Shape;1591;p27"/>
              <p:cNvSpPr/>
              <p:nvPr/>
            </p:nvSpPr>
            <p:spPr>
              <a:xfrm>
                <a:off x="7794720" y="1981080"/>
                <a:ext cx="145440" cy="137160"/>
              </a:xfrm>
              <a:custGeom>
                <a:rect b="b" l="l" r="r" t="t"/>
                <a:pathLst>
                  <a:path extrusionOk="0" h="381" w="404">
                    <a:moveTo>
                      <a:pt x="319" y="0"/>
                    </a:moveTo>
                    <a:cubicBezTo>
                      <a:pt x="289" y="28"/>
                      <a:pt x="247" y="46"/>
                      <a:pt x="202" y="46"/>
                    </a:cubicBezTo>
                    <a:cubicBezTo>
                      <a:pt x="157" y="46"/>
                      <a:pt x="115" y="28"/>
                      <a:pt x="85" y="0"/>
                    </a:cubicBezTo>
                    <a:cubicBezTo>
                      <a:pt x="34" y="35"/>
                      <a:pt x="0" y="95"/>
                      <a:pt x="0" y="162"/>
                    </a:cubicBezTo>
                    <a:lnTo>
                      <a:pt x="0" y="226"/>
                    </a:lnTo>
                    <a:cubicBezTo>
                      <a:pt x="0" y="244"/>
                      <a:pt x="15" y="258"/>
                      <a:pt x="32" y="258"/>
                    </a:cubicBezTo>
                    <a:lnTo>
                      <a:pt x="59" y="258"/>
                    </a:lnTo>
                    <a:cubicBezTo>
                      <a:pt x="57" y="276"/>
                      <a:pt x="56" y="295"/>
                      <a:pt x="56" y="313"/>
                    </a:cubicBezTo>
                    <a:cubicBezTo>
                      <a:pt x="56" y="336"/>
                      <a:pt x="57" y="358"/>
                      <a:pt x="60" y="381"/>
                    </a:cubicBezTo>
                    <a:cubicBezTo>
                      <a:pt x="75" y="358"/>
                      <a:pt x="96" y="339"/>
                      <a:pt x="120" y="326"/>
                    </a:cubicBezTo>
                    <a:cubicBezTo>
                      <a:pt x="119" y="322"/>
                      <a:pt x="119" y="317"/>
                      <a:pt x="119" y="313"/>
                    </a:cubicBezTo>
                    <a:cubicBezTo>
                      <a:pt x="119" y="295"/>
                      <a:pt x="120" y="276"/>
                      <a:pt x="123" y="258"/>
                    </a:cubicBezTo>
                    <a:lnTo>
                      <a:pt x="372" y="258"/>
                    </a:lnTo>
                    <a:cubicBezTo>
                      <a:pt x="389" y="258"/>
                      <a:pt x="404" y="244"/>
                      <a:pt x="404" y="226"/>
                    </a:cubicBezTo>
                    <a:lnTo>
                      <a:pt x="404" y="162"/>
                    </a:lnTo>
                    <a:cubicBezTo>
                      <a:pt x="404" y="95"/>
                      <a:pt x="370" y="35"/>
                      <a:pt x="319"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2" name="Google Shape;1592;p27"/>
              <p:cNvSpPr/>
              <p:nvPr/>
            </p:nvSpPr>
            <p:spPr>
              <a:xfrm>
                <a:off x="8075160" y="1898640"/>
                <a:ext cx="76320" cy="76320"/>
              </a:xfrm>
              <a:custGeom>
                <a:rect b="b" l="l" r="r" t="t"/>
                <a:pathLst>
                  <a:path extrusionOk="0" h="212" w="212">
                    <a:moveTo>
                      <a:pt x="212" y="106"/>
                    </a:moveTo>
                    <a:cubicBezTo>
                      <a:pt x="212" y="165"/>
                      <a:pt x="165" y="212"/>
                      <a:pt x="106" y="212"/>
                    </a:cubicBezTo>
                    <a:cubicBezTo>
                      <a:pt x="47" y="212"/>
                      <a:pt x="0" y="165"/>
                      <a:pt x="0" y="106"/>
                    </a:cubicBezTo>
                    <a:cubicBezTo>
                      <a:pt x="0" y="47"/>
                      <a:pt x="47" y="0"/>
                      <a:pt x="106" y="0"/>
                    </a:cubicBezTo>
                    <a:cubicBezTo>
                      <a:pt x="165" y="0"/>
                      <a:pt x="212" y="47"/>
                      <a:pt x="212" y="106"/>
                    </a:cubicBezTo>
                    <a:close/>
                  </a:path>
                </a:pathLst>
              </a:custGeom>
              <a:solidFill>
                <a:schemeClr val="accent6"/>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3" name="Google Shape;1593;p27"/>
              <p:cNvSpPr/>
              <p:nvPr/>
            </p:nvSpPr>
            <p:spPr>
              <a:xfrm>
                <a:off x="8040960" y="1981080"/>
                <a:ext cx="145080" cy="137160"/>
              </a:xfrm>
              <a:custGeom>
                <a:rect b="b" l="l" r="r" t="t"/>
                <a:pathLst>
                  <a:path extrusionOk="0" h="381" w="403">
                    <a:moveTo>
                      <a:pt x="318" y="0"/>
                    </a:moveTo>
                    <a:cubicBezTo>
                      <a:pt x="288" y="28"/>
                      <a:pt x="246" y="46"/>
                      <a:pt x="201" y="46"/>
                    </a:cubicBezTo>
                    <a:cubicBezTo>
                      <a:pt x="156" y="46"/>
                      <a:pt x="114" y="28"/>
                      <a:pt x="84" y="0"/>
                    </a:cubicBezTo>
                    <a:cubicBezTo>
                      <a:pt x="33" y="35"/>
                      <a:pt x="0" y="95"/>
                      <a:pt x="0" y="162"/>
                    </a:cubicBezTo>
                    <a:lnTo>
                      <a:pt x="0" y="226"/>
                    </a:lnTo>
                    <a:cubicBezTo>
                      <a:pt x="0" y="244"/>
                      <a:pt x="14" y="258"/>
                      <a:pt x="31" y="258"/>
                    </a:cubicBezTo>
                    <a:lnTo>
                      <a:pt x="280" y="258"/>
                    </a:lnTo>
                    <a:cubicBezTo>
                      <a:pt x="283" y="276"/>
                      <a:pt x="284" y="295"/>
                      <a:pt x="284" y="313"/>
                    </a:cubicBezTo>
                    <a:cubicBezTo>
                      <a:pt x="284" y="317"/>
                      <a:pt x="284" y="322"/>
                      <a:pt x="284" y="326"/>
                    </a:cubicBezTo>
                    <a:cubicBezTo>
                      <a:pt x="307" y="339"/>
                      <a:pt x="328" y="358"/>
                      <a:pt x="343" y="381"/>
                    </a:cubicBezTo>
                    <a:cubicBezTo>
                      <a:pt x="346" y="358"/>
                      <a:pt x="347" y="336"/>
                      <a:pt x="347" y="313"/>
                    </a:cubicBezTo>
                    <a:cubicBezTo>
                      <a:pt x="347" y="295"/>
                      <a:pt x="346" y="276"/>
                      <a:pt x="344" y="258"/>
                    </a:cubicBezTo>
                    <a:lnTo>
                      <a:pt x="371" y="258"/>
                    </a:lnTo>
                    <a:cubicBezTo>
                      <a:pt x="388" y="258"/>
                      <a:pt x="403" y="244"/>
                      <a:pt x="403" y="226"/>
                    </a:cubicBezTo>
                    <a:lnTo>
                      <a:pt x="403" y="162"/>
                    </a:lnTo>
                    <a:cubicBezTo>
                      <a:pt x="403" y="95"/>
                      <a:pt x="369" y="35"/>
                      <a:pt x="3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4" name="Google Shape;1594;p27"/>
              <p:cNvSpPr/>
              <p:nvPr/>
            </p:nvSpPr>
            <p:spPr>
              <a:xfrm>
                <a:off x="8075160" y="2113560"/>
                <a:ext cx="76320" cy="76320"/>
              </a:xfrm>
              <a:custGeom>
                <a:rect b="b" l="l" r="r" t="t"/>
                <a:pathLst>
                  <a:path extrusionOk="0" h="212" w="212">
                    <a:moveTo>
                      <a:pt x="212" y="106"/>
                    </a:moveTo>
                    <a:cubicBezTo>
                      <a:pt x="212" y="165"/>
                      <a:pt x="165" y="212"/>
                      <a:pt x="106" y="212"/>
                    </a:cubicBezTo>
                    <a:cubicBezTo>
                      <a:pt x="47" y="212"/>
                      <a:pt x="0" y="165"/>
                      <a:pt x="0" y="106"/>
                    </a:cubicBezTo>
                    <a:cubicBezTo>
                      <a:pt x="0" y="48"/>
                      <a:pt x="47" y="0"/>
                      <a:pt x="106" y="0"/>
                    </a:cubicBezTo>
                    <a:cubicBezTo>
                      <a:pt x="165" y="0"/>
                      <a:pt x="212" y="48"/>
                      <a:pt x="212" y="106"/>
                    </a:cubicBezTo>
                    <a:close/>
                  </a:path>
                </a:pathLst>
              </a:custGeom>
              <a:solidFill>
                <a:schemeClr val="accent6"/>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5" name="Google Shape;1595;p27"/>
              <p:cNvSpPr/>
              <p:nvPr/>
            </p:nvSpPr>
            <p:spPr>
              <a:xfrm>
                <a:off x="8040960" y="2196000"/>
                <a:ext cx="145080" cy="93240"/>
              </a:xfrm>
              <a:custGeom>
                <a:rect b="b" l="l" r="r" t="t"/>
                <a:pathLst>
                  <a:path extrusionOk="0" h="259" w="403">
                    <a:moveTo>
                      <a:pt x="318" y="0"/>
                    </a:moveTo>
                    <a:cubicBezTo>
                      <a:pt x="288" y="29"/>
                      <a:pt x="246" y="47"/>
                      <a:pt x="201" y="47"/>
                    </a:cubicBezTo>
                    <a:cubicBezTo>
                      <a:pt x="156" y="47"/>
                      <a:pt x="114" y="29"/>
                      <a:pt x="84" y="0"/>
                    </a:cubicBezTo>
                    <a:cubicBezTo>
                      <a:pt x="33" y="36"/>
                      <a:pt x="0" y="96"/>
                      <a:pt x="0" y="164"/>
                    </a:cubicBezTo>
                    <a:lnTo>
                      <a:pt x="0" y="227"/>
                    </a:lnTo>
                    <a:cubicBezTo>
                      <a:pt x="0" y="245"/>
                      <a:pt x="14" y="259"/>
                      <a:pt x="31" y="259"/>
                    </a:cubicBezTo>
                    <a:lnTo>
                      <a:pt x="371" y="259"/>
                    </a:lnTo>
                    <a:cubicBezTo>
                      <a:pt x="388" y="259"/>
                      <a:pt x="403" y="245"/>
                      <a:pt x="403" y="227"/>
                    </a:cubicBezTo>
                    <a:lnTo>
                      <a:pt x="403" y="164"/>
                    </a:lnTo>
                    <a:cubicBezTo>
                      <a:pt x="403" y="96"/>
                      <a:pt x="369" y="36"/>
                      <a:pt x="3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6" name="Google Shape;1596;p27"/>
              <p:cNvSpPr/>
              <p:nvPr/>
            </p:nvSpPr>
            <p:spPr>
              <a:xfrm>
                <a:off x="7829280" y="2113560"/>
                <a:ext cx="76320" cy="76320"/>
              </a:xfrm>
              <a:custGeom>
                <a:rect b="b" l="l" r="r" t="t"/>
                <a:pathLst>
                  <a:path extrusionOk="0" h="212" w="212">
                    <a:moveTo>
                      <a:pt x="212" y="106"/>
                    </a:moveTo>
                    <a:cubicBezTo>
                      <a:pt x="212" y="165"/>
                      <a:pt x="165" y="212"/>
                      <a:pt x="106" y="212"/>
                    </a:cubicBezTo>
                    <a:cubicBezTo>
                      <a:pt x="47" y="212"/>
                      <a:pt x="0" y="165"/>
                      <a:pt x="0" y="106"/>
                    </a:cubicBezTo>
                    <a:cubicBezTo>
                      <a:pt x="0" y="48"/>
                      <a:pt x="47" y="0"/>
                      <a:pt x="106" y="0"/>
                    </a:cubicBezTo>
                    <a:cubicBezTo>
                      <a:pt x="134" y="0"/>
                      <a:pt x="161" y="11"/>
                      <a:pt x="181" y="31"/>
                    </a:cubicBezTo>
                    <a:cubicBezTo>
                      <a:pt x="201" y="51"/>
                      <a:pt x="212" y="78"/>
                      <a:pt x="212" y="106"/>
                    </a:cubicBezTo>
                    <a:close/>
                  </a:path>
                </a:pathLst>
              </a:custGeom>
              <a:solidFill>
                <a:schemeClr val="accent6"/>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7" name="Google Shape;1597;p27"/>
              <p:cNvSpPr/>
              <p:nvPr/>
            </p:nvSpPr>
            <p:spPr>
              <a:xfrm>
                <a:off x="7794720" y="2196000"/>
                <a:ext cx="145440" cy="93240"/>
              </a:xfrm>
              <a:custGeom>
                <a:rect b="b" l="l" r="r" t="t"/>
                <a:pathLst>
                  <a:path extrusionOk="0" h="259" w="404">
                    <a:moveTo>
                      <a:pt x="319" y="0"/>
                    </a:moveTo>
                    <a:cubicBezTo>
                      <a:pt x="289" y="29"/>
                      <a:pt x="247" y="47"/>
                      <a:pt x="202" y="47"/>
                    </a:cubicBezTo>
                    <a:cubicBezTo>
                      <a:pt x="157" y="47"/>
                      <a:pt x="115" y="29"/>
                      <a:pt x="85" y="0"/>
                    </a:cubicBezTo>
                    <a:cubicBezTo>
                      <a:pt x="34" y="36"/>
                      <a:pt x="0" y="96"/>
                      <a:pt x="0" y="164"/>
                    </a:cubicBezTo>
                    <a:lnTo>
                      <a:pt x="0" y="227"/>
                    </a:lnTo>
                    <a:cubicBezTo>
                      <a:pt x="0" y="245"/>
                      <a:pt x="15" y="259"/>
                      <a:pt x="32" y="259"/>
                    </a:cubicBezTo>
                    <a:lnTo>
                      <a:pt x="372" y="259"/>
                    </a:lnTo>
                    <a:cubicBezTo>
                      <a:pt x="389" y="259"/>
                      <a:pt x="404" y="245"/>
                      <a:pt x="404" y="227"/>
                    </a:cubicBezTo>
                    <a:lnTo>
                      <a:pt x="404" y="164"/>
                    </a:lnTo>
                    <a:cubicBezTo>
                      <a:pt x="404" y="96"/>
                      <a:pt x="370" y="36"/>
                      <a:pt x="319"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8" name="Google Shape;1598;p27"/>
              <p:cNvSpPr/>
              <p:nvPr/>
            </p:nvSpPr>
            <p:spPr>
              <a:xfrm>
                <a:off x="7925400" y="1918440"/>
                <a:ext cx="129960" cy="37440"/>
              </a:xfrm>
              <a:custGeom>
                <a:rect b="b" l="l" r="r" t="t"/>
                <a:pathLst>
                  <a:path extrusionOk="0" h="104" w="361">
                    <a:moveTo>
                      <a:pt x="181" y="64"/>
                    </a:moveTo>
                    <a:cubicBezTo>
                      <a:pt x="243" y="64"/>
                      <a:pt x="305" y="78"/>
                      <a:pt x="361" y="104"/>
                    </a:cubicBezTo>
                    <a:cubicBezTo>
                      <a:pt x="355" y="87"/>
                      <a:pt x="352" y="69"/>
                      <a:pt x="352" y="51"/>
                    </a:cubicBezTo>
                    <a:cubicBezTo>
                      <a:pt x="352" y="44"/>
                      <a:pt x="353" y="38"/>
                      <a:pt x="353" y="32"/>
                    </a:cubicBezTo>
                    <a:cubicBezTo>
                      <a:pt x="299" y="11"/>
                      <a:pt x="240" y="0"/>
                      <a:pt x="181" y="0"/>
                    </a:cubicBezTo>
                    <a:cubicBezTo>
                      <a:pt x="121" y="0"/>
                      <a:pt x="62" y="11"/>
                      <a:pt x="8" y="32"/>
                    </a:cubicBezTo>
                    <a:cubicBezTo>
                      <a:pt x="8" y="38"/>
                      <a:pt x="9" y="44"/>
                      <a:pt x="9" y="51"/>
                    </a:cubicBezTo>
                    <a:cubicBezTo>
                      <a:pt x="9" y="69"/>
                      <a:pt x="6" y="87"/>
                      <a:pt x="0" y="104"/>
                    </a:cubicBezTo>
                    <a:cubicBezTo>
                      <a:pt x="56" y="78"/>
                      <a:pt x="118" y="64"/>
                      <a:pt x="181" y="6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99" name="Google Shape;1599;p27"/>
              <p:cNvSpPr/>
              <p:nvPr/>
            </p:nvSpPr>
            <p:spPr>
              <a:xfrm>
                <a:off x="7962120" y="2243880"/>
                <a:ext cx="56520" cy="25560"/>
              </a:xfrm>
              <a:custGeom>
                <a:rect b="b" l="l" r="r" t="t"/>
                <a:pathLst>
                  <a:path extrusionOk="0" h="71" w="157">
                    <a:moveTo>
                      <a:pt x="0" y="0"/>
                    </a:moveTo>
                    <a:cubicBezTo>
                      <a:pt x="2" y="10"/>
                      <a:pt x="2" y="20"/>
                      <a:pt x="2" y="31"/>
                    </a:cubicBezTo>
                    <a:lnTo>
                      <a:pt x="2" y="65"/>
                    </a:lnTo>
                    <a:cubicBezTo>
                      <a:pt x="27" y="69"/>
                      <a:pt x="53" y="71"/>
                      <a:pt x="79" y="71"/>
                    </a:cubicBezTo>
                    <a:cubicBezTo>
                      <a:pt x="104" y="71"/>
                      <a:pt x="130" y="69"/>
                      <a:pt x="155" y="65"/>
                    </a:cubicBezTo>
                    <a:lnTo>
                      <a:pt x="155" y="31"/>
                    </a:lnTo>
                    <a:cubicBezTo>
                      <a:pt x="155" y="20"/>
                      <a:pt x="156" y="10"/>
                      <a:pt x="157" y="0"/>
                    </a:cubicBezTo>
                    <a:cubicBezTo>
                      <a:pt x="131" y="5"/>
                      <a:pt x="105" y="7"/>
                      <a:pt x="79" y="7"/>
                    </a:cubicBezTo>
                    <a:cubicBezTo>
                      <a:pt x="52" y="7"/>
                      <a:pt x="26" y="5"/>
                      <a:pt x="0"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1600" name="Google Shape;1600;p27"/>
          <p:cNvGrpSpPr/>
          <p:nvPr/>
        </p:nvGrpSpPr>
        <p:grpSpPr>
          <a:xfrm>
            <a:off x="8103079" y="2235726"/>
            <a:ext cx="672000" cy="672000"/>
            <a:chOff x="8103079" y="2235726"/>
            <a:chExt cx="672000" cy="672000"/>
          </a:xfrm>
        </p:grpSpPr>
        <p:sp>
          <p:nvSpPr>
            <p:cNvPr id="1601" name="Google Shape;1601;p27"/>
            <p:cNvSpPr/>
            <p:nvPr/>
          </p:nvSpPr>
          <p:spPr>
            <a:xfrm>
              <a:off x="8103079" y="2235726"/>
              <a:ext cx="672000" cy="6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602" name="Google Shape;1602;p27"/>
            <p:cNvGrpSpPr/>
            <p:nvPr/>
          </p:nvGrpSpPr>
          <p:grpSpPr>
            <a:xfrm>
              <a:off x="8228771" y="2361494"/>
              <a:ext cx="420613" cy="420613"/>
              <a:chOff x="8681040" y="4156560"/>
              <a:chExt cx="375480" cy="375480"/>
            </a:xfrm>
          </p:grpSpPr>
          <p:sp>
            <p:nvSpPr>
              <p:cNvPr id="1603" name="Google Shape;1603;p27"/>
              <p:cNvSpPr/>
              <p:nvPr/>
            </p:nvSpPr>
            <p:spPr>
              <a:xfrm>
                <a:off x="8799120" y="4390560"/>
                <a:ext cx="5040" cy="15840"/>
              </a:xfrm>
              <a:custGeom>
                <a:rect b="b" l="l" r="r" t="t"/>
                <a:pathLst>
                  <a:path extrusionOk="0" h="44" w="14">
                    <a:moveTo>
                      <a:pt x="14" y="0"/>
                    </a:moveTo>
                    <a:cubicBezTo>
                      <a:pt x="6" y="4"/>
                      <a:pt x="1" y="12"/>
                      <a:pt x="0" y="19"/>
                    </a:cubicBezTo>
                    <a:cubicBezTo>
                      <a:pt x="-1" y="27"/>
                      <a:pt x="1" y="35"/>
                      <a:pt x="6" y="39"/>
                    </a:cubicBezTo>
                    <a:cubicBezTo>
                      <a:pt x="8" y="40"/>
                      <a:pt x="11" y="42"/>
                      <a:pt x="14" y="44"/>
                    </a:cubicBezTo>
                    <a:lnTo>
                      <a:pt x="14"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04" name="Google Shape;1604;p27"/>
              <p:cNvSpPr/>
              <p:nvPr/>
            </p:nvSpPr>
            <p:spPr>
              <a:xfrm>
                <a:off x="8814960" y="4422960"/>
                <a:ext cx="7920" cy="22680"/>
              </a:xfrm>
              <a:custGeom>
                <a:rect b="b" l="l" r="r" t="t"/>
                <a:pathLst>
                  <a:path extrusionOk="0" h="63" w="22">
                    <a:moveTo>
                      <a:pt x="22" y="35"/>
                    </a:moveTo>
                    <a:cubicBezTo>
                      <a:pt x="23" y="29"/>
                      <a:pt x="24" y="9"/>
                      <a:pt x="1" y="0"/>
                    </a:cubicBezTo>
                    <a:lnTo>
                      <a:pt x="0" y="0"/>
                    </a:lnTo>
                    <a:lnTo>
                      <a:pt x="0" y="63"/>
                    </a:lnTo>
                    <a:cubicBezTo>
                      <a:pt x="13" y="58"/>
                      <a:pt x="20" y="46"/>
                      <a:pt x="22" y="3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05" name="Google Shape;1605;p27"/>
              <p:cNvSpPr/>
              <p:nvPr/>
            </p:nvSpPr>
            <p:spPr>
              <a:xfrm>
                <a:off x="8747640" y="4356000"/>
                <a:ext cx="124560" cy="124560"/>
              </a:xfrm>
              <a:custGeom>
                <a:rect b="b" l="l" r="r" t="t"/>
                <a:pathLst>
                  <a:path extrusionOk="0" h="346" w="346">
                    <a:moveTo>
                      <a:pt x="109" y="246"/>
                    </a:moveTo>
                    <a:cubicBezTo>
                      <a:pt x="114" y="239"/>
                      <a:pt x="123" y="237"/>
                      <a:pt x="130" y="241"/>
                    </a:cubicBezTo>
                    <a:cubicBezTo>
                      <a:pt x="141" y="248"/>
                      <a:pt x="147" y="251"/>
                      <a:pt x="157" y="252"/>
                    </a:cubicBezTo>
                    <a:lnTo>
                      <a:pt x="157" y="174"/>
                    </a:lnTo>
                    <a:cubicBezTo>
                      <a:pt x="145" y="169"/>
                      <a:pt x="137" y="164"/>
                      <a:pt x="130" y="159"/>
                    </a:cubicBezTo>
                    <a:cubicBezTo>
                      <a:pt x="116" y="148"/>
                      <a:pt x="109" y="129"/>
                      <a:pt x="113" y="109"/>
                    </a:cubicBezTo>
                    <a:cubicBezTo>
                      <a:pt x="117" y="88"/>
                      <a:pt x="132" y="71"/>
                      <a:pt x="152" y="65"/>
                    </a:cubicBezTo>
                    <a:cubicBezTo>
                      <a:pt x="154" y="64"/>
                      <a:pt x="155" y="64"/>
                      <a:pt x="157" y="63"/>
                    </a:cubicBezTo>
                    <a:lnTo>
                      <a:pt x="157" y="51"/>
                    </a:lnTo>
                    <a:cubicBezTo>
                      <a:pt x="157" y="43"/>
                      <a:pt x="164" y="36"/>
                      <a:pt x="172" y="36"/>
                    </a:cubicBezTo>
                    <a:cubicBezTo>
                      <a:pt x="181" y="36"/>
                      <a:pt x="187" y="43"/>
                      <a:pt x="187" y="51"/>
                    </a:cubicBezTo>
                    <a:lnTo>
                      <a:pt x="187" y="62"/>
                    </a:lnTo>
                    <a:cubicBezTo>
                      <a:pt x="205" y="64"/>
                      <a:pt x="217" y="73"/>
                      <a:pt x="223" y="79"/>
                    </a:cubicBezTo>
                    <a:cubicBezTo>
                      <a:pt x="228" y="86"/>
                      <a:pt x="227" y="95"/>
                      <a:pt x="221" y="101"/>
                    </a:cubicBezTo>
                    <a:cubicBezTo>
                      <a:pt x="215" y="106"/>
                      <a:pt x="205" y="106"/>
                      <a:pt x="200" y="99"/>
                    </a:cubicBezTo>
                    <a:cubicBezTo>
                      <a:pt x="199" y="99"/>
                      <a:pt x="195" y="95"/>
                      <a:pt x="187" y="93"/>
                    </a:cubicBezTo>
                    <a:lnTo>
                      <a:pt x="187" y="154"/>
                    </a:lnTo>
                    <a:cubicBezTo>
                      <a:pt x="191" y="155"/>
                      <a:pt x="195" y="156"/>
                      <a:pt x="198" y="158"/>
                    </a:cubicBezTo>
                    <a:cubicBezTo>
                      <a:pt x="228" y="168"/>
                      <a:pt x="244" y="195"/>
                      <a:pt x="239" y="226"/>
                    </a:cubicBezTo>
                    <a:cubicBezTo>
                      <a:pt x="235" y="250"/>
                      <a:pt x="216" y="274"/>
                      <a:pt x="187" y="281"/>
                    </a:cubicBezTo>
                    <a:lnTo>
                      <a:pt x="187" y="295"/>
                    </a:lnTo>
                    <a:cubicBezTo>
                      <a:pt x="187" y="304"/>
                      <a:pt x="181" y="311"/>
                      <a:pt x="172" y="311"/>
                    </a:cubicBezTo>
                    <a:cubicBezTo>
                      <a:pt x="164" y="311"/>
                      <a:pt x="157" y="304"/>
                      <a:pt x="157" y="295"/>
                    </a:cubicBezTo>
                    <a:lnTo>
                      <a:pt x="157" y="282"/>
                    </a:lnTo>
                    <a:cubicBezTo>
                      <a:pt x="142" y="281"/>
                      <a:pt x="130" y="278"/>
                      <a:pt x="113" y="267"/>
                    </a:cubicBezTo>
                    <a:cubicBezTo>
                      <a:pt x="106" y="262"/>
                      <a:pt x="104" y="253"/>
                      <a:pt x="109" y="246"/>
                    </a:cubicBezTo>
                    <a:moveTo>
                      <a:pt x="173" y="346"/>
                    </a:moveTo>
                    <a:cubicBezTo>
                      <a:pt x="269" y="346"/>
                      <a:pt x="346" y="269"/>
                      <a:pt x="346" y="173"/>
                    </a:cubicBezTo>
                    <a:cubicBezTo>
                      <a:pt x="346" y="78"/>
                      <a:pt x="269" y="0"/>
                      <a:pt x="173" y="0"/>
                    </a:cubicBezTo>
                    <a:cubicBezTo>
                      <a:pt x="78" y="0"/>
                      <a:pt x="0" y="78"/>
                      <a:pt x="0" y="173"/>
                    </a:cubicBezTo>
                    <a:cubicBezTo>
                      <a:pt x="0" y="269"/>
                      <a:pt x="78" y="346"/>
                      <a:pt x="173" y="34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06" name="Google Shape;1606;p27"/>
              <p:cNvSpPr/>
              <p:nvPr/>
            </p:nvSpPr>
            <p:spPr>
              <a:xfrm>
                <a:off x="8681040" y="4304520"/>
                <a:ext cx="375480" cy="227520"/>
              </a:xfrm>
              <a:custGeom>
                <a:rect b="b" l="l" r="r" t="t"/>
                <a:pathLst>
                  <a:path extrusionOk="0" h="632" w="1043">
                    <a:moveTo>
                      <a:pt x="358" y="82"/>
                    </a:moveTo>
                    <a:cubicBezTo>
                      <a:pt x="487" y="82"/>
                      <a:pt x="592" y="187"/>
                      <a:pt x="592" y="316"/>
                    </a:cubicBezTo>
                    <a:cubicBezTo>
                      <a:pt x="592" y="445"/>
                      <a:pt x="487" y="550"/>
                      <a:pt x="358" y="550"/>
                    </a:cubicBezTo>
                    <a:cubicBezTo>
                      <a:pt x="229" y="550"/>
                      <a:pt x="124" y="445"/>
                      <a:pt x="124" y="316"/>
                    </a:cubicBezTo>
                    <a:cubicBezTo>
                      <a:pt x="124" y="187"/>
                      <a:pt x="229" y="82"/>
                      <a:pt x="358" y="82"/>
                    </a:cubicBezTo>
                    <a:moveTo>
                      <a:pt x="684" y="408"/>
                    </a:moveTo>
                    <a:lnTo>
                      <a:pt x="888" y="408"/>
                    </a:lnTo>
                    <a:cubicBezTo>
                      <a:pt x="905" y="408"/>
                      <a:pt x="918" y="421"/>
                      <a:pt x="918" y="438"/>
                    </a:cubicBezTo>
                    <a:cubicBezTo>
                      <a:pt x="918" y="455"/>
                      <a:pt x="905" y="469"/>
                      <a:pt x="888" y="469"/>
                    </a:cubicBezTo>
                    <a:lnTo>
                      <a:pt x="684" y="469"/>
                    </a:lnTo>
                    <a:cubicBezTo>
                      <a:pt x="667" y="469"/>
                      <a:pt x="654" y="455"/>
                      <a:pt x="654" y="438"/>
                    </a:cubicBezTo>
                    <a:cubicBezTo>
                      <a:pt x="654" y="421"/>
                      <a:pt x="667" y="408"/>
                      <a:pt x="684" y="408"/>
                    </a:cubicBezTo>
                    <a:moveTo>
                      <a:pt x="684" y="286"/>
                    </a:moveTo>
                    <a:lnTo>
                      <a:pt x="888" y="286"/>
                    </a:lnTo>
                    <a:cubicBezTo>
                      <a:pt x="905" y="286"/>
                      <a:pt x="918" y="299"/>
                      <a:pt x="918" y="316"/>
                    </a:cubicBezTo>
                    <a:cubicBezTo>
                      <a:pt x="918" y="333"/>
                      <a:pt x="905" y="347"/>
                      <a:pt x="888" y="347"/>
                    </a:cubicBezTo>
                    <a:lnTo>
                      <a:pt x="684" y="347"/>
                    </a:lnTo>
                    <a:cubicBezTo>
                      <a:pt x="667" y="347"/>
                      <a:pt x="654" y="333"/>
                      <a:pt x="654" y="316"/>
                    </a:cubicBezTo>
                    <a:cubicBezTo>
                      <a:pt x="654" y="299"/>
                      <a:pt x="667" y="286"/>
                      <a:pt x="684" y="286"/>
                    </a:cubicBezTo>
                    <a:moveTo>
                      <a:pt x="684" y="163"/>
                    </a:moveTo>
                    <a:lnTo>
                      <a:pt x="888" y="163"/>
                    </a:lnTo>
                    <a:cubicBezTo>
                      <a:pt x="905" y="163"/>
                      <a:pt x="918" y="177"/>
                      <a:pt x="918" y="194"/>
                    </a:cubicBezTo>
                    <a:cubicBezTo>
                      <a:pt x="918" y="211"/>
                      <a:pt x="905" y="224"/>
                      <a:pt x="888" y="224"/>
                    </a:cubicBezTo>
                    <a:lnTo>
                      <a:pt x="684" y="224"/>
                    </a:lnTo>
                    <a:cubicBezTo>
                      <a:pt x="667" y="224"/>
                      <a:pt x="654" y="211"/>
                      <a:pt x="654" y="194"/>
                    </a:cubicBezTo>
                    <a:cubicBezTo>
                      <a:pt x="654" y="177"/>
                      <a:pt x="667" y="163"/>
                      <a:pt x="684" y="163"/>
                    </a:cubicBezTo>
                    <a:moveTo>
                      <a:pt x="0" y="540"/>
                    </a:moveTo>
                    <a:cubicBezTo>
                      <a:pt x="0" y="591"/>
                      <a:pt x="41" y="632"/>
                      <a:pt x="91" y="632"/>
                    </a:cubicBezTo>
                    <a:lnTo>
                      <a:pt x="951" y="632"/>
                    </a:lnTo>
                    <a:cubicBezTo>
                      <a:pt x="1001" y="632"/>
                      <a:pt x="1043" y="591"/>
                      <a:pt x="1043" y="540"/>
                    </a:cubicBezTo>
                    <a:lnTo>
                      <a:pt x="1043" y="0"/>
                    </a:lnTo>
                    <a:lnTo>
                      <a:pt x="0" y="0"/>
                    </a:lnTo>
                    <a:lnTo>
                      <a:pt x="0" y="54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07" name="Google Shape;1607;p27"/>
              <p:cNvSpPr/>
              <p:nvPr/>
            </p:nvSpPr>
            <p:spPr>
              <a:xfrm>
                <a:off x="8681040" y="4156560"/>
                <a:ext cx="375480" cy="126000"/>
              </a:xfrm>
              <a:custGeom>
                <a:rect b="b" l="l" r="r" t="t"/>
                <a:pathLst>
                  <a:path extrusionOk="0" h="350" w="1043">
                    <a:moveTo>
                      <a:pt x="951" y="122"/>
                    </a:moveTo>
                    <a:lnTo>
                      <a:pt x="898" y="122"/>
                    </a:lnTo>
                    <a:lnTo>
                      <a:pt x="898" y="214"/>
                    </a:lnTo>
                    <a:cubicBezTo>
                      <a:pt x="898" y="264"/>
                      <a:pt x="857" y="306"/>
                      <a:pt x="806" y="306"/>
                    </a:cubicBezTo>
                    <a:cubicBezTo>
                      <a:pt x="789" y="306"/>
                      <a:pt x="776" y="292"/>
                      <a:pt x="776" y="275"/>
                    </a:cubicBezTo>
                    <a:cubicBezTo>
                      <a:pt x="776" y="258"/>
                      <a:pt x="789" y="244"/>
                      <a:pt x="806" y="244"/>
                    </a:cubicBezTo>
                    <a:cubicBezTo>
                      <a:pt x="823" y="244"/>
                      <a:pt x="837" y="231"/>
                      <a:pt x="837" y="214"/>
                    </a:cubicBezTo>
                    <a:lnTo>
                      <a:pt x="837" y="122"/>
                    </a:lnTo>
                    <a:lnTo>
                      <a:pt x="776" y="122"/>
                    </a:lnTo>
                    <a:lnTo>
                      <a:pt x="776" y="92"/>
                    </a:lnTo>
                    <a:cubicBezTo>
                      <a:pt x="776" y="75"/>
                      <a:pt x="790" y="61"/>
                      <a:pt x="806" y="61"/>
                    </a:cubicBezTo>
                    <a:cubicBezTo>
                      <a:pt x="823" y="61"/>
                      <a:pt x="837" y="75"/>
                      <a:pt x="837" y="92"/>
                    </a:cubicBezTo>
                    <a:lnTo>
                      <a:pt x="837" y="122"/>
                    </a:lnTo>
                    <a:lnTo>
                      <a:pt x="898" y="122"/>
                    </a:lnTo>
                    <a:lnTo>
                      <a:pt x="898" y="92"/>
                    </a:lnTo>
                    <a:cubicBezTo>
                      <a:pt x="898" y="41"/>
                      <a:pt x="857" y="0"/>
                      <a:pt x="806" y="0"/>
                    </a:cubicBezTo>
                    <a:cubicBezTo>
                      <a:pt x="756" y="0"/>
                      <a:pt x="715" y="41"/>
                      <a:pt x="715" y="92"/>
                    </a:cubicBezTo>
                    <a:lnTo>
                      <a:pt x="715" y="122"/>
                    </a:lnTo>
                    <a:lnTo>
                      <a:pt x="613" y="122"/>
                    </a:lnTo>
                    <a:lnTo>
                      <a:pt x="613" y="214"/>
                    </a:lnTo>
                    <a:cubicBezTo>
                      <a:pt x="613" y="264"/>
                      <a:pt x="572" y="306"/>
                      <a:pt x="521" y="306"/>
                    </a:cubicBezTo>
                    <a:cubicBezTo>
                      <a:pt x="504" y="306"/>
                      <a:pt x="491" y="292"/>
                      <a:pt x="491" y="275"/>
                    </a:cubicBezTo>
                    <a:cubicBezTo>
                      <a:pt x="491" y="258"/>
                      <a:pt x="504" y="244"/>
                      <a:pt x="521" y="244"/>
                    </a:cubicBezTo>
                    <a:cubicBezTo>
                      <a:pt x="538" y="244"/>
                      <a:pt x="552" y="231"/>
                      <a:pt x="552" y="214"/>
                    </a:cubicBezTo>
                    <a:lnTo>
                      <a:pt x="552" y="122"/>
                    </a:lnTo>
                    <a:lnTo>
                      <a:pt x="491" y="122"/>
                    </a:lnTo>
                    <a:lnTo>
                      <a:pt x="491" y="92"/>
                    </a:lnTo>
                    <a:cubicBezTo>
                      <a:pt x="491" y="75"/>
                      <a:pt x="504" y="61"/>
                      <a:pt x="521" y="61"/>
                    </a:cubicBezTo>
                    <a:cubicBezTo>
                      <a:pt x="538" y="61"/>
                      <a:pt x="552" y="75"/>
                      <a:pt x="552" y="92"/>
                    </a:cubicBezTo>
                    <a:lnTo>
                      <a:pt x="552" y="122"/>
                    </a:lnTo>
                    <a:lnTo>
                      <a:pt x="613" y="122"/>
                    </a:lnTo>
                    <a:lnTo>
                      <a:pt x="613" y="92"/>
                    </a:lnTo>
                    <a:cubicBezTo>
                      <a:pt x="613" y="41"/>
                      <a:pt x="572" y="0"/>
                      <a:pt x="521" y="0"/>
                    </a:cubicBezTo>
                    <a:cubicBezTo>
                      <a:pt x="471" y="0"/>
                      <a:pt x="430" y="41"/>
                      <a:pt x="430" y="92"/>
                    </a:cubicBezTo>
                    <a:lnTo>
                      <a:pt x="430" y="122"/>
                    </a:lnTo>
                    <a:lnTo>
                      <a:pt x="328" y="122"/>
                    </a:lnTo>
                    <a:lnTo>
                      <a:pt x="328" y="214"/>
                    </a:lnTo>
                    <a:cubicBezTo>
                      <a:pt x="328" y="264"/>
                      <a:pt x="287" y="306"/>
                      <a:pt x="236" y="306"/>
                    </a:cubicBezTo>
                    <a:cubicBezTo>
                      <a:pt x="219" y="306"/>
                      <a:pt x="206" y="292"/>
                      <a:pt x="206" y="275"/>
                    </a:cubicBezTo>
                    <a:cubicBezTo>
                      <a:pt x="206" y="258"/>
                      <a:pt x="219" y="244"/>
                      <a:pt x="236" y="244"/>
                    </a:cubicBezTo>
                    <a:cubicBezTo>
                      <a:pt x="253" y="244"/>
                      <a:pt x="267" y="231"/>
                      <a:pt x="267" y="214"/>
                    </a:cubicBezTo>
                    <a:lnTo>
                      <a:pt x="267" y="122"/>
                    </a:lnTo>
                    <a:lnTo>
                      <a:pt x="206" y="122"/>
                    </a:lnTo>
                    <a:lnTo>
                      <a:pt x="206" y="92"/>
                    </a:lnTo>
                    <a:cubicBezTo>
                      <a:pt x="206" y="75"/>
                      <a:pt x="219" y="61"/>
                      <a:pt x="236" y="61"/>
                    </a:cubicBezTo>
                    <a:cubicBezTo>
                      <a:pt x="253" y="61"/>
                      <a:pt x="267" y="75"/>
                      <a:pt x="267" y="92"/>
                    </a:cubicBezTo>
                    <a:lnTo>
                      <a:pt x="267" y="122"/>
                    </a:lnTo>
                    <a:lnTo>
                      <a:pt x="328" y="122"/>
                    </a:lnTo>
                    <a:lnTo>
                      <a:pt x="328" y="92"/>
                    </a:lnTo>
                    <a:cubicBezTo>
                      <a:pt x="328" y="41"/>
                      <a:pt x="287" y="0"/>
                      <a:pt x="236" y="0"/>
                    </a:cubicBezTo>
                    <a:cubicBezTo>
                      <a:pt x="186" y="0"/>
                      <a:pt x="144" y="41"/>
                      <a:pt x="144" y="92"/>
                    </a:cubicBezTo>
                    <a:lnTo>
                      <a:pt x="144" y="122"/>
                    </a:lnTo>
                    <a:lnTo>
                      <a:pt x="91" y="122"/>
                    </a:lnTo>
                    <a:cubicBezTo>
                      <a:pt x="41" y="122"/>
                      <a:pt x="0" y="163"/>
                      <a:pt x="0" y="214"/>
                    </a:cubicBezTo>
                    <a:lnTo>
                      <a:pt x="0" y="350"/>
                    </a:lnTo>
                    <a:lnTo>
                      <a:pt x="1043" y="350"/>
                    </a:lnTo>
                    <a:lnTo>
                      <a:pt x="1043" y="214"/>
                    </a:lnTo>
                    <a:cubicBezTo>
                      <a:pt x="1043" y="163"/>
                      <a:pt x="1001" y="122"/>
                      <a:pt x="951" y="12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608" name="Google Shape;1608;p27"/>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spTree>
      <p:nvGrpSpPr>
        <p:cNvPr id="1609" name="Shape 1609"/>
        <p:cNvGrpSpPr/>
        <p:nvPr/>
      </p:nvGrpSpPr>
      <p:grpSpPr>
        <a:xfrm>
          <a:off x="0" y="0"/>
          <a:ext cx="0" cy="0"/>
          <a:chOff x="0" y="0"/>
          <a:chExt cx="0" cy="0"/>
        </a:xfrm>
      </p:grpSpPr>
      <p:grpSp>
        <p:nvGrpSpPr>
          <p:cNvPr id="1610" name="Google Shape;1610;p28"/>
          <p:cNvGrpSpPr/>
          <p:nvPr/>
        </p:nvGrpSpPr>
        <p:grpSpPr>
          <a:xfrm>
            <a:off x="-87450" y="-58650"/>
            <a:ext cx="9318900" cy="5260800"/>
            <a:chOff x="-87450" y="-58650"/>
            <a:chExt cx="9318900" cy="5260800"/>
          </a:xfrm>
        </p:grpSpPr>
        <p:grpSp>
          <p:nvGrpSpPr>
            <p:cNvPr id="1611" name="Google Shape;1611;p28"/>
            <p:cNvGrpSpPr/>
            <p:nvPr/>
          </p:nvGrpSpPr>
          <p:grpSpPr>
            <a:xfrm>
              <a:off x="129563" y="-58650"/>
              <a:ext cx="8884875" cy="5260800"/>
              <a:chOff x="129563" y="-58650"/>
              <a:chExt cx="8884875" cy="5260800"/>
            </a:xfrm>
          </p:grpSpPr>
          <p:cxnSp>
            <p:nvCxnSpPr>
              <p:cNvPr id="1612" name="Google Shape;1612;p28"/>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3" name="Google Shape;1613;p28"/>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4" name="Google Shape;1614;p28"/>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5" name="Google Shape;1615;p28"/>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6" name="Google Shape;1616;p28"/>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7" name="Google Shape;1617;p28"/>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8" name="Google Shape;1618;p28"/>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19" name="Google Shape;1619;p28"/>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0" name="Google Shape;1620;p28"/>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1" name="Google Shape;1621;p28"/>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2" name="Google Shape;1622;p28"/>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3" name="Google Shape;1623;p28"/>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4" name="Google Shape;1624;p28"/>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5" name="Google Shape;1625;p28"/>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6" name="Google Shape;1626;p28"/>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7" name="Google Shape;1627;p28"/>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8" name="Google Shape;1628;p28"/>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29" name="Google Shape;1629;p28"/>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0" name="Google Shape;1630;p28"/>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1" name="Google Shape;1631;p28"/>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2" name="Google Shape;1632;p28"/>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3" name="Google Shape;1633;p28"/>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4" name="Google Shape;1634;p28"/>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5" name="Google Shape;1635;p28"/>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6" name="Google Shape;1636;p28"/>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7" name="Google Shape;1637;p28"/>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8" name="Google Shape;1638;p28"/>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39" name="Google Shape;1639;p28"/>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40" name="Google Shape;1640;p28"/>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641" name="Google Shape;1641;p28"/>
            <p:cNvGrpSpPr/>
            <p:nvPr/>
          </p:nvGrpSpPr>
          <p:grpSpPr>
            <a:xfrm>
              <a:off x="-87450" y="171125"/>
              <a:ext cx="9318900" cy="4801250"/>
              <a:chOff x="-87450" y="281675"/>
              <a:chExt cx="9318900" cy="4801250"/>
            </a:xfrm>
          </p:grpSpPr>
          <p:cxnSp>
            <p:nvCxnSpPr>
              <p:cNvPr id="1642" name="Google Shape;1642;p28"/>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3" name="Google Shape;1643;p28"/>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4" name="Google Shape;1644;p28"/>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5" name="Google Shape;1645;p28"/>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6" name="Google Shape;1646;p28"/>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7" name="Google Shape;1647;p28"/>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8" name="Google Shape;1648;p28"/>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49" name="Google Shape;1649;p28"/>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0" name="Google Shape;1650;p28"/>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1" name="Google Shape;1651;p28"/>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2" name="Google Shape;1652;p28"/>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3" name="Google Shape;1653;p28"/>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4" name="Google Shape;1654;p28"/>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5" name="Google Shape;1655;p28"/>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6" name="Google Shape;1656;p28"/>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57" name="Google Shape;1657;p28"/>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grpSp>
        <p:nvGrpSpPr>
          <p:cNvPr id="1658" name="Google Shape;1658;p28"/>
          <p:cNvGrpSpPr/>
          <p:nvPr/>
        </p:nvGrpSpPr>
        <p:grpSpPr>
          <a:xfrm>
            <a:off x="-87450" y="-58650"/>
            <a:ext cx="9318900" cy="5260800"/>
            <a:chOff x="-87450" y="-58650"/>
            <a:chExt cx="9318900" cy="5260800"/>
          </a:xfrm>
        </p:grpSpPr>
        <p:grpSp>
          <p:nvGrpSpPr>
            <p:cNvPr id="1659" name="Google Shape;1659;p28"/>
            <p:cNvGrpSpPr/>
            <p:nvPr/>
          </p:nvGrpSpPr>
          <p:grpSpPr>
            <a:xfrm>
              <a:off x="129563" y="-58650"/>
              <a:ext cx="8884875" cy="5260800"/>
              <a:chOff x="129563" y="-58650"/>
              <a:chExt cx="8884875" cy="5260800"/>
            </a:xfrm>
          </p:grpSpPr>
          <p:cxnSp>
            <p:nvCxnSpPr>
              <p:cNvPr id="1660" name="Google Shape;1660;p28"/>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1" name="Google Shape;1661;p28"/>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2" name="Google Shape;1662;p28"/>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3" name="Google Shape;1663;p28"/>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4" name="Google Shape;1664;p28"/>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5" name="Google Shape;1665;p28"/>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6" name="Google Shape;1666;p28"/>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7" name="Google Shape;1667;p28"/>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8" name="Google Shape;1668;p28"/>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69" name="Google Shape;1669;p28"/>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0" name="Google Shape;1670;p28"/>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1" name="Google Shape;1671;p28"/>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2" name="Google Shape;1672;p28"/>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3" name="Google Shape;1673;p28"/>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4" name="Google Shape;1674;p28"/>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5" name="Google Shape;1675;p28"/>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6" name="Google Shape;1676;p28"/>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7" name="Google Shape;1677;p28"/>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8" name="Google Shape;1678;p28"/>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79" name="Google Shape;1679;p28"/>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0" name="Google Shape;1680;p28"/>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1" name="Google Shape;1681;p28"/>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2" name="Google Shape;1682;p28"/>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3" name="Google Shape;1683;p28"/>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4" name="Google Shape;1684;p28"/>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5" name="Google Shape;1685;p28"/>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6" name="Google Shape;1686;p28"/>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7" name="Google Shape;1687;p28"/>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688" name="Google Shape;1688;p28"/>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689" name="Google Shape;1689;p28"/>
            <p:cNvGrpSpPr/>
            <p:nvPr/>
          </p:nvGrpSpPr>
          <p:grpSpPr>
            <a:xfrm>
              <a:off x="-87450" y="171125"/>
              <a:ext cx="9318900" cy="4801250"/>
              <a:chOff x="-87450" y="281675"/>
              <a:chExt cx="9318900" cy="4801250"/>
            </a:xfrm>
          </p:grpSpPr>
          <p:cxnSp>
            <p:nvCxnSpPr>
              <p:cNvPr id="1690" name="Google Shape;1690;p28"/>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1" name="Google Shape;1691;p28"/>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2" name="Google Shape;1692;p28"/>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3" name="Google Shape;1693;p28"/>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4" name="Google Shape;1694;p28"/>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5" name="Google Shape;1695;p28"/>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6" name="Google Shape;1696;p28"/>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7" name="Google Shape;1697;p28"/>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8" name="Google Shape;1698;p28"/>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699" name="Google Shape;1699;p28"/>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00" name="Google Shape;1700;p28"/>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01" name="Google Shape;1701;p28"/>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02" name="Google Shape;1702;p28"/>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03" name="Google Shape;1703;p28"/>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04" name="Google Shape;1704;p28"/>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05" name="Google Shape;1705;p28"/>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706" name="Google Shape;1706;p28"/>
          <p:cNvPicPr preferRelativeResize="0"/>
          <p:nvPr/>
        </p:nvPicPr>
        <p:blipFill>
          <a:blip r:embed="rId2">
            <a:alphaModFix/>
          </a:blip>
          <a:stretch>
            <a:fillRect/>
          </a:stretch>
        </p:blipFill>
        <p:spPr>
          <a:xfrm rot="-5400000">
            <a:off x="5107989" y="539500"/>
            <a:ext cx="7462422" cy="4064500"/>
          </a:xfrm>
          <a:prstGeom prst="rect">
            <a:avLst/>
          </a:prstGeom>
          <a:noFill/>
          <a:ln>
            <a:noFill/>
          </a:ln>
        </p:spPr>
      </p:pic>
      <p:sp>
        <p:nvSpPr>
          <p:cNvPr id="1707" name="Google Shape;1707;p28"/>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708" name="Google Shape;1708;p28"/>
          <p:cNvGrpSpPr/>
          <p:nvPr/>
        </p:nvGrpSpPr>
        <p:grpSpPr>
          <a:xfrm>
            <a:off x="379475" y="543532"/>
            <a:ext cx="667500" cy="667500"/>
            <a:chOff x="8068550" y="543532"/>
            <a:chExt cx="667500" cy="667500"/>
          </a:xfrm>
        </p:grpSpPr>
        <p:sp>
          <p:nvSpPr>
            <p:cNvPr id="1709" name="Google Shape;1709;p28"/>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710" name="Google Shape;1710;p28"/>
            <p:cNvGrpSpPr/>
            <p:nvPr/>
          </p:nvGrpSpPr>
          <p:grpSpPr>
            <a:xfrm>
              <a:off x="8191996" y="666968"/>
              <a:ext cx="420616" cy="420628"/>
              <a:chOff x="3560040" y="3429360"/>
              <a:chExt cx="383040" cy="382320"/>
            </a:xfrm>
          </p:grpSpPr>
          <p:sp>
            <p:nvSpPr>
              <p:cNvPr id="1711" name="Google Shape;1711;p28"/>
              <p:cNvSpPr/>
              <p:nvPr/>
            </p:nvSpPr>
            <p:spPr>
              <a:xfrm>
                <a:off x="3684240" y="3429360"/>
                <a:ext cx="134640" cy="74520"/>
              </a:xfrm>
              <a:custGeom>
                <a:rect b="b" l="l" r="r" t="t"/>
                <a:pathLst>
                  <a:path extrusionOk="0" h="207" w="374">
                    <a:moveTo>
                      <a:pt x="31" y="207"/>
                    </a:moveTo>
                    <a:lnTo>
                      <a:pt x="343" y="207"/>
                    </a:lnTo>
                    <a:cubicBezTo>
                      <a:pt x="360" y="207"/>
                      <a:pt x="374" y="193"/>
                      <a:pt x="374" y="176"/>
                    </a:cubicBezTo>
                    <a:lnTo>
                      <a:pt x="374" y="124"/>
                    </a:lnTo>
                    <a:cubicBezTo>
                      <a:pt x="374" y="101"/>
                      <a:pt x="355" y="83"/>
                      <a:pt x="332" y="83"/>
                    </a:cubicBezTo>
                    <a:lnTo>
                      <a:pt x="270" y="83"/>
                    </a:lnTo>
                    <a:cubicBezTo>
                      <a:pt x="270" y="37"/>
                      <a:pt x="233" y="0"/>
                      <a:pt x="187" y="0"/>
                    </a:cubicBezTo>
                    <a:cubicBezTo>
                      <a:pt x="141" y="0"/>
                      <a:pt x="104" y="37"/>
                      <a:pt x="104" y="83"/>
                    </a:cubicBezTo>
                    <a:lnTo>
                      <a:pt x="42" y="83"/>
                    </a:lnTo>
                    <a:cubicBezTo>
                      <a:pt x="19" y="83"/>
                      <a:pt x="0" y="101"/>
                      <a:pt x="0" y="124"/>
                    </a:cubicBezTo>
                    <a:lnTo>
                      <a:pt x="0" y="176"/>
                    </a:lnTo>
                    <a:cubicBezTo>
                      <a:pt x="0" y="193"/>
                      <a:pt x="14" y="207"/>
                      <a:pt x="31" y="207"/>
                    </a:cubicBezTo>
                    <a:close/>
                  </a:path>
                </a:pathLst>
              </a:custGeom>
              <a:solidFill>
                <a:schemeClr val="accent6"/>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2" name="Google Shape;1712;p28"/>
              <p:cNvSpPr/>
              <p:nvPr/>
            </p:nvSpPr>
            <p:spPr>
              <a:xfrm>
                <a:off x="3839040" y="3579480"/>
                <a:ext cx="45000" cy="45000"/>
              </a:xfrm>
              <a:custGeom>
                <a:rect b="b" l="l" r="r" t="t"/>
                <a:pathLst>
                  <a:path extrusionOk="0" h="125" w="125">
                    <a:moveTo>
                      <a:pt x="125" y="62"/>
                    </a:moveTo>
                    <a:cubicBezTo>
                      <a:pt x="125" y="97"/>
                      <a:pt x="97" y="125"/>
                      <a:pt x="62" y="125"/>
                    </a:cubicBezTo>
                    <a:cubicBezTo>
                      <a:pt x="28" y="125"/>
                      <a:pt x="0" y="97"/>
                      <a:pt x="0" y="62"/>
                    </a:cubicBezTo>
                    <a:cubicBezTo>
                      <a:pt x="0" y="28"/>
                      <a:pt x="28" y="0"/>
                      <a:pt x="62" y="0"/>
                    </a:cubicBezTo>
                    <a:cubicBezTo>
                      <a:pt x="97" y="0"/>
                      <a:pt x="125" y="28"/>
                      <a:pt x="125" y="6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3" name="Google Shape;1713;p28"/>
              <p:cNvSpPr/>
              <p:nvPr/>
            </p:nvSpPr>
            <p:spPr>
              <a:xfrm>
                <a:off x="3773160" y="3579480"/>
                <a:ext cx="26280" cy="45000"/>
              </a:xfrm>
              <a:custGeom>
                <a:rect b="b" l="l" r="r" t="t"/>
                <a:pathLst>
                  <a:path extrusionOk="0" h="125" w="73">
                    <a:moveTo>
                      <a:pt x="1" y="125"/>
                    </a:moveTo>
                    <a:cubicBezTo>
                      <a:pt x="11" y="125"/>
                      <a:pt x="21" y="124"/>
                      <a:pt x="28" y="124"/>
                    </a:cubicBezTo>
                    <a:cubicBezTo>
                      <a:pt x="59" y="124"/>
                      <a:pt x="73" y="93"/>
                      <a:pt x="73" y="62"/>
                    </a:cubicBezTo>
                    <a:cubicBezTo>
                      <a:pt x="73" y="32"/>
                      <a:pt x="61" y="0"/>
                      <a:pt x="27" y="0"/>
                    </a:cubicBezTo>
                    <a:lnTo>
                      <a:pt x="0" y="0"/>
                    </a:lnTo>
                    <a:cubicBezTo>
                      <a:pt x="0" y="21"/>
                      <a:pt x="1" y="105"/>
                      <a:pt x="1" y="1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4" name="Google Shape;1714;p28"/>
              <p:cNvSpPr/>
              <p:nvPr/>
            </p:nvSpPr>
            <p:spPr>
              <a:xfrm>
                <a:off x="3668760" y="3579480"/>
                <a:ext cx="44640" cy="45000"/>
              </a:xfrm>
              <a:custGeom>
                <a:rect b="b" l="l" r="r" t="t"/>
                <a:pathLst>
                  <a:path extrusionOk="0" h="125" w="124">
                    <a:moveTo>
                      <a:pt x="124" y="62"/>
                    </a:moveTo>
                    <a:cubicBezTo>
                      <a:pt x="124" y="97"/>
                      <a:pt x="96" y="125"/>
                      <a:pt x="62" y="125"/>
                    </a:cubicBezTo>
                    <a:cubicBezTo>
                      <a:pt x="27" y="125"/>
                      <a:pt x="0" y="97"/>
                      <a:pt x="0" y="62"/>
                    </a:cubicBezTo>
                    <a:cubicBezTo>
                      <a:pt x="0" y="28"/>
                      <a:pt x="27" y="0"/>
                      <a:pt x="62" y="0"/>
                    </a:cubicBezTo>
                    <a:cubicBezTo>
                      <a:pt x="96" y="0"/>
                      <a:pt x="124" y="28"/>
                      <a:pt x="124" y="6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5" name="Google Shape;1715;p28"/>
              <p:cNvSpPr/>
              <p:nvPr/>
            </p:nvSpPr>
            <p:spPr>
              <a:xfrm>
                <a:off x="3560040" y="3474000"/>
                <a:ext cx="383040" cy="337680"/>
              </a:xfrm>
              <a:custGeom>
                <a:rect b="b" l="l" r="r" t="t"/>
                <a:pathLst>
                  <a:path extrusionOk="0" h="938" w="1064">
                    <a:moveTo>
                      <a:pt x="837" y="459"/>
                    </a:moveTo>
                    <a:cubicBezTo>
                      <a:pt x="780" y="459"/>
                      <a:pt x="734" y="413"/>
                      <a:pt x="734" y="355"/>
                    </a:cubicBezTo>
                    <a:cubicBezTo>
                      <a:pt x="734" y="298"/>
                      <a:pt x="780" y="252"/>
                      <a:pt x="837" y="252"/>
                    </a:cubicBezTo>
                    <a:cubicBezTo>
                      <a:pt x="895" y="252"/>
                      <a:pt x="941" y="298"/>
                      <a:pt x="941" y="355"/>
                    </a:cubicBezTo>
                    <a:cubicBezTo>
                      <a:pt x="941" y="413"/>
                      <a:pt x="895" y="459"/>
                      <a:pt x="837" y="459"/>
                    </a:cubicBezTo>
                    <a:moveTo>
                      <a:pt x="885" y="620"/>
                    </a:moveTo>
                    <a:lnTo>
                      <a:pt x="428" y="620"/>
                    </a:lnTo>
                    <a:cubicBezTo>
                      <a:pt x="411" y="620"/>
                      <a:pt x="397" y="606"/>
                      <a:pt x="397" y="589"/>
                    </a:cubicBezTo>
                    <a:cubicBezTo>
                      <a:pt x="397" y="573"/>
                      <a:pt x="411" y="559"/>
                      <a:pt x="428" y="559"/>
                    </a:cubicBezTo>
                    <a:lnTo>
                      <a:pt x="885" y="559"/>
                    </a:lnTo>
                    <a:cubicBezTo>
                      <a:pt x="902" y="559"/>
                      <a:pt x="916" y="573"/>
                      <a:pt x="916" y="589"/>
                    </a:cubicBezTo>
                    <a:cubicBezTo>
                      <a:pt x="916" y="606"/>
                      <a:pt x="902" y="620"/>
                      <a:pt x="885" y="620"/>
                    </a:cubicBezTo>
                    <a:moveTo>
                      <a:pt x="885" y="745"/>
                    </a:moveTo>
                    <a:lnTo>
                      <a:pt x="428" y="745"/>
                    </a:lnTo>
                    <a:cubicBezTo>
                      <a:pt x="411" y="745"/>
                      <a:pt x="397" y="731"/>
                      <a:pt x="397" y="714"/>
                    </a:cubicBezTo>
                    <a:cubicBezTo>
                      <a:pt x="397" y="697"/>
                      <a:pt x="411" y="683"/>
                      <a:pt x="428" y="683"/>
                    </a:cubicBezTo>
                    <a:lnTo>
                      <a:pt x="885" y="683"/>
                    </a:lnTo>
                    <a:cubicBezTo>
                      <a:pt x="902" y="683"/>
                      <a:pt x="916" y="697"/>
                      <a:pt x="916" y="714"/>
                    </a:cubicBezTo>
                    <a:cubicBezTo>
                      <a:pt x="916" y="731"/>
                      <a:pt x="902" y="745"/>
                      <a:pt x="885" y="745"/>
                    </a:cubicBezTo>
                    <a:moveTo>
                      <a:pt x="260" y="355"/>
                    </a:moveTo>
                    <a:cubicBezTo>
                      <a:pt x="260" y="298"/>
                      <a:pt x="307" y="252"/>
                      <a:pt x="364" y="252"/>
                    </a:cubicBezTo>
                    <a:cubicBezTo>
                      <a:pt x="421" y="252"/>
                      <a:pt x="468" y="298"/>
                      <a:pt x="468" y="355"/>
                    </a:cubicBezTo>
                    <a:cubicBezTo>
                      <a:pt x="468" y="413"/>
                      <a:pt x="421" y="459"/>
                      <a:pt x="364" y="459"/>
                    </a:cubicBezTo>
                    <a:cubicBezTo>
                      <a:pt x="307" y="459"/>
                      <a:pt x="260" y="413"/>
                      <a:pt x="260" y="355"/>
                    </a:cubicBezTo>
                    <a:moveTo>
                      <a:pt x="304" y="620"/>
                    </a:moveTo>
                    <a:lnTo>
                      <a:pt x="179" y="620"/>
                    </a:lnTo>
                    <a:cubicBezTo>
                      <a:pt x="162" y="620"/>
                      <a:pt x="148" y="606"/>
                      <a:pt x="148" y="589"/>
                    </a:cubicBezTo>
                    <a:cubicBezTo>
                      <a:pt x="148" y="573"/>
                      <a:pt x="162" y="559"/>
                      <a:pt x="179" y="559"/>
                    </a:cubicBezTo>
                    <a:lnTo>
                      <a:pt x="304" y="559"/>
                    </a:lnTo>
                    <a:cubicBezTo>
                      <a:pt x="321" y="559"/>
                      <a:pt x="335" y="573"/>
                      <a:pt x="335" y="589"/>
                    </a:cubicBezTo>
                    <a:cubicBezTo>
                      <a:pt x="335" y="606"/>
                      <a:pt x="321" y="620"/>
                      <a:pt x="304" y="620"/>
                    </a:cubicBezTo>
                    <a:moveTo>
                      <a:pt x="304" y="745"/>
                    </a:moveTo>
                    <a:lnTo>
                      <a:pt x="179" y="745"/>
                    </a:lnTo>
                    <a:cubicBezTo>
                      <a:pt x="162" y="745"/>
                      <a:pt x="148" y="731"/>
                      <a:pt x="148" y="714"/>
                    </a:cubicBezTo>
                    <a:cubicBezTo>
                      <a:pt x="148" y="697"/>
                      <a:pt x="162" y="683"/>
                      <a:pt x="179" y="683"/>
                    </a:cubicBezTo>
                    <a:lnTo>
                      <a:pt x="304" y="683"/>
                    </a:lnTo>
                    <a:cubicBezTo>
                      <a:pt x="321" y="683"/>
                      <a:pt x="335" y="697"/>
                      <a:pt x="335" y="714"/>
                    </a:cubicBezTo>
                    <a:cubicBezTo>
                      <a:pt x="335" y="731"/>
                      <a:pt x="321" y="745"/>
                      <a:pt x="304" y="745"/>
                    </a:cubicBezTo>
                    <a:moveTo>
                      <a:pt x="123" y="272"/>
                    </a:moveTo>
                    <a:cubicBezTo>
                      <a:pt x="123" y="261"/>
                      <a:pt x="132" y="252"/>
                      <a:pt x="144" y="252"/>
                    </a:cubicBezTo>
                    <a:lnTo>
                      <a:pt x="235" y="252"/>
                    </a:lnTo>
                    <a:cubicBezTo>
                      <a:pt x="247" y="252"/>
                      <a:pt x="256" y="261"/>
                      <a:pt x="256" y="272"/>
                    </a:cubicBezTo>
                    <a:cubicBezTo>
                      <a:pt x="256" y="284"/>
                      <a:pt x="247" y="293"/>
                      <a:pt x="235" y="293"/>
                    </a:cubicBezTo>
                    <a:lnTo>
                      <a:pt x="210" y="293"/>
                    </a:lnTo>
                    <a:lnTo>
                      <a:pt x="210" y="439"/>
                    </a:lnTo>
                    <a:cubicBezTo>
                      <a:pt x="210" y="450"/>
                      <a:pt x="201" y="459"/>
                      <a:pt x="189" y="459"/>
                    </a:cubicBezTo>
                    <a:cubicBezTo>
                      <a:pt x="178" y="459"/>
                      <a:pt x="169" y="450"/>
                      <a:pt x="169" y="439"/>
                    </a:cubicBezTo>
                    <a:lnTo>
                      <a:pt x="169" y="293"/>
                    </a:lnTo>
                    <a:lnTo>
                      <a:pt x="144" y="293"/>
                    </a:lnTo>
                    <a:cubicBezTo>
                      <a:pt x="132" y="293"/>
                      <a:pt x="123" y="284"/>
                      <a:pt x="123" y="272"/>
                    </a:cubicBezTo>
                    <a:moveTo>
                      <a:pt x="557" y="258"/>
                    </a:moveTo>
                    <a:cubicBezTo>
                      <a:pt x="561" y="254"/>
                      <a:pt x="566" y="252"/>
                      <a:pt x="572" y="252"/>
                    </a:cubicBezTo>
                    <a:lnTo>
                      <a:pt x="619" y="252"/>
                    </a:lnTo>
                    <a:cubicBezTo>
                      <a:pt x="671" y="252"/>
                      <a:pt x="707" y="293"/>
                      <a:pt x="707" y="355"/>
                    </a:cubicBezTo>
                    <a:cubicBezTo>
                      <a:pt x="707" y="415"/>
                      <a:pt x="670" y="458"/>
                      <a:pt x="620" y="459"/>
                    </a:cubicBezTo>
                    <a:cubicBezTo>
                      <a:pt x="607" y="459"/>
                      <a:pt x="573" y="459"/>
                      <a:pt x="572" y="459"/>
                    </a:cubicBezTo>
                    <a:lnTo>
                      <a:pt x="572" y="459"/>
                    </a:lnTo>
                    <a:cubicBezTo>
                      <a:pt x="566" y="459"/>
                      <a:pt x="561" y="457"/>
                      <a:pt x="557" y="453"/>
                    </a:cubicBezTo>
                    <a:cubicBezTo>
                      <a:pt x="553" y="449"/>
                      <a:pt x="551" y="444"/>
                      <a:pt x="551" y="439"/>
                    </a:cubicBezTo>
                    <a:cubicBezTo>
                      <a:pt x="551" y="438"/>
                      <a:pt x="551" y="272"/>
                      <a:pt x="551" y="272"/>
                    </a:cubicBezTo>
                    <a:cubicBezTo>
                      <a:pt x="551" y="267"/>
                      <a:pt x="553" y="262"/>
                      <a:pt x="557" y="258"/>
                    </a:cubicBezTo>
                    <a:moveTo>
                      <a:pt x="970" y="0"/>
                    </a:moveTo>
                    <a:lnTo>
                      <a:pt x="781" y="0"/>
                    </a:lnTo>
                    <a:lnTo>
                      <a:pt x="781" y="52"/>
                    </a:lnTo>
                    <a:cubicBezTo>
                      <a:pt x="781" y="104"/>
                      <a:pt x="739" y="146"/>
                      <a:pt x="688" y="146"/>
                    </a:cubicBezTo>
                    <a:lnTo>
                      <a:pt x="376" y="146"/>
                    </a:lnTo>
                    <a:cubicBezTo>
                      <a:pt x="325" y="146"/>
                      <a:pt x="283" y="104"/>
                      <a:pt x="283" y="52"/>
                    </a:cubicBezTo>
                    <a:lnTo>
                      <a:pt x="283" y="0"/>
                    </a:lnTo>
                    <a:lnTo>
                      <a:pt x="94" y="0"/>
                    </a:lnTo>
                    <a:cubicBezTo>
                      <a:pt x="42" y="0"/>
                      <a:pt x="0" y="42"/>
                      <a:pt x="0" y="94"/>
                    </a:cubicBezTo>
                    <a:lnTo>
                      <a:pt x="0" y="845"/>
                    </a:lnTo>
                    <a:cubicBezTo>
                      <a:pt x="0" y="896"/>
                      <a:pt x="42" y="938"/>
                      <a:pt x="94" y="938"/>
                    </a:cubicBezTo>
                    <a:lnTo>
                      <a:pt x="970" y="938"/>
                    </a:lnTo>
                    <a:cubicBezTo>
                      <a:pt x="1022" y="938"/>
                      <a:pt x="1064" y="896"/>
                      <a:pt x="1064" y="845"/>
                    </a:cubicBezTo>
                    <a:lnTo>
                      <a:pt x="1064" y="94"/>
                    </a:lnTo>
                    <a:cubicBezTo>
                      <a:pt x="1064" y="42"/>
                      <a:pt x="1022" y="0"/>
                      <a:pt x="97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0_1">
    <p:spTree>
      <p:nvGrpSpPr>
        <p:cNvPr id="1716" name="Shape 1716"/>
        <p:cNvGrpSpPr/>
        <p:nvPr/>
      </p:nvGrpSpPr>
      <p:grpSpPr>
        <a:xfrm>
          <a:off x="0" y="0"/>
          <a:ext cx="0" cy="0"/>
          <a:chOff x="0" y="0"/>
          <a:chExt cx="0" cy="0"/>
        </a:xfrm>
      </p:grpSpPr>
      <p:grpSp>
        <p:nvGrpSpPr>
          <p:cNvPr id="1717" name="Google Shape;1717;p29"/>
          <p:cNvGrpSpPr/>
          <p:nvPr/>
        </p:nvGrpSpPr>
        <p:grpSpPr>
          <a:xfrm>
            <a:off x="-87450" y="-58650"/>
            <a:ext cx="9318900" cy="5260800"/>
            <a:chOff x="-87450" y="-58650"/>
            <a:chExt cx="9318900" cy="5260800"/>
          </a:xfrm>
        </p:grpSpPr>
        <p:grpSp>
          <p:nvGrpSpPr>
            <p:cNvPr id="1718" name="Google Shape;1718;p29"/>
            <p:cNvGrpSpPr/>
            <p:nvPr/>
          </p:nvGrpSpPr>
          <p:grpSpPr>
            <a:xfrm>
              <a:off x="129563" y="-58650"/>
              <a:ext cx="8884875" cy="5260800"/>
              <a:chOff x="129563" y="-58650"/>
              <a:chExt cx="8884875" cy="5260800"/>
            </a:xfrm>
          </p:grpSpPr>
          <p:cxnSp>
            <p:nvCxnSpPr>
              <p:cNvPr id="1719" name="Google Shape;1719;p29"/>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0" name="Google Shape;1720;p29"/>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1" name="Google Shape;1721;p29"/>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2" name="Google Shape;1722;p29"/>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3" name="Google Shape;1723;p29"/>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4" name="Google Shape;1724;p29"/>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5" name="Google Shape;1725;p29"/>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6" name="Google Shape;1726;p29"/>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7" name="Google Shape;1727;p29"/>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8" name="Google Shape;1728;p29"/>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29" name="Google Shape;1729;p29"/>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0" name="Google Shape;1730;p29"/>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1" name="Google Shape;1731;p29"/>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2" name="Google Shape;1732;p29"/>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3" name="Google Shape;1733;p29"/>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4" name="Google Shape;1734;p29"/>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5" name="Google Shape;1735;p29"/>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6" name="Google Shape;1736;p29"/>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7" name="Google Shape;1737;p29"/>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8" name="Google Shape;1738;p29"/>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39" name="Google Shape;1739;p29"/>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0" name="Google Shape;1740;p29"/>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1" name="Google Shape;1741;p29"/>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2" name="Google Shape;1742;p29"/>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3" name="Google Shape;1743;p29"/>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4" name="Google Shape;1744;p29"/>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5" name="Google Shape;1745;p29"/>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6" name="Google Shape;1746;p29"/>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47" name="Google Shape;1747;p29"/>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748" name="Google Shape;1748;p29"/>
            <p:cNvGrpSpPr/>
            <p:nvPr/>
          </p:nvGrpSpPr>
          <p:grpSpPr>
            <a:xfrm>
              <a:off x="-87450" y="171125"/>
              <a:ext cx="9318900" cy="4801250"/>
              <a:chOff x="-87450" y="281675"/>
              <a:chExt cx="9318900" cy="4801250"/>
            </a:xfrm>
          </p:grpSpPr>
          <p:cxnSp>
            <p:nvCxnSpPr>
              <p:cNvPr id="1749" name="Google Shape;1749;p29"/>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0" name="Google Shape;1750;p29"/>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1" name="Google Shape;1751;p29"/>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2" name="Google Shape;1752;p29"/>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3" name="Google Shape;1753;p29"/>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4" name="Google Shape;1754;p29"/>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5" name="Google Shape;1755;p29"/>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6" name="Google Shape;1756;p29"/>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7" name="Google Shape;1757;p29"/>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8" name="Google Shape;1758;p29"/>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59" name="Google Shape;1759;p29"/>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60" name="Google Shape;1760;p29"/>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61" name="Google Shape;1761;p29"/>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62" name="Google Shape;1762;p29"/>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63" name="Google Shape;1763;p29"/>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64" name="Google Shape;1764;p29"/>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grpSp>
        <p:nvGrpSpPr>
          <p:cNvPr id="1765" name="Google Shape;1765;p29"/>
          <p:cNvGrpSpPr/>
          <p:nvPr/>
        </p:nvGrpSpPr>
        <p:grpSpPr>
          <a:xfrm>
            <a:off x="-87450" y="-58650"/>
            <a:ext cx="9318900" cy="5260800"/>
            <a:chOff x="-87450" y="-58650"/>
            <a:chExt cx="9318900" cy="5260800"/>
          </a:xfrm>
        </p:grpSpPr>
        <p:grpSp>
          <p:nvGrpSpPr>
            <p:cNvPr id="1766" name="Google Shape;1766;p29"/>
            <p:cNvGrpSpPr/>
            <p:nvPr/>
          </p:nvGrpSpPr>
          <p:grpSpPr>
            <a:xfrm>
              <a:off x="129563" y="-58650"/>
              <a:ext cx="8884875" cy="5260800"/>
              <a:chOff x="129563" y="-58650"/>
              <a:chExt cx="8884875" cy="5260800"/>
            </a:xfrm>
          </p:grpSpPr>
          <p:cxnSp>
            <p:nvCxnSpPr>
              <p:cNvPr id="1767" name="Google Shape;1767;p29"/>
              <p:cNvCxnSpPr/>
              <p:nvPr/>
            </p:nvCxnSpPr>
            <p:spPr>
              <a:xfrm>
                <a:off x="12956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68" name="Google Shape;1768;p29"/>
              <p:cNvCxnSpPr/>
              <p:nvPr/>
            </p:nvCxnSpPr>
            <p:spPr>
              <a:xfrm>
                <a:off x="44687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69" name="Google Shape;1769;p29"/>
              <p:cNvCxnSpPr/>
              <p:nvPr/>
            </p:nvCxnSpPr>
            <p:spPr>
              <a:xfrm>
                <a:off x="76419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0" name="Google Shape;1770;p29"/>
              <p:cNvCxnSpPr/>
              <p:nvPr/>
            </p:nvCxnSpPr>
            <p:spPr>
              <a:xfrm>
                <a:off x="108151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1" name="Google Shape;1771;p29"/>
              <p:cNvCxnSpPr/>
              <p:nvPr/>
            </p:nvCxnSpPr>
            <p:spPr>
              <a:xfrm>
                <a:off x="139883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2" name="Google Shape;1772;p29"/>
              <p:cNvCxnSpPr/>
              <p:nvPr/>
            </p:nvCxnSpPr>
            <p:spPr>
              <a:xfrm>
                <a:off x="171614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3" name="Google Shape;1773;p29"/>
              <p:cNvCxnSpPr/>
              <p:nvPr/>
            </p:nvCxnSpPr>
            <p:spPr>
              <a:xfrm>
                <a:off x="203346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4" name="Google Shape;1774;p29"/>
              <p:cNvCxnSpPr/>
              <p:nvPr/>
            </p:nvCxnSpPr>
            <p:spPr>
              <a:xfrm>
                <a:off x="235078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5" name="Google Shape;1775;p29"/>
              <p:cNvCxnSpPr/>
              <p:nvPr/>
            </p:nvCxnSpPr>
            <p:spPr>
              <a:xfrm>
                <a:off x="266809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6" name="Google Shape;1776;p29"/>
              <p:cNvCxnSpPr/>
              <p:nvPr/>
            </p:nvCxnSpPr>
            <p:spPr>
              <a:xfrm>
                <a:off x="298541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7" name="Google Shape;1777;p29"/>
              <p:cNvCxnSpPr/>
              <p:nvPr/>
            </p:nvCxnSpPr>
            <p:spPr>
              <a:xfrm>
                <a:off x="330273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8" name="Google Shape;1778;p29"/>
              <p:cNvCxnSpPr/>
              <p:nvPr/>
            </p:nvCxnSpPr>
            <p:spPr>
              <a:xfrm>
                <a:off x="362004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79" name="Google Shape;1779;p29"/>
              <p:cNvCxnSpPr/>
              <p:nvPr/>
            </p:nvCxnSpPr>
            <p:spPr>
              <a:xfrm>
                <a:off x="393736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0" name="Google Shape;1780;p29"/>
              <p:cNvCxnSpPr/>
              <p:nvPr/>
            </p:nvCxnSpPr>
            <p:spPr>
              <a:xfrm>
                <a:off x="425468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1" name="Google Shape;1781;p29"/>
              <p:cNvCxnSpPr/>
              <p:nvPr/>
            </p:nvCxnSpPr>
            <p:spPr>
              <a:xfrm>
                <a:off x="457200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2" name="Google Shape;1782;p29"/>
              <p:cNvCxnSpPr/>
              <p:nvPr/>
            </p:nvCxnSpPr>
            <p:spPr>
              <a:xfrm>
                <a:off x="488931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3" name="Google Shape;1783;p29"/>
              <p:cNvCxnSpPr/>
              <p:nvPr/>
            </p:nvCxnSpPr>
            <p:spPr>
              <a:xfrm>
                <a:off x="520663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4" name="Google Shape;1784;p29"/>
              <p:cNvCxnSpPr/>
              <p:nvPr/>
            </p:nvCxnSpPr>
            <p:spPr>
              <a:xfrm>
                <a:off x="552395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5" name="Google Shape;1785;p29"/>
              <p:cNvCxnSpPr/>
              <p:nvPr/>
            </p:nvCxnSpPr>
            <p:spPr>
              <a:xfrm>
                <a:off x="5841268"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6" name="Google Shape;1786;p29"/>
              <p:cNvCxnSpPr/>
              <p:nvPr/>
            </p:nvCxnSpPr>
            <p:spPr>
              <a:xfrm>
                <a:off x="6158585"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7" name="Google Shape;1787;p29"/>
              <p:cNvCxnSpPr/>
              <p:nvPr/>
            </p:nvCxnSpPr>
            <p:spPr>
              <a:xfrm>
                <a:off x="6475902"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8" name="Google Shape;1788;p29"/>
              <p:cNvCxnSpPr/>
              <p:nvPr/>
            </p:nvCxnSpPr>
            <p:spPr>
              <a:xfrm>
                <a:off x="6793219"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89" name="Google Shape;1789;p29"/>
              <p:cNvCxnSpPr/>
              <p:nvPr/>
            </p:nvCxnSpPr>
            <p:spPr>
              <a:xfrm>
                <a:off x="7110536"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90" name="Google Shape;1790;p29"/>
              <p:cNvCxnSpPr/>
              <p:nvPr/>
            </p:nvCxnSpPr>
            <p:spPr>
              <a:xfrm>
                <a:off x="7427853"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91" name="Google Shape;1791;p29"/>
              <p:cNvCxnSpPr/>
              <p:nvPr/>
            </p:nvCxnSpPr>
            <p:spPr>
              <a:xfrm>
                <a:off x="7745170"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92" name="Google Shape;1792;p29"/>
              <p:cNvCxnSpPr/>
              <p:nvPr/>
            </p:nvCxnSpPr>
            <p:spPr>
              <a:xfrm>
                <a:off x="8062487"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93" name="Google Shape;1793;p29"/>
              <p:cNvCxnSpPr/>
              <p:nvPr/>
            </p:nvCxnSpPr>
            <p:spPr>
              <a:xfrm>
                <a:off x="8379804"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94" name="Google Shape;1794;p29"/>
              <p:cNvCxnSpPr/>
              <p:nvPr/>
            </p:nvCxnSpPr>
            <p:spPr>
              <a:xfrm>
                <a:off x="8697121" y="-58650"/>
                <a:ext cx="0" cy="5260800"/>
              </a:xfrm>
              <a:prstGeom prst="straightConnector1">
                <a:avLst/>
              </a:prstGeom>
              <a:noFill/>
              <a:ln cap="flat" cmpd="sng" w="9525">
                <a:solidFill>
                  <a:schemeClr val="lt2"/>
                </a:solidFill>
                <a:prstDash val="solid"/>
                <a:round/>
                <a:headEnd len="med" w="med" type="none"/>
                <a:tailEnd len="med" w="med" type="none"/>
              </a:ln>
            </p:spPr>
          </p:cxnSp>
          <p:cxnSp>
            <p:nvCxnSpPr>
              <p:cNvPr id="1795" name="Google Shape;1795;p29"/>
              <p:cNvCxnSpPr/>
              <p:nvPr/>
            </p:nvCxnSpPr>
            <p:spPr>
              <a:xfrm>
                <a:off x="9014438" y="-58650"/>
                <a:ext cx="0" cy="5260800"/>
              </a:xfrm>
              <a:prstGeom prst="straightConnector1">
                <a:avLst/>
              </a:prstGeom>
              <a:noFill/>
              <a:ln cap="flat" cmpd="sng" w="9525">
                <a:solidFill>
                  <a:schemeClr val="lt2"/>
                </a:solidFill>
                <a:prstDash val="solid"/>
                <a:round/>
                <a:headEnd len="med" w="med" type="none"/>
                <a:tailEnd len="med" w="med" type="none"/>
              </a:ln>
            </p:spPr>
          </p:cxnSp>
        </p:grpSp>
        <p:grpSp>
          <p:nvGrpSpPr>
            <p:cNvPr id="1796" name="Google Shape;1796;p29"/>
            <p:cNvGrpSpPr/>
            <p:nvPr/>
          </p:nvGrpSpPr>
          <p:grpSpPr>
            <a:xfrm>
              <a:off x="-87450" y="171125"/>
              <a:ext cx="9318900" cy="4801250"/>
              <a:chOff x="-87450" y="281675"/>
              <a:chExt cx="9318900" cy="4801250"/>
            </a:xfrm>
          </p:grpSpPr>
          <p:cxnSp>
            <p:nvCxnSpPr>
              <p:cNvPr id="1797" name="Google Shape;1797;p29"/>
              <p:cNvCxnSpPr/>
              <p:nvPr/>
            </p:nvCxnSpPr>
            <p:spPr>
              <a:xfrm>
                <a:off x="-87450" y="281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98" name="Google Shape;1798;p29"/>
              <p:cNvCxnSpPr/>
              <p:nvPr/>
            </p:nvCxnSpPr>
            <p:spPr>
              <a:xfrm>
                <a:off x="-87450" y="601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799" name="Google Shape;1799;p29"/>
              <p:cNvCxnSpPr/>
              <p:nvPr/>
            </p:nvCxnSpPr>
            <p:spPr>
              <a:xfrm>
                <a:off x="-87450" y="921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0" name="Google Shape;1800;p29"/>
              <p:cNvCxnSpPr/>
              <p:nvPr/>
            </p:nvCxnSpPr>
            <p:spPr>
              <a:xfrm>
                <a:off x="-87450" y="12419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1" name="Google Shape;1801;p29"/>
              <p:cNvCxnSpPr/>
              <p:nvPr/>
            </p:nvCxnSpPr>
            <p:spPr>
              <a:xfrm>
                <a:off x="-87450" y="15620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2" name="Google Shape;1802;p29"/>
              <p:cNvCxnSpPr/>
              <p:nvPr/>
            </p:nvCxnSpPr>
            <p:spPr>
              <a:xfrm>
                <a:off x="-87450" y="18820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3" name="Google Shape;1803;p29"/>
              <p:cNvCxnSpPr/>
              <p:nvPr/>
            </p:nvCxnSpPr>
            <p:spPr>
              <a:xfrm>
                <a:off x="-87450" y="22021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4" name="Google Shape;1804;p29"/>
              <p:cNvCxnSpPr/>
              <p:nvPr/>
            </p:nvCxnSpPr>
            <p:spPr>
              <a:xfrm>
                <a:off x="-87450" y="25222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5" name="Google Shape;1805;p29"/>
              <p:cNvCxnSpPr/>
              <p:nvPr/>
            </p:nvCxnSpPr>
            <p:spPr>
              <a:xfrm>
                <a:off x="-87450" y="28423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6" name="Google Shape;1806;p29"/>
              <p:cNvCxnSpPr/>
              <p:nvPr/>
            </p:nvCxnSpPr>
            <p:spPr>
              <a:xfrm>
                <a:off x="-87450" y="316242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7" name="Google Shape;1807;p29"/>
              <p:cNvCxnSpPr/>
              <p:nvPr/>
            </p:nvCxnSpPr>
            <p:spPr>
              <a:xfrm>
                <a:off x="-87450" y="348250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8" name="Google Shape;1808;p29"/>
              <p:cNvCxnSpPr/>
              <p:nvPr/>
            </p:nvCxnSpPr>
            <p:spPr>
              <a:xfrm>
                <a:off x="-87450" y="380259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09" name="Google Shape;1809;p29"/>
              <p:cNvCxnSpPr/>
              <p:nvPr/>
            </p:nvCxnSpPr>
            <p:spPr>
              <a:xfrm>
                <a:off x="-87450" y="4122675"/>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10" name="Google Shape;1810;p29"/>
              <p:cNvCxnSpPr/>
              <p:nvPr/>
            </p:nvCxnSpPr>
            <p:spPr>
              <a:xfrm>
                <a:off x="-87450" y="4442758"/>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11" name="Google Shape;1811;p29"/>
              <p:cNvCxnSpPr/>
              <p:nvPr/>
            </p:nvCxnSpPr>
            <p:spPr>
              <a:xfrm>
                <a:off x="-87450" y="4762842"/>
                <a:ext cx="9318900" cy="0"/>
              </a:xfrm>
              <a:prstGeom prst="straightConnector1">
                <a:avLst/>
              </a:prstGeom>
              <a:noFill/>
              <a:ln cap="flat" cmpd="sng" w="9525">
                <a:solidFill>
                  <a:schemeClr val="lt2"/>
                </a:solidFill>
                <a:prstDash val="solid"/>
                <a:round/>
                <a:headEnd len="med" w="med" type="none"/>
                <a:tailEnd len="med" w="med" type="none"/>
              </a:ln>
            </p:spPr>
          </p:cxnSp>
          <p:cxnSp>
            <p:nvCxnSpPr>
              <p:cNvPr id="1812" name="Google Shape;1812;p29"/>
              <p:cNvCxnSpPr/>
              <p:nvPr/>
            </p:nvCxnSpPr>
            <p:spPr>
              <a:xfrm>
                <a:off x="-87450" y="5082925"/>
                <a:ext cx="9318900" cy="0"/>
              </a:xfrm>
              <a:prstGeom prst="straightConnector1">
                <a:avLst/>
              </a:prstGeom>
              <a:noFill/>
              <a:ln cap="flat" cmpd="sng" w="9525">
                <a:solidFill>
                  <a:schemeClr val="lt2"/>
                </a:solidFill>
                <a:prstDash val="solid"/>
                <a:round/>
                <a:headEnd len="med" w="med" type="none"/>
                <a:tailEnd len="med" w="med" type="none"/>
              </a:ln>
            </p:spPr>
          </p:cxnSp>
        </p:grpSp>
      </p:grpSp>
      <p:pic>
        <p:nvPicPr>
          <p:cNvPr id="1813" name="Google Shape;1813;p29"/>
          <p:cNvPicPr preferRelativeResize="0"/>
          <p:nvPr/>
        </p:nvPicPr>
        <p:blipFill>
          <a:blip r:embed="rId2">
            <a:alphaModFix/>
          </a:blip>
          <a:stretch>
            <a:fillRect/>
          </a:stretch>
        </p:blipFill>
        <p:spPr>
          <a:xfrm>
            <a:off x="840789" y="2368300"/>
            <a:ext cx="7462422" cy="4064500"/>
          </a:xfrm>
          <a:prstGeom prst="rect">
            <a:avLst/>
          </a:prstGeom>
          <a:noFill/>
          <a:ln>
            <a:noFill/>
          </a:ln>
        </p:spPr>
      </p:pic>
      <p:sp>
        <p:nvSpPr>
          <p:cNvPr id="1814" name="Google Shape;1814;p29"/>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815" name="Google Shape;1815;p29"/>
          <p:cNvGrpSpPr/>
          <p:nvPr/>
        </p:nvGrpSpPr>
        <p:grpSpPr>
          <a:xfrm>
            <a:off x="4238250" y="370257"/>
            <a:ext cx="667500" cy="667500"/>
            <a:chOff x="8068550" y="543532"/>
            <a:chExt cx="667500" cy="667500"/>
          </a:xfrm>
        </p:grpSpPr>
        <p:sp>
          <p:nvSpPr>
            <p:cNvPr id="1816" name="Google Shape;1816;p29"/>
            <p:cNvSpPr/>
            <p:nvPr/>
          </p:nvSpPr>
          <p:spPr>
            <a:xfrm>
              <a:off x="8068550" y="5435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817" name="Google Shape;1817;p29"/>
            <p:cNvGrpSpPr/>
            <p:nvPr/>
          </p:nvGrpSpPr>
          <p:grpSpPr>
            <a:xfrm>
              <a:off x="8191991" y="666964"/>
              <a:ext cx="420620" cy="420624"/>
              <a:chOff x="8682120" y="3434040"/>
              <a:chExt cx="373320" cy="372960"/>
            </a:xfrm>
          </p:grpSpPr>
          <p:sp>
            <p:nvSpPr>
              <p:cNvPr id="1818" name="Google Shape;1818;p29"/>
              <p:cNvSpPr/>
              <p:nvPr/>
            </p:nvSpPr>
            <p:spPr>
              <a:xfrm>
                <a:off x="8766720" y="3579840"/>
                <a:ext cx="94680" cy="80280"/>
              </a:xfrm>
              <a:custGeom>
                <a:rect b="b" l="l" r="r" t="t"/>
                <a:pathLst>
                  <a:path extrusionOk="0" h="223" w="263">
                    <a:moveTo>
                      <a:pt x="0" y="132"/>
                    </a:moveTo>
                    <a:lnTo>
                      <a:pt x="0" y="223"/>
                    </a:lnTo>
                    <a:lnTo>
                      <a:pt x="263" y="223"/>
                    </a:lnTo>
                    <a:lnTo>
                      <a:pt x="263" y="132"/>
                    </a:lnTo>
                    <a:cubicBezTo>
                      <a:pt x="263" y="59"/>
                      <a:pt x="204" y="0"/>
                      <a:pt x="131" y="0"/>
                    </a:cubicBezTo>
                    <a:cubicBezTo>
                      <a:pt x="59" y="0"/>
                      <a:pt x="0" y="59"/>
                      <a:pt x="0" y="132"/>
                    </a:cubicBezTo>
                    <a:close/>
                  </a:path>
                </a:pathLst>
              </a:custGeom>
              <a:solidFill>
                <a:schemeClr val="accent6"/>
              </a:solidFill>
              <a:ln>
                <a:noFill/>
              </a:ln>
            </p:spPr>
            <p:txBody>
              <a:bodyPr anchorCtr="1" anchor="ctr" bIns="35275" lIns="90000" spcFirstLastPara="1" rIns="90000" wrap="square" tIns="35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19" name="Google Shape;1819;p29"/>
              <p:cNvSpPr/>
              <p:nvPr/>
            </p:nvSpPr>
            <p:spPr>
              <a:xfrm>
                <a:off x="8792280" y="3514320"/>
                <a:ext cx="43560" cy="43560"/>
              </a:xfrm>
              <a:custGeom>
                <a:rect b="b" l="l" r="r" t="t"/>
                <a:pathLst>
                  <a:path extrusionOk="0" h="121" w="121">
                    <a:moveTo>
                      <a:pt x="121" y="60"/>
                    </a:moveTo>
                    <a:cubicBezTo>
                      <a:pt x="121" y="94"/>
                      <a:pt x="94" y="121"/>
                      <a:pt x="60" y="121"/>
                    </a:cubicBezTo>
                    <a:cubicBezTo>
                      <a:pt x="27" y="121"/>
                      <a:pt x="0" y="94"/>
                      <a:pt x="0" y="60"/>
                    </a:cubicBezTo>
                    <a:cubicBezTo>
                      <a:pt x="0" y="27"/>
                      <a:pt x="27" y="0"/>
                      <a:pt x="60" y="0"/>
                    </a:cubicBezTo>
                    <a:cubicBezTo>
                      <a:pt x="94" y="0"/>
                      <a:pt x="121" y="27"/>
                      <a:pt x="121" y="6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20" name="Google Shape;1820;p29"/>
              <p:cNvSpPr/>
              <p:nvPr/>
            </p:nvSpPr>
            <p:spPr>
              <a:xfrm>
                <a:off x="8967960" y="3434040"/>
                <a:ext cx="87480" cy="226080"/>
              </a:xfrm>
              <a:custGeom>
                <a:rect b="b" l="l" r="r" t="t"/>
                <a:pathLst>
                  <a:path extrusionOk="0" h="628" w="243">
                    <a:moveTo>
                      <a:pt x="152" y="375"/>
                    </a:moveTo>
                    <a:cubicBezTo>
                      <a:pt x="152" y="391"/>
                      <a:pt x="138" y="405"/>
                      <a:pt x="121" y="405"/>
                    </a:cubicBezTo>
                    <a:cubicBezTo>
                      <a:pt x="104" y="405"/>
                      <a:pt x="91" y="391"/>
                      <a:pt x="91" y="375"/>
                    </a:cubicBezTo>
                    <a:lnTo>
                      <a:pt x="91" y="253"/>
                    </a:lnTo>
                    <a:cubicBezTo>
                      <a:pt x="91" y="236"/>
                      <a:pt x="104" y="223"/>
                      <a:pt x="121" y="223"/>
                    </a:cubicBezTo>
                    <a:cubicBezTo>
                      <a:pt x="138" y="223"/>
                      <a:pt x="152" y="236"/>
                      <a:pt x="152" y="253"/>
                    </a:cubicBezTo>
                    <a:lnTo>
                      <a:pt x="152" y="375"/>
                    </a:lnTo>
                    <a:moveTo>
                      <a:pt x="152" y="0"/>
                    </a:moveTo>
                    <a:lnTo>
                      <a:pt x="0" y="0"/>
                    </a:lnTo>
                    <a:lnTo>
                      <a:pt x="0" y="628"/>
                    </a:lnTo>
                    <a:lnTo>
                      <a:pt x="152" y="628"/>
                    </a:lnTo>
                    <a:cubicBezTo>
                      <a:pt x="202" y="628"/>
                      <a:pt x="243" y="587"/>
                      <a:pt x="243" y="537"/>
                    </a:cubicBezTo>
                    <a:lnTo>
                      <a:pt x="243" y="91"/>
                    </a:lnTo>
                    <a:cubicBezTo>
                      <a:pt x="243" y="41"/>
                      <a:pt x="202" y="0"/>
                      <a:pt x="15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21" name="Google Shape;1821;p29"/>
              <p:cNvSpPr/>
              <p:nvPr/>
            </p:nvSpPr>
            <p:spPr>
              <a:xfrm>
                <a:off x="8682120" y="3434040"/>
                <a:ext cx="263880" cy="226080"/>
              </a:xfrm>
              <a:custGeom>
                <a:rect b="b" l="l" r="r" t="t"/>
                <a:pathLst>
                  <a:path extrusionOk="0" h="628" w="733">
                    <a:moveTo>
                      <a:pt x="123" y="91"/>
                    </a:moveTo>
                    <a:cubicBezTo>
                      <a:pt x="140" y="91"/>
                      <a:pt x="154" y="105"/>
                      <a:pt x="154" y="121"/>
                    </a:cubicBezTo>
                    <a:cubicBezTo>
                      <a:pt x="154" y="138"/>
                      <a:pt x="140" y="152"/>
                      <a:pt x="123" y="152"/>
                    </a:cubicBezTo>
                    <a:cubicBezTo>
                      <a:pt x="106" y="152"/>
                      <a:pt x="93" y="138"/>
                      <a:pt x="93" y="121"/>
                    </a:cubicBezTo>
                    <a:cubicBezTo>
                      <a:pt x="93" y="105"/>
                      <a:pt x="106" y="91"/>
                      <a:pt x="123" y="91"/>
                    </a:cubicBezTo>
                    <a:moveTo>
                      <a:pt x="579" y="91"/>
                    </a:moveTo>
                    <a:lnTo>
                      <a:pt x="640" y="91"/>
                    </a:lnTo>
                    <a:cubicBezTo>
                      <a:pt x="657" y="91"/>
                      <a:pt x="670" y="105"/>
                      <a:pt x="670" y="121"/>
                    </a:cubicBezTo>
                    <a:cubicBezTo>
                      <a:pt x="670" y="138"/>
                      <a:pt x="657" y="152"/>
                      <a:pt x="640" y="152"/>
                    </a:cubicBezTo>
                    <a:lnTo>
                      <a:pt x="579" y="152"/>
                    </a:lnTo>
                    <a:cubicBezTo>
                      <a:pt x="562" y="152"/>
                      <a:pt x="549" y="138"/>
                      <a:pt x="549" y="121"/>
                    </a:cubicBezTo>
                    <a:cubicBezTo>
                      <a:pt x="549" y="105"/>
                      <a:pt x="562" y="91"/>
                      <a:pt x="579" y="91"/>
                    </a:cubicBezTo>
                    <a:moveTo>
                      <a:pt x="0" y="91"/>
                    </a:moveTo>
                    <a:lnTo>
                      <a:pt x="0" y="537"/>
                    </a:lnTo>
                    <a:cubicBezTo>
                      <a:pt x="0" y="587"/>
                      <a:pt x="40" y="628"/>
                      <a:pt x="91" y="628"/>
                    </a:cubicBezTo>
                    <a:lnTo>
                      <a:pt x="174" y="628"/>
                    </a:lnTo>
                    <a:lnTo>
                      <a:pt x="174" y="537"/>
                    </a:lnTo>
                    <a:cubicBezTo>
                      <a:pt x="174" y="463"/>
                      <a:pt x="216" y="398"/>
                      <a:pt x="277" y="366"/>
                    </a:cubicBezTo>
                    <a:cubicBezTo>
                      <a:pt x="257" y="344"/>
                      <a:pt x="245" y="315"/>
                      <a:pt x="245" y="283"/>
                    </a:cubicBezTo>
                    <a:cubicBezTo>
                      <a:pt x="245" y="216"/>
                      <a:pt x="299" y="162"/>
                      <a:pt x="366" y="162"/>
                    </a:cubicBezTo>
                    <a:cubicBezTo>
                      <a:pt x="433" y="162"/>
                      <a:pt x="488" y="216"/>
                      <a:pt x="488" y="283"/>
                    </a:cubicBezTo>
                    <a:cubicBezTo>
                      <a:pt x="488" y="315"/>
                      <a:pt x="475" y="344"/>
                      <a:pt x="455" y="366"/>
                    </a:cubicBezTo>
                    <a:cubicBezTo>
                      <a:pt x="517" y="398"/>
                      <a:pt x="559" y="463"/>
                      <a:pt x="559" y="537"/>
                    </a:cubicBezTo>
                    <a:lnTo>
                      <a:pt x="559" y="628"/>
                    </a:lnTo>
                    <a:lnTo>
                      <a:pt x="733" y="628"/>
                    </a:lnTo>
                    <a:lnTo>
                      <a:pt x="733" y="0"/>
                    </a:lnTo>
                    <a:lnTo>
                      <a:pt x="91" y="0"/>
                    </a:lnTo>
                    <a:cubicBezTo>
                      <a:pt x="40" y="0"/>
                      <a:pt x="0" y="41"/>
                      <a:pt x="0" y="9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22" name="Google Shape;1822;p29"/>
              <p:cNvSpPr/>
              <p:nvPr/>
            </p:nvSpPr>
            <p:spPr>
              <a:xfrm>
                <a:off x="8794080" y="3681720"/>
                <a:ext cx="149400" cy="21600"/>
              </a:xfrm>
              <a:custGeom>
                <a:rect b="b" l="l" r="r" t="t"/>
                <a:pathLst>
                  <a:path extrusionOk="0" h="60" w="415">
                    <a:moveTo>
                      <a:pt x="86" y="60"/>
                    </a:moveTo>
                    <a:lnTo>
                      <a:pt x="329" y="60"/>
                    </a:lnTo>
                    <a:cubicBezTo>
                      <a:pt x="368" y="60"/>
                      <a:pt x="402" y="35"/>
                      <a:pt x="415" y="0"/>
                    </a:cubicBezTo>
                    <a:lnTo>
                      <a:pt x="0" y="0"/>
                    </a:lnTo>
                    <a:cubicBezTo>
                      <a:pt x="12" y="35"/>
                      <a:pt x="46" y="60"/>
                      <a:pt x="86" y="6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23" name="Google Shape;1823;p29"/>
              <p:cNvSpPr/>
              <p:nvPr/>
            </p:nvSpPr>
            <p:spPr>
              <a:xfrm>
                <a:off x="8835840" y="3725280"/>
                <a:ext cx="65520" cy="81720"/>
              </a:xfrm>
              <a:custGeom>
                <a:rect b="b" l="l" r="r" t="t"/>
                <a:pathLst>
                  <a:path extrusionOk="0" h="227" w="182">
                    <a:moveTo>
                      <a:pt x="0" y="197"/>
                    </a:moveTo>
                    <a:cubicBezTo>
                      <a:pt x="0" y="213"/>
                      <a:pt x="14" y="227"/>
                      <a:pt x="30" y="227"/>
                    </a:cubicBezTo>
                    <a:lnTo>
                      <a:pt x="152" y="227"/>
                    </a:lnTo>
                    <a:cubicBezTo>
                      <a:pt x="169" y="227"/>
                      <a:pt x="182" y="213"/>
                      <a:pt x="182" y="197"/>
                    </a:cubicBezTo>
                    <a:lnTo>
                      <a:pt x="182" y="0"/>
                    </a:lnTo>
                    <a:lnTo>
                      <a:pt x="0" y="0"/>
                    </a:lnTo>
                    <a:lnTo>
                      <a:pt x="0" y="197"/>
                    </a:lnTo>
                    <a:close/>
                  </a:path>
                </a:pathLst>
              </a:custGeom>
              <a:solidFill>
                <a:schemeClr val="accent6"/>
              </a:solidFill>
              <a:ln>
                <a:noFill/>
              </a:ln>
            </p:spPr>
            <p:txBody>
              <a:bodyPr anchorCtr="1" anchor="ctr" bIns="36700" lIns="90000" spcFirstLastPara="1" rIns="90000" wrap="square" tIns="367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27" name="Shape 1827"/>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828" name="Shape 1828"/>
        <p:cNvGrpSpPr/>
        <p:nvPr/>
      </p:nvGrpSpPr>
      <p:grpSpPr>
        <a:xfrm>
          <a:off x="0" y="0"/>
          <a:ext cx="0" cy="0"/>
          <a:chOff x="0" y="0"/>
          <a:chExt cx="0" cy="0"/>
        </a:xfrm>
      </p:grpSpPr>
      <p:sp>
        <p:nvSpPr>
          <p:cNvPr id="1829" name="Google Shape;1829;p3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3.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Raleway ExtraBold"/>
              <a:buNone/>
              <a:defRPr sz="2800">
                <a:solidFill>
                  <a:schemeClr val="dk1"/>
                </a:solidFill>
                <a:latin typeface="Raleway ExtraBold"/>
                <a:ea typeface="Raleway ExtraBold"/>
                <a:cs typeface="Raleway ExtraBold"/>
                <a:sym typeface="Raleway ExtraBold"/>
              </a:defRPr>
            </a:lvl1pPr>
            <a:lvl2pPr lvl="1">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2pPr>
            <a:lvl3pPr lvl="2">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3pPr>
            <a:lvl4pPr lvl="3">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4pPr>
            <a:lvl5pPr lvl="4">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5pPr>
            <a:lvl6pPr lvl="5">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6pPr>
            <a:lvl7pPr lvl="6">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7pPr>
            <a:lvl8pPr lvl="7">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8pPr>
            <a:lvl9pPr lvl="8">
              <a:spcBef>
                <a:spcPts val="0"/>
              </a:spcBef>
              <a:spcAft>
                <a:spcPts val="0"/>
              </a:spcAft>
              <a:buClr>
                <a:schemeClr val="dk1"/>
              </a:buClr>
              <a:buSzPts val="2800"/>
              <a:buFont typeface="Raleway"/>
              <a:buNone/>
              <a:defRPr b="1" sz="2800">
                <a:solidFill>
                  <a:schemeClr val="dk1"/>
                </a:solidFill>
                <a:latin typeface="Raleway"/>
                <a:ea typeface="Raleway"/>
                <a:cs typeface="Raleway"/>
                <a:sym typeface="Raleway"/>
              </a:defRPr>
            </a:lvl9pPr>
          </a:lstStyle>
          <a:p/>
        </p:txBody>
      </p:sp>
      <p:sp>
        <p:nvSpPr>
          <p:cNvPr id="7" name="Google Shape;7;p1"/>
          <p:cNvSpPr txBox="1"/>
          <p:nvPr>
            <p:ph idx="1" type="body"/>
          </p:nvPr>
        </p:nvSpPr>
        <p:spPr>
          <a:xfrm>
            <a:off x="713225" y="1183825"/>
            <a:ext cx="7717500" cy="33852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1pPr>
            <a:lvl2pPr indent="-304800" lvl="1" marL="9144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2pPr>
            <a:lvl3pPr indent="-304800" lvl="2" marL="13716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3pPr>
            <a:lvl4pPr indent="-304800" lvl="3" marL="1828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4pPr>
            <a:lvl5pPr indent="-304800" lvl="4" marL="22860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5pPr>
            <a:lvl6pPr indent="-304800" lvl="5" marL="27432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6pPr>
            <a:lvl7pPr indent="-304800" lvl="6" marL="32004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7pPr>
            <a:lvl8pPr indent="-304800" lvl="7" marL="36576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8pPr>
            <a:lvl9pPr indent="-304800" lvl="8" marL="411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E46962"/>
          </p15:clr>
        </p15:guide>
        <p15:guide id="2" pos="2880">
          <p15:clr>
            <a:srgbClr val="E46962"/>
          </p15:clr>
        </p15:guide>
        <p15:guide id="3" pos="449">
          <p15:clr>
            <a:srgbClr val="E46962"/>
          </p15:clr>
        </p15:guide>
        <p15:guide id="4" pos="5311">
          <p15:clr>
            <a:srgbClr val="E46962"/>
          </p15:clr>
        </p15:guide>
        <p15:guide id="5" orient="horz" pos="340">
          <p15:clr>
            <a:srgbClr val="E46962"/>
          </p15:clr>
        </p15:guide>
        <p15:guide id="6" orient="horz" pos="2903">
          <p15:clr>
            <a:srgbClr val="E46962"/>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24" name="Shape 1824"/>
        <p:cNvGrpSpPr/>
        <p:nvPr/>
      </p:nvGrpSpPr>
      <p:grpSpPr>
        <a:xfrm>
          <a:off x="0" y="0"/>
          <a:ext cx="0" cy="0"/>
          <a:chOff x="0" y="0"/>
          <a:chExt cx="0" cy="0"/>
        </a:xfrm>
      </p:grpSpPr>
      <p:sp>
        <p:nvSpPr>
          <p:cNvPr id="1825" name="Google Shape;1825;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826" name="Google Shape;1826;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5" Type="http://schemas.openxmlformats.org/officeDocument/2006/relationships/slide" Target="/ppt/slides/slide22.xml"/><Relationship Id="rId6" Type="http://schemas.openxmlformats.org/officeDocument/2006/relationships/slide" Target="/ppt/slides/slide22.xml"/><Relationship Id="rId7" Type="http://schemas.openxmlformats.org/officeDocument/2006/relationships/slide" Target="/ppt/slides/slide20.xml"/><Relationship Id="rId8" Type="http://schemas.openxmlformats.org/officeDocument/2006/relationships/slide" Target="/ppt/slides/slide26.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Vrc-0sqKvY_sfCGg6nDxKVPa8uhdNQmNZoYXdf0bX9w/copy#gid=861409666" TargetMode="External"/><Relationship Id="rId5" Type="http://schemas.openxmlformats.org/officeDocument/2006/relationships/image" Target="../media/image2.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Vrc-0sqKvY_sfCGg6nDxKVPa8uhdNQmNZoYXdf0bX9w/copy#gid=160180900" TargetMode="External"/><Relationship Id="rId5" Type="http://schemas.openxmlformats.org/officeDocument/2006/relationships/image" Target="../media/image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hoto/team-meeting-office_12162276.htm/?utm_source=slidesgo_template&amp;utm_medium=referral-link&amp;utm_campaign=sg_resources&amp;utm_content=freepik" TargetMode="External"/><Relationship Id="rId4" Type="http://schemas.openxmlformats.org/officeDocument/2006/relationships/hyperlink" Target="https://www.freepik.com/free-vector/memphis-style-business-card-templates_5142691.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photo/high-angle-women-working-together-office_36300787.htm/?utm_source=slidesgo_template&amp;utm_medium=referral-link&amp;utm_campaign=sg_resources&amp;utm_content=freepik" TargetMode="External"/><Relationship Id="rId4" Type="http://schemas.openxmlformats.org/officeDocument/2006/relationships/hyperlink" Target="https://www.flaticon.es/packs/digital-nomad-32/?utm_source=slidesgo_template&amp;utm_medium=referral-link&amp;utm_campaign=sg_resources&amp;utm_content=flaticon"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6.xml"/><Relationship Id="rId3" Type="http://schemas.openxmlformats.org/officeDocument/2006/relationships/hyperlink" Target="https://fonts.google.com/specimen/Raleway" TargetMode="External"/><Relationship Id="rId4" Type="http://schemas.openxmlformats.org/officeDocument/2006/relationships/hyperlink" Target="https://fonts.google.com/specimen/Open+Sans"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7.png"/><Relationship Id="rId17" Type="http://schemas.openxmlformats.org/officeDocument/2006/relationships/image" Target="../media/image8.png"/><Relationship Id="rId16"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sp>
        <p:nvSpPr>
          <p:cNvPr id="1834" name="Google Shape;1834;p33"/>
          <p:cNvSpPr txBox="1"/>
          <p:nvPr>
            <p:ph type="ctrTitle"/>
          </p:nvPr>
        </p:nvSpPr>
        <p:spPr>
          <a:xfrm>
            <a:off x="717225" y="1384900"/>
            <a:ext cx="7713600" cy="191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 Research </a:t>
            </a:r>
            <a:r>
              <a:rPr lang="en">
                <a:solidFill>
                  <a:schemeClr val="lt1"/>
                </a:solidFill>
              </a:rPr>
              <a:t>Consulting</a:t>
            </a:r>
            <a:endParaRPr>
              <a:solidFill>
                <a:schemeClr val="lt1"/>
              </a:solidFill>
            </a:endParaRPr>
          </a:p>
        </p:txBody>
      </p:sp>
      <p:sp>
        <p:nvSpPr>
          <p:cNvPr id="1835" name="Google Shape;1835;p33"/>
          <p:cNvSpPr txBox="1"/>
          <p:nvPr>
            <p:ph idx="1" type="subTitle"/>
          </p:nvPr>
        </p:nvSpPr>
        <p:spPr>
          <a:xfrm>
            <a:off x="2345475" y="3382975"/>
            <a:ext cx="4477500" cy="46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9" name="Shape 1839"/>
        <p:cNvGrpSpPr/>
        <p:nvPr/>
      </p:nvGrpSpPr>
      <p:grpSpPr>
        <a:xfrm>
          <a:off x="0" y="0"/>
          <a:ext cx="0" cy="0"/>
          <a:chOff x="0" y="0"/>
          <a:chExt cx="0" cy="0"/>
        </a:xfrm>
      </p:grpSpPr>
      <p:sp>
        <p:nvSpPr>
          <p:cNvPr id="1840" name="Google Shape;1840;p34"/>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1841" name="Google Shape;1841;p34"/>
          <p:cNvGraphicFramePr/>
          <p:nvPr/>
        </p:nvGraphicFramePr>
        <p:xfrm>
          <a:off x="720000" y="1767225"/>
          <a:ext cx="3000000" cy="3000000"/>
        </p:xfrm>
        <a:graphic>
          <a:graphicData uri="http://schemas.openxmlformats.org/drawingml/2006/table">
            <a:tbl>
              <a:tblPr>
                <a:noFill/>
                <a:tableStyleId>{EAB38579-5C16-46E5-B918-2E0D46153EEB}</a:tableStyleId>
              </a:tblPr>
              <a:tblGrid>
                <a:gridCol w="2355875"/>
                <a:gridCol w="5348125"/>
              </a:tblGrid>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3"/>
                        </a:rPr>
                        <a:t>Fonts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To view this template correctly in PowerPoint, download and install the fonts we used</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4"/>
                        </a:rPr>
                        <a:t>Used</a:t>
                      </a:r>
                      <a:r>
                        <a:rPr b="1" lang="en" sz="1000">
                          <a:solidFill>
                            <a:schemeClr val="dk1"/>
                          </a:solidFill>
                          <a:latin typeface="Open Sans"/>
                          <a:ea typeface="Open Sans"/>
                          <a:cs typeface="Open Sans"/>
                          <a:sym typeface="Open Sans"/>
                        </a:rPr>
                        <a:t> and </a:t>
                      </a:r>
                      <a:r>
                        <a:rPr b="1" lang="en" sz="1000" u="sng">
                          <a:solidFill>
                            <a:schemeClr val="hlink"/>
                          </a:solidFill>
                          <a:latin typeface="Open Sans"/>
                          <a:ea typeface="Open Sans"/>
                          <a:cs typeface="Open Sans"/>
                          <a:sym typeface="Open Sans"/>
                          <a:hlinkClick action="ppaction://hlinksldjump" r:id="rId5"/>
                        </a:rPr>
                        <a:t>alternative</a:t>
                      </a:r>
                      <a:r>
                        <a:rPr b="1" lang="en" sz="1000" u="sng">
                          <a:solidFill>
                            <a:schemeClr val="hlink"/>
                          </a:solidFill>
                          <a:latin typeface="Open Sans"/>
                          <a:ea typeface="Open Sans"/>
                          <a:cs typeface="Open Sans"/>
                          <a:sym typeface="Open Sans"/>
                          <a:hlinkClick action="ppaction://hlinksldjump" r:id="rId6"/>
                        </a:rPr>
                        <a:t> resources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Open Sans"/>
                          <a:ea typeface="Open Sans"/>
                          <a:cs typeface="Open Sans"/>
                          <a:sym typeface="Open Sans"/>
                        </a:rPr>
                        <a:t>An assortment of graphic resources that are suitable for use in this presentation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7"/>
                        </a:rPr>
                        <a:t>Thanks slide</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You must keep it so that proper credits for our design are given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8"/>
                        </a:rPr>
                        <a:t>Colors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All the colors used in this presentation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61525">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9"/>
                        </a:rPr>
                        <a:t>Icons</a:t>
                      </a:r>
                      <a:r>
                        <a:rPr b="1" lang="en" sz="1000">
                          <a:solidFill>
                            <a:schemeClr val="dk1"/>
                          </a:solidFill>
                          <a:latin typeface="Open Sans"/>
                          <a:ea typeface="Open Sans"/>
                          <a:cs typeface="Open Sans"/>
                          <a:sym typeface="Open Sans"/>
                        </a:rPr>
                        <a:t> and </a:t>
                      </a:r>
                      <a:r>
                        <a:rPr b="1" lang="en" sz="1000" u="sng">
                          <a:solidFill>
                            <a:schemeClr val="hlink"/>
                          </a:solidFill>
                          <a:latin typeface="Open Sans"/>
                          <a:ea typeface="Open Sans"/>
                          <a:cs typeface="Open Sans"/>
                          <a:sym typeface="Open Sans"/>
                          <a:hlinkClick action="ppaction://hlinksldjump" r:id="rId10"/>
                        </a:rPr>
                        <a:t>infographic resources</a:t>
                      </a:r>
                      <a:endParaRPr b="1" sz="1000" u="sng">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Open Sans"/>
                          <a:ea typeface="Open Sans"/>
                          <a:cs typeface="Open Sans"/>
                          <a:sym typeface="Open Sans"/>
                        </a:rPr>
                        <a:t>These can be used in the template, and their size and color can be edited</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61525">
                <a:tc>
                  <a:txBody>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Editable presentation theme </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You can edit the master slides easily. For more info, click </a:t>
                      </a:r>
                      <a:r>
                        <a:rPr b="1" lang="en" sz="1000" u="sng">
                          <a:solidFill>
                            <a:schemeClr val="dk1"/>
                          </a:solidFill>
                          <a:latin typeface="Open Sans"/>
                          <a:ea typeface="Open Sans"/>
                          <a:cs typeface="Open Sans"/>
                          <a:sym typeface="Open Sans"/>
                          <a:hlinkClick r:id="rId11">
                            <a:extLst>
                              <a:ext uri="{A12FA001-AC4F-418D-AE19-62706E023703}">
                                <ahyp:hlinkClr val="tx"/>
                              </a:ext>
                            </a:extLst>
                          </a:hlinkClick>
                        </a:rPr>
                        <a:t>here</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bl>
          </a:graphicData>
        </a:graphic>
      </p:graphicFrame>
      <p:sp>
        <p:nvSpPr>
          <p:cNvPr id="1842" name="Google Shape;1842;p34"/>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You can delete this slide when you’re done editing the presentation</a:t>
            </a:r>
            <a:endParaRPr sz="1200">
              <a:solidFill>
                <a:schemeClr val="dk1"/>
              </a:solidFill>
              <a:latin typeface="Open Sans"/>
              <a:ea typeface="Open Sans"/>
              <a:cs typeface="Open Sans"/>
              <a:sym typeface="Open Sans"/>
            </a:endParaRPr>
          </a:p>
        </p:txBody>
      </p:sp>
      <p:sp>
        <p:nvSpPr>
          <p:cNvPr id="1843" name="Google Shape;1843;p34"/>
          <p:cNvSpPr txBox="1"/>
          <p:nvPr/>
        </p:nvSpPr>
        <p:spPr>
          <a:xfrm>
            <a:off x="720007" y="4133675"/>
            <a:ext cx="2643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For more info:</a:t>
            </a:r>
            <a:br>
              <a:rPr b="1" lang="en" sz="1000">
                <a:solidFill>
                  <a:schemeClr val="dk1"/>
                </a:solidFill>
                <a:latin typeface="Open Sans"/>
                <a:ea typeface="Open Sans"/>
                <a:cs typeface="Open Sans"/>
                <a:sym typeface="Open Sans"/>
              </a:rPr>
            </a:br>
            <a:r>
              <a:rPr b="1" lang="en" sz="1000" u="sng">
                <a:solidFill>
                  <a:schemeClr val="dk1"/>
                </a:solidFill>
                <a:latin typeface="Open Sans"/>
                <a:ea typeface="Open Sans"/>
                <a:cs typeface="Open Sans"/>
                <a:sym typeface="Open Sans"/>
                <a:hlinkClick r:id="rId12">
                  <a:extLst>
                    <a:ext uri="{A12FA001-AC4F-418D-AE19-62706E023703}">
                      <ahyp:hlinkClr val="tx"/>
                    </a:ext>
                  </a:extLst>
                </a:hlinkClick>
              </a:rPr>
              <a:t>SLIDESGO</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3">
                  <a:extLst>
                    <a:ext uri="{A12FA001-AC4F-418D-AE19-62706E023703}">
                      <ahyp:hlinkClr val="tx"/>
                    </a:ext>
                  </a:extLst>
                </a:hlinkClick>
              </a:rPr>
              <a:t>BLOG</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4">
                  <a:extLst>
                    <a:ext uri="{A12FA001-AC4F-418D-AE19-62706E023703}">
                      <ahyp:hlinkClr val="tx"/>
                    </a:ext>
                  </a:extLst>
                </a:hlinkClick>
              </a:rPr>
              <a:t>FAQs</a:t>
            </a:r>
            <a:endParaRPr b="1" sz="1000" u="sng">
              <a:solidFill>
                <a:schemeClr val="dk1"/>
              </a:solidFill>
              <a:latin typeface="Open Sans"/>
              <a:ea typeface="Open Sans"/>
              <a:cs typeface="Open Sans"/>
              <a:sym typeface="Open Sans"/>
            </a:endParaRPr>
          </a:p>
        </p:txBody>
      </p:sp>
      <p:sp>
        <p:nvSpPr>
          <p:cNvPr id="1844" name="Google Shape;1844;p34"/>
          <p:cNvSpPr txBox="1"/>
          <p:nvPr/>
        </p:nvSpPr>
        <p:spPr>
          <a:xfrm>
            <a:off x="3339875" y="4133675"/>
            <a:ext cx="4154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You can visit our sister </a:t>
            </a:r>
            <a:r>
              <a:rPr b="1" lang="en" sz="1000">
                <a:solidFill>
                  <a:schemeClr val="dk1"/>
                </a:solidFill>
                <a:latin typeface="Open Sans"/>
                <a:ea typeface="Open Sans"/>
                <a:cs typeface="Open Sans"/>
                <a:sym typeface="Open Sans"/>
              </a:rPr>
              <a:t>projects</a:t>
            </a:r>
            <a:r>
              <a:rPr b="1" lang="en" sz="1000">
                <a:solidFill>
                  <a:schemeClr val="dk1"/>
                </a:solidFill>
                <a:latin typeface="Open Sans"/>
                <a:ea typeface="Open Sans"/>
                <a:cs typeface="Open Sans"/>
                <a:sym typeface="Open Sans"/>
              </a:rPr>
              <a:t>:</a:t>
            </a:r>
            <a:br>
              <a:rPr b="1" lang="en" sz="1000">
                <a:solidFill>
                  <a:schemeClr val="dk1"/>
                </a:solidFill>
                <a:latin typeface="Open Sans"/>
                <a:ea typeface="Open Sans"/>
                <a:cs typeface="Open Sans"/>
                <a:sym typeface="Open Sans"/>
              </a:rPr>
            </a:br>
            <a:r>
              <a:rPr b="1" lang="en" sz="1000" u="sng">
                <a:solidFill>
                  <a:schemeClr val="dk1"/>
                </a:solidFill>
                <a:latin typeface="Open Sans"/>
                <a:ea typeface="Open Sans"/>
                <a:cs typeface="Open Sans"/>
                <a:sym typeface="Open Sans"/>
                <a:hlinkClick r:id="rId15">
                  <a:extLst>
                    <a:ext uri="{A12FA001-AC4F-418D-AE19-62706E023703}">
                      <ahyp:hlinkClr val="tx"/>
                    </a:ext>
                  </a:extLst>
                </a:hlinkClick>
              </a:rPr>
              <a:t>FREEPIK</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6">
                  <a:extLst>
                    <a:ext uri="{A12FA001-AC4F-418D-AE19-62706E023703}">
                      <ahyp:hlinkClr val="tx"/>
                    </a:ext>
                  </a:extLst>
                </a:hlinkClick>
              </a:rPr>
              <a:t>FLATICON</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7">
                  <a:extLst>
                    <a:ext uri="{A12FA001-AC4F-418D-AE19-62706E023703}">
                      <ahyp:hlinkClr val="tx"/>
                    </a:ext>
                  </a:extLst>
                </a:hlinkClick>
              </a:rPr>
              <a:t>STORYSET</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8">
                  <a:extLst>
                    <a:ext uri="{A12FA001-AC4F-418D-AE19-62706E023703}">
                      <ahyp:hlinkClr val="tx"/>
                    </a:ext>
                  </a:extLst>
                </a:hlinkClick>
              </a:rPr>
              <a:t>WEPIK</a:t>
            </a:r>
            <a:r>
              <a:rPr b="1" lang="en" sz="1000">
                <a:solidFill>
                  <a:schemeClr val="dk1"/>
                </a:solidFill>
                <a:latin typeface="Open Sans"/>
                <a:ea typeface="Open Sans"/>
                <a:cs typeface="Open Sans"/>
                <a:sym typeface="Open Sans"/>
              </a:rPr>
              <a:t> | </a:t>
            </a:r>
            <a:r>
              <a:rPr b="1" lang="en" sz="1000" u="sng">
                <a:solidFill>
                  <a:schemeClr val="dk1"/>
                </a:solidFill>
                <a:latin typeface="Open Sans"/>
                <a:ea typeface="Open Sans"/>
                <a:cs typeface="Open Sans"/>
                <a:sym typeface="Open Sans"/>
                <a:hlinkClick r:id="rId19">
                  <a:extLst>
                    <a:ext uri="{A12FA001-AC4F-418D-AE19-62706E023703}">
                      <ahyp:hlinkClr val="tx"/>
                    </a:ext>
                  </a:extLst>
                </a:hlinkClick>
              </a:rPr>
              <a:t>VIDEVO</a:t>
            </a:r>
            <a:endParaRPr b="1" sz="1000">
              <a:solidFill>
                <a:schemeClr val="dk1"/>
              </a:solidFill>
              <a:latin typeface="Open Sans"/>
              <a:ea typeface="Open Sans"/>
              <a:cs typeface="Open Sans"/>
              <a:sym typeface="Open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8" name="Shape 1848"/>
        <p:cNvGrpSpPr/>
        <p:nvPr/>
      </p:nvGrpSpPr>
      <p:grpSpPr>
        <a:xfrm>
          <a:off x="0" y="0"/>
          <a:ext cx="0" cy="0"/>
          <a:chOff x="0" y="0"/>
          <a:chExt cx="0" cy="0"/>
        </a:xfrm>
      </p:grpSpPr>
      <p:sp>
        <p:nvSpPr>
          <p:cNvPr id="1849" name="Google Shape;1849;p35"/>
          <p:cNvSpPr txBox="1"/>
          <p:nvPr>
            <p:ph idx="13" type="title"/>
          </p:nvPr>
        </p:nvSpPr>
        <p:spPr>
          <a:xfrm>
            <a:off x="4311460" y="1723337"/>
            <a:ext cx="775800" cy="7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850" name="Google Shape;1850;p35"/>
          <p:cNvSpPr txBox="1"/>
          <p:nvPr>
            <p:ph idx="14" type="title"/>
          </p:nvPr>
        </p:nvSpPr>
        <p:spPr>
          <a:xfrm>
            <a:off x="4311460" y="3250237"/>
            <a:ext cx="775800" cy="7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851" name="Google Shape;1851;p35"/>
          <p:cNvSpPr txBox="1"/>
          <p:nvPr>
            <p:ph idx="9" type="title"/>
          </p:nvPr>
        </p:nvSpPr>
        <p:spPr>
          <a:xfrm>
            <a:off x="720010" y="3250237"/>
            <a:ext cx="775800" cy="7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852" name="Google Shape;1852;p35"/>
          <p:cNvSpPr txBox="1"/>
          <p:nvPr>
            <p:ph idx="8" type="title"/>
          </p:nvPr>
        </p:nvSpPr>
        <p:spPr>
          <a:xfrm>
            <a:off x="720010" y="1723337"/>
            <a:ext cx="775800" cy="7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853" name="Google Shape;1853;p35"/>
          <p:cNvSpPr txBox="1"/>
          <p:nvPr>
            <p:ph idx="15"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854" name="Google Shape;1854;p35"/>
          <p:cNvSpPr txBox="1"/>
          <p:nvPr>
            <p:ph type="title"/>
          </p:nvPr>
        </p:nvSpPr>
        <p:spPr>
          <a:xfrm>
            <a:off x="1648301" y="1507564"/>
            <a:ext cx="2194500" cy="775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
            </a:r>
            <a:r>
              <a:rPr lang="en"/>
              <a:t>roject and strategy </a:t>
            </a:r>
            <a:endParaRPr/>
          </a:p>
        </p:txBody>
      </p:sp>
      <p:sp>
        <p:nvSpPr>
          <p:cNvPr id="1855" name="Google Shape;1855;p35"/>
          <p:cNvSpPr txBox="1"/>
          <p:nvPr>
            <p:ph idx="2" type="title"/>
          </p:nvPr>
        </p:nvSpPr>
        <p:spPr>
          <a:xfrm>
            <a:off x="5239625" y="1507564"/>
            <a:ext cx="2194500" cy="775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onsulting proposal</a:t>
            </a:r>
            <a:endParaRPr/>
          </a:p>
        </p:txBody>
      </p:sp>
      <p:sp>
        <p:nvSpPr>
          <p:cNvPr id="1856" name="Google Shape;1856;p35"/>
          <p:cNvSpPr txBox="1"/>
          <p:nvPr>
            <p:ph idx="1" type="subTitle"/>
          </p:nvPr>
        </p:nvSpPr>
        <p:spPr>
          <a:xfrm>
            <a:off x="1648303" y="2168050"/>
            <a:ext cx="219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857" name="Google Shape;1857;p35"/>
          <p:cNvSpPr txBox="1"/>
          <p:nvPr>
            <p:ph idx="3" type="subTitle"/>
          </p:nvPr>
        </p:nvSpPr>
        <p:spPr>
          <a:xfrm>
            <a:off x="5239627" y="2168050"/>
            <a:ext cx="219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858" name="Google Shape;1858;p35"/>
          <p:cNvSpPr txBox="1"/>
          <p:nvPr>
            <p:ph idx="4" type="title"/>
          </p:nvPr>
        </p:nvSpPr>
        <p:spPr>
          <a:xfrm>
            <a:off x="1648301" y="3032064"/>
            <a:ext cx="2194500" cy="775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hange management</a:t>
            </a:r>
            <a:endParaRPr/>
          </a:p>
        </p:txBody>
      </p:sp>
      <p:sp>
        <p:nvSpPr>
          <p:cNvPr id="1859" name="Google Shape;1859;p35"/>
          <p:cNvSpPr txBox="1"/>
          <p:nvPr>
            <p:ph idx="5" type="title"/>
          </p:nvPr>
        </p:nvSpPr>
        <p:spPr>
          <a:xfrm>
            <a:off x="5239625" y="3032064"/>
            <a:ext cx="2194500" cy="775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a:t>
            </a:r>
            <a:r>
              <a:rPr lang="en"/>
              <a:t>mplementing changes</a:t>
            </a:r>
            <a:endParaRPr/>
          </a:p>
        </p:txBody>
      </p:sp>
      <p:sp>
        <p:nvSpPr>
          <p:cNvPr id="1860" name="Google Shape;1860;p35"/>
          <p:cNvSpPr txBox="1"/>
          <p:nvPr>
            <p:ph idx="6" type="subTitle"/>
          </p:nvPr>
        </p:nvSpPr>
        <p:spPr>
          <a:xfrm>
            <a:off x="1648327" y="3692550"/>
            <a:ext cx="219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861" name="Google Shape;1861;p35"/>
          <p:cNvSpPr txBox="1"/>
          <p:nvPr>
            <p:ph idx="7" type="subTitle"/>
          </p:nvPr>
        </p:nvSpPr>
        <p:spPr>
          <a:xfrm>
            <a:off x="5239631" y="3692550"/>
            <a:ext cx="219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5" name="Shape 1865"/>
        <p:cNvGrpSpPr/>
        <p:nvPr/>
      </p:nvGrpSpPr>
      <p:grpSpPr>
        <a:xfrm>
          <a:off x="0" y="0"/>
          <a:ext cx="0" cy="0"/>
          <a:chOff x="0" y="0"/>
          <a:chExt cx="0" cy="0"/>
        </a:xfrm>
      </p:grpSpPr>
      <p:sp>
        <p:nvSpPr>
          <p:cNvPr id="1866" name="Google Shape;1866;p36"/>
          <p:cNvSpPr/>
          <p:nvPr/>
        </p:nvSpPr>
        <p:spPr>
          <a:xfrm>
            <a:off x="-31275" y="5026079"/>
            <a:ext cx="9231000" cy="127200"/>
          </a:xfrm>
          <a:prstGeom prst="rect">
            <a:avLst/>
          </a:pr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67" name="Google Shape;1867;p36"/>
          <p:cNvSpPr txBox="1"/>
          <p:nvPr>
            <p:ph type="title"/>
          </p:nvPr>
        </p:nvSpPr>
        <p:spPr>
          <a:xfrm>
            <a:off x="3967975" y="2219400"/>
            <a:ext cx="4462800" cy="155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Project and </a:t>
            </a:r>
            <a:r>
              <a:rPr lang="en">
                <a:solidFill>
                  <a:schemeClr val="lt1"/>
                </a:solidFill>
              </a:rPr>
              <a:t>Strategy</a:t>
            </a:r>
            <a:endParaRPr>
              <a:solidFill>
                <a:schemeClr val="lt1"/>
              </a:solidFill>
            </a:endParaRPr>
          </a:p>
        </p:txBody>
      </p:sp>
      <p:sp>
        <p:nvSpPr>
          <p:cNvPr id="1868" name="Google Shape;1868;p36"/>
          <p:cNvSpPr txBox="1"/>
          <p:nvPr>
            <p:ph idx="2" type="title"/>
          </p:nvPr>
        </p:nvSpPr>
        <p:spPr>
          <a:xfrm>
            <a:off x="5505325" y="833625"/>
            <a:ext cx="1388100" cy="12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869" name="Google Shape;1869;p36"/>
          <p:cNvSpPr txBox="1"/>
          <p:nvPr>
            <p:ph idx="1" type="subTitle"/>
          </p:nvPr>
        </p:nvSpPr>
        <p:spPr>
          <a:xfrm>
            <a:off x="3967975" y="3845475"/>
            <a:ext cx="4462800" cy="464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You can enter a subtitle here if you need it</a:t>
            </a:r>
            <a:endParaRPr/>
          </a:p>
        </p:txBody>
      </p:sp>
      <p:pic>
        <p:nvPicPr>
          <p:cNvPr id="1870" name="Google Shape;1870;p36"/>
          <p:cNvPicPr preferRelativeResize="0"/>
          <p:nvPr>
            <p:ph idx="3" type="pic"/>
          </p:nvPr>
        </p:nvPicPr>
        <p:blipFill rotWithShape="1">
          <a:blip r:embed="rId3">
            <a:alphaModFix/>
          </a:blip>
          <a:srcRect b="0" l="36901" r="18719" t="0"/>
          <a:stretch/>
        </p:blipFill>
        <p:spPr>
          <a:xfrm>
            <a:off x="0" y="0"/>
            <a:ext cx="3429827" cy="5143499"/>
          </a:xfrm>
          <a:prstGeom prst="rect">
            <a:avLst/>
          </a:prstGeom>
        </p:spPr>
      </p:pic>
      <p:sp>
        <p:nvSpPr>
          <p:cNvPr id="1871" name="Google Shape;1871;p36"/>
          <p:cNvSpPr/>
          <p:nvPr/>
        </p:nvSpPr>
        <p:spPr>
          <a:xfrm>
            <a:off x="-31275" y="5026079"/>
            <a:ext cx="9231000" cy="127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872" name="Google Shape;1872;p36"/>
          <p:cNvGrpSpPr/>
          <p:nvPr/>
        </p:nvGrpSpPr>
        <p:grpSpPr>
          <a:xfrm>
            <a:off x="3105568" y="363825"/>
            <a:ext cx="667512" cy="667512"/>
            <a:chOff x="2878225" y="363825"/>
            <a:chExt cx="914400" cy="914400"/>
          </a:xfrm>
        </p:grpSpPr>
        <p:sp>
          <p:nvSpPr>
            <p:cNvPr id="1873" name="Google Shape;1873;p36"/>
            <p:cNvSpPr/>
            <p:nvPr/>
          </p:nvSpPr>
          <p:spPr>
            <a:xfrm>
              <a:off x="2878225" y="363825"/>
              <a:ext cx="914400" cy="914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874" name="Google Shape;1874;p36"/>
            <p:cNvGrpSpPr/>
            <p:nvPr/>
          </p:nvGrpSpPr>
          <p:grpSpPr>
            <a:xfrm>
              <a:off x="3061107" y="546712"/>
              <a:ext cx="548642" cy="548642"/>
              <a:chOff x="2745360" y="3436560"/>
              <a:chExt cx="367920" cy="367920"/>
            </a:xfrm>
          </p:grpSpPr>
          <p:sp>
            <p:nvSpPr>
              <p:cNvPr id="1875" name="Google Shape;1875;p36"/>
              <p:cNvSpPr/>
              <p:nvPr/>
            </p:nvSpPr>
            <p:spPr>
              <a:xfrm>
                <a:off x="2745360" y="3436560"/>
                <a:ext cx="367920" cy="123840"/>
              </a:xfrm>
              <a:custGeom>
                <a:rect b="b" l="l" r="r" t="t"/>
                <a:pathLst>
                  <a:path extrusionOk="0" h="344" w="1022">
                    <a:moveTo>
                      <a:pt x="932" y="120"/>
                    </a:moveTo>
                    <a:lnTo>
                      <a:pt x="880" y="120"/>
                    </a:lnTo>
                    <a:lnTo>
                      <a:pt x="880" y="210"/>
                    </a:lnTo>
                    <a:cubicBezTo>
                      <a:pt x="880" y="259"/>
                      <a:pt x="839" y="300"/>
                      <a:pt x="790" y="300"/>
                    </a:cubicBezTo>
                    <a:cubicBezTo>
                      <a:pt x="773" y="300"/>
                      <a:pt x="760" y="286"/>
                      <a:pt x="760" y="270"/>
                    </a:cubicBezTo>
                    <a:cubicBezTo>
                      <a:pt x="760" y="253"/>
                      <a:pt x="773" y="240"/>
                      <a:pt x="790" y="240"/>
                    </a:cubicBezTo>
                    <a:cubicBezTo>
                      <a:pt x="806" y="240"/>
                      <a:pt x="820" y="226"/>
                      <a:pt x="820" y="210"/>
                    </a:cubicBezTo>
                    <a:lnTo>
                      <a:pt x="820" y="120"/>
                    </a:lnTo>
                    <a:lnTo>
                      <a:pt x="760" y="120"/>
                    </a:lnTo>
                    <a:lnTo>
                      <a:pt x="760" y="90"/>
                    </a:lnTo>
                    <a:cubicBezTo>
                      <a:pt x="760" y="73"/>
                      <a:pt x="773" y="60"/>
                      <a:pt x="790" y="60"/>
                    </a:cubicBezTo>
                    <a:cubicBezTo>
                      <a:pt x="806" y="60"/>
                      <a:pt x="820" y="73"/>
                      <a:pt x="820" y="90"/>
                    </a:cubicBezTo>
                    <a:lnTo>
                      <a:pt x="820" y="120"/>
                    </a:lnTo>
                    <a:lnTo>
                      <a:pt x="880" y="120"/>
                    </a:lnTo>
                    <a:lnTo>
                      <a:pt x="880" y="90"/>
                    </a:lnTo>
                    <a:cubicBezTo>
                      <a:pt x="880" y="40"/>
                      <a:pt x="839" y="0"/>
                      <a:pt x="790" y="0"/>
                    </a:cubicBezTo>
                    <a:cubicBezTo>
                      <a:pt x="740" y="0"/>
                      <a:pt x="701" y="40"/>
                      <a:pt x="701" y="90"/>
                    </a:cubicBezTo>
                    <a:lnTo>
                      <a:pt x="701" y="120"/>
                    </a:lnTo>
                    <a:lnTo>
                      <a:pt x="601" y="120"/>
                    </a:lnTo>
                    <a:lnTo>
                      <a:pt x="601" y="210"/>
                    </a:lnTo>
                    <a:cubicBezTo>
                      <a:pt x="601" y="259"/>
                      <a:pt x="561" y="300"/>
                      <a:pt x="511" y="300"/>
                    </a:cubicBezTo>
                    <a:cubicBezTo>
                      <a:pt x="495" y="300"/>
                      <a:pt x="481" y="286"/>
                      <a:pt x="481" y="270"/>
                    </a:cubicBezTo>
                    <a:cubicBezTo>
                      <a:pt x="481" y="253"/>
                      <a:pt x="495" y="240"/>
                      <a:pt x="511" y="240"/>
                    </a:cubicBezTo>
                    <a:cubicBezTo>
                      <a:pt x="528" y="240"/>
                      <a:pt x="541" y="226"/>
                      <a:pt x="541" y="210"/>
                    </a:cubicBezTo>
                    <a:lnTo>
                      <a:pt x="541" y="120"/>
                    </a:lnTo>
                    <a:lnTo>
                      <a:pt x="481" y="120"/>
                    </a:lnTo>
                    <a:lnTo>
                      <a:pt x="481" y="90"/>
                    </a:lnTo>
                    <a:cubicBezTo>
                      <a:pt x="481" y="73"/>
                      <a:pt x="495" y="60"/>
                      <a:pt x="511" y="60"/>
                    </a:cubicBezTo>
                    <a:cubicBezTo>
                      <a:pt x="528" y="60"/>
                      <a:pt x="541" y="73"/>
                      <a:pt x="541" y="90"/>
                    </a:cubicBezTo>
                    <a:lnTo>
                      <a:pt x="541" y="120"/>
                    </a:lnTo>
                    <a:lnTo>
                      <a:pt x="601" y="120"/>
                    </a:lnTo>
                    <a:lnTo>
                      <a:pt x="601" y="90"/>
                    </a:lnTo>
                    <a:cubicBezTo>
                      <a:pt x="601" y="40"/>
                      <a:pt x="561" y="0"/>
                      <a:pt x="511" y="0"/>
                    </a:cubicBezTo>
                    <a:cubicBezTo>
                      <a:pt x="462" y="0"/>
                      <a:pt x="421" y="40"/>
                      <a:pt x="421" y="90"/>
                    </a:cubicBezTo>
                    <a:lnTo>
                      <a:pt x="421" y="120"/>
                    </a:lnTo>
                    <a:lnTo>
                      <a:pt x="321" y="120"/>
                    </a:lnTo>
                    <a:lnTo>
                      <a:pt x="321" y="210"/>
                    </a:lnTo>
                    <a:cubicBezTo>
                      <a:pt x="321" y="259"/>
                      <a:pt x="281" y="300"/>
                      <a:pt x="231" y="300"/>
                    </a:cubicBezTo>
                    <a:cubicBezTo>
                      <a:pt x="215" y="300"/>
                      <a:pt x="201" y="286"/>
                      <a:pt x="201" y="270"/>
                    </a:cubicBezTo>
                    <a:cubicBezTo>
                      <a:pt x="201" y="253"/>
                      <a:pt x="215" y="240"/>
                      <a:pt x="231" y="240"/>
                    </a:cubicBezTo>
                    <a:cubicBezTo>
                      <a:pt x="248" y="240"/>
                      <a:pt x="261" y="226"/>
                      <a:pt x="261" y="210"/>
                    </a:cubicBezTo>
                    <a:lnTo>
                      <a:pt x="261" y="120"/>
                    </a:lnTo>
                    <a:lnTo>
                      <a:pt x="201" y="120"/>
                    </a:lnTo>
                    <a:lnTo>
                      <a:pt x="201" y="90"/>
                    </a:lnTo>
                    <a:cubicBezTo>
                      <a:pt x="201" y="73"/>
                      <a:pt x="215" y="60"/>
                      <a:pt x="231" y="60"/>
                    </a:cubicBezTo>
                    <a:cubicBezTo>
                      <a:pt x="248" y="60"/>
                      <a:pt x="261" y="73"/>
                      <a:pt x="261" y="90"/>
                    </a:cubicBezTo>
                    <a:lnTo>
                      <a:pt x="261" y="120"/>
                    </a:lnTo>
                    <a:lnTo>
                      <a:pt x="321" y="120"/>
                    </a:lnTo>
                    <a:lnTo>
                      <a:pt x="321" y="90"/>
                    </a:lnTo>
                    <a:cubicBezTo>
                      <a:pt x="321" y="40"/>
                      <a:pt x="281" y="0"/>
                      <a:pt x="231" y="0"/>
                    </a:cubicBezTo>
                    <a:cubicBezTo>
                      <a:pt x="182" y="0"/>
                      <a:pt x="141" y="40"/>
                      <a:pt x="141" y="90"/>
                    </a:cubicBezTo>
                    <a:lnTo>
                      <a:pt x="141" y="120"/>
                    </a:lnTo>
                    <a:lnTo>
                      <a:pt x="89" y="120"/>
                    </a:lnTo>
                    <a:cubicBezTo>
                      <a:pt x="40" y="120"/>
                      <a:pt x="0" y="160"/>
                      <a:pt x="0" y="210"/>
                    </a:cubicBezTo>
                    <a:lnTo>
                      <a:pt x="0" y="344"/>
                    </a:lnTo>
                    <a:lnTo>
                      <a:pt x="1022" y="344"/>
                    </a:lnTo>
                    <a:lnTo>
                      <a:pt x="1022" y="210"/>
                    </a:lnTo>
                    <a:cubicBezTo>
                      <a:pt x="1022" y="160"/>
                      <a:pt x="981" y="120"/>
                      <a:pt x="932" y="12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76" name="Google Shape;1876;p36"/>
              <p:cNvSpPr/>
              <p:nvPr/>
            </p:nvSpPr>
            <p:spPr>
              <a:xfrm>
                <a:off x="2810520" y="3632040"/>
                <a:ext cx="122400" cy="122040"/>
              </a:xfrm>
              <a:custGeom>
                <a:rect b="b" l="l" r="r" t="t"/>
                <a:pathLst>
                  <a:path extrusionOk="0" h="339" w="340">
                    <a:moveTo>
                      <a:pt x="140" y="70"/>
                    </a:moveTo>
                    <a:cubicBezTo>
                      <a:pt x="140" y="54"/>
                      <a:pt x="154" y="40"/>
                      <a:pt x="170" y="40"/>
                    </a:cubicBezTo>
                    <a:cubicBezTo>
                      <a:pt x="187" y="40"/>
                      <a:pt x="200" y="54"/>
                      <a:pt x="200" y="70"/>
                    </a:cubicBezTo>
                    <a:lnTo>
                      <a:pt x="200" y="140"/>
                    </a:lnTo>
                    <a:lnTo>
                      <a:pt x="250" y="140"/>
                    </a:lnTo>
                    <a:cubicBezTo>
                      <a:pt x="267" y="140"/>
                      <a:pt x="280" y="153"/>
                      <a:pt x="280" y="169"/>
                    </a:cubicBezTo>
                    <a:cubicBezTo>
                      <a:pt x="280" y="186"/>
                      <a:pt x="267" y="199"/>
                      <a:pt x="250" y="199"/>
                    </a:cubicBezTo>
                    <a:lnTo>
                      <a:pt x="170" y="199"/>
                    </a:lnTo>
                    <a:cubicBezTo>
                      <a:pt x="154" y="199"/>
                      <a:pt x="140" y="186"/>
                      <a:pt x="140" y="169"/>
                    </a:cubicBezTo>
                    <a:lnTo>
                      <a:pt x="140" y="70"/>
                    </a:lnTo>
                    <a:moveTo>
                      <a:pt x="170" y="339"/>
                    </a:moveTo>
                    <a:cubicBezTo>
                      <a:pt x="264" y="339"/>
                      <a:pt x="340" y="263"/>
                      <a:pt x="340" y="169"/>
                    </a:cubicBezTo>
                    <a:cubicBezTo>
                      <a:pt x="340" y="77"/>
                      <a:pt x="264" y="0"/>
                      <a:pt x="170" y="0"/>
                    </a:cubicBezTo>
                    <a:cubicBezTo>
                      <a:pt x="77" y="0"/>
                      <a:pt x="0" y="77"/>
                      <a:pt x="0" y="169"/>
                    </a:cubicBezTo>
                    <a:cubicBezTo>
                      <a:pt x="0" y="263"/>
                      <a:pt x="77" y="339"/>
                      <a:pt x="170" y="33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77" name="Google Shape;1877;p36"/>
              <p:cNvSpPr/>
              <p:nvPr/>
            </p:nvSpPr>
            <p:spPr>
              <a:xfrm>
                <a:off x="2745360" y="3581640"/>
                <a:ext cx="367920" cy="222840"/>
              </a:xfrm>
              <a:custGeom>
                <a:rect b="b" l="l" r="r" t="t"/>
                <a:pathLst>
                  <a:path extrusionOk="0" h="619" w="1022">
                    <a:moveTo>
                      <a:pt x="351" y="80"/>
                    </a:moveTo>
                    <a:cubicBezTo>
                      <a:pt x="478" y="80"/>
                      <a:pt x="581" y="183"/>
                      <a:pt x="581" y="309"/>
                    </a:cubicBezTo>
                    <a:cubicBezTo>
                      <a:pt x="581" y="436"/>
                      <a:pt x="478" y="539"/>
                      <a:pt x="351" y="539"/>
                    </a:cubicBezTo>
                    <a:cubicBezTo>
                      <a:pt x="225" y="539"/>
                      <a:pt x="121" y="436"/>
                      <a:pt x="121" y="309"/>
                    </a:cubicBezTo>
                    <a:cubicBezTo>
                      <a:pt x="121" y="183"/>
                      <a:pt x="225" y="80"/>
                      <a:pt x="351" y="80"/>
                    </a:cubicBezTo>
                    <a:moveTo>
                      <a:pt x="671" y="399"/>
                    </a:moveTo>
                    <a:lnTo>
                      <a:pt x="870" y="399"/>
                    </a:lnTo>
                    <a:cubicBezTo>
                      <a:pt x="886" y="399"/>
                      <a:pt x="900" y="412"/>
                      <a:pt x="900" y="429"/>
                    </a:cubicBezTo>
                    <a:cubicBezTo>
                      <a:pt x="900" y="446"/>
                      <a:pt x="886" y="459"/>
                      <a:pt x="870" y="459"/>
                    </a:cubicBezTo>
                    <a:lnTo>
                      <a:pt x="671" y="459"/>
                    </a:lnTo>
                    <a:cubicBezTo>
                      <a:pt x="654" y="459"/>
                      <a:pt x="641" y="446"/>
                      <a:pt x="641" y="429"/>
                    </a:cubicBezTo>
                    <a:cubicBezTo>
                      <a:pt x="641" y="412"/>
                      <a:pt x="654" y="399"/>
                      <a:pt x="671" y="399"/>
                    </a:cubicBezTo>
                    <a:moveTo>
                      <a:pt x="671" y="280"/>
                    </a:moveTo>
                    <a:lnTo>
                      <a:pt x="870" y="280"/>
                    </a:lnTo>
                    <a:cubicBezTo>
                      <a:pt x="886" y="280"/>
                      <a:pt x="900" y="293"/>
                      <a:pt x="900" y="309"/>
                    </a:cubicBezTo>
                    <a:cubicBezTo>
                      <a:pt x="900" y="326"/>
                      <a:pt x="886" y="339"/>
                      <a:pt x="870" y="339"/>
                    </a:cubicBezTo>
                    <a:lnTo>
                      <a:pt x="671" y="339"/>
                    </a:lnTo>
                    <a:cubicBezTo>
                      <a:pt x="654" y="339"/>
                      <a:pt x="641" y="326"/>
                      <a:pt x="641" y="309"/>
                    </a:cubicBezTo>
                    <a:cubicBezTo>
                      <a:pt x="641" y="293"/>
                      <a:pt x="654" y="280"/>
                      <a:pt x="671" y="280"/>
                    </a:cubicBezTo>
                    <a:moveTo>
                      <a:pt x="671" y="160"/>
                    </a:moveTo>
                    <a:lnTo>
                      <a:pt x="870" y="160"/>
                    </a:lnTo>
                    <a:cubicBezTo>
                      <a:pt x="886" y="160"/>
                      <a:pt x="900" y="174"/>
                      <a:pt x="900" y="190"/>
                    </a:cubicBezTo>
                    <a:cubicBezTo>
                      <a:pt x="900" y="207"/>
                      <a:pt x="886" y="220"/>
                      <a:pt x="870" y="220"/>
                    </a:cubicBezTo>
                    <a:lnTo>
                      <a:pt x="671" y="220"/>
                    </a:lnTo>
                    <a:cubicBezTo>
                      <a:pt x="654" y="220"/>
                      <a:pt x="641" y="207"/>
                      <a:pt x="641" y="190"/>
                    </a:cubicBezTo>
                    <a:cubicBezTo>
                      <a:pt x="641" y="174"/>
                      <a:pt x="654" y="160"/>
                      <a:pt x="671" y="160"/>
                    </a:cubicBezTo>
                    <a:moveTo>
                      <a:pt x="0" y="529"/>
                    </a:moveTo>
                    <a:cubicBezTo>
                      <a:pt x="0" y="579"/>
                      <a:pt x="40" y="619"/>
                      <a:pt x="90" y="619"/>
                    </a:cubicBezTo>
                    <a:lnTo>
                      <a:pt x="932" y="619"/>
                    </a:lnTo>
                    <a:cubicBezTo>
                      <a:pt x="981" y="619"/>
                      <a:pt x="1022" y="579"/>
                      <a:pt x="1022" y="529"/>
                    </a:cubicBezTo>
                    <a:lnTo>
                      <a:pt x="1022" y="0"/>
                    </a:lnTo>
                    <a:lnTo>
                      <a:pt x="0" y="0"/>
                    </a:lnTo>
                    <a:lnTo>
                      <a:pt x="0" y="52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1" name="Shape 1881"/>
        <p:cNvGrpSpPr/>
        <p:nvPr/>
      </p:nvGrpSpPr>
      <p:grpSpPr>
        <a:xfrm>
          <a:off x="0" y="0"/>
          <a:ext cx="0" cy="0"/>
          <a:chOff x="0" y="0"/>
          <a:chExt cx="0" cy="0"/>
        </a:xfrm>
      </p:grpSpPr>
      <p:sp>
        <p:nvSpPr>
          <p:cNvPr id="1882" name="Google Shape;1882;p37"/>
          <p:cNvSpPr txBox="1"/>
          <p:nvPr>
            <p:ph type="title"/>
          </p:nvPr>
        </p:nvSpPr>
        <p:spPr>
          <a:xfrm>
            <a:off x="1412050" y="1581400"/>
            <a:ext cx="6320400" cy="132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Project and </a:t>
            </a:r>
            <a:endParaRPr/>
          </a:p>
          <a:p>
            <a:pPr indent="0" lvl="0" marL="0" rtl="0" algn="ctr">
              <a:spcBef>
                <a:spcPts val="0"/>
              </a:spcBef>
              <a:spcAft>
                <a:spcPts val="0"/>
              </a:spcAft>
              <a:buNone/>
            </a:pPr>
            <a:r>
              <a:rPr lang="en"/>
              <a:t>strategy </a:t>
            </a:r>
            <a:r>
              <a:rPr lang="en">
                <a:solidFill>
                  <a:schemeClr val="lt1"/>
                </a:solidFill>
              </a:rPr>
              <a:t>definition</a:t>
            </a:r>
            <a:endParaRPr>
              <a:solidFill>
                <a:schemeClr val="lt1"/>
              </a:solidFill>
            </a:endParaRPr>
          </a:p>
        </p:txBody>
      </p:sp>
      <p:sp>
        <p:nvSpPr>
          <p:cNvPr id="1883" name="Google Shape;1883;p37"/>
          <p:cNvSpPr txBox="1"/>
          <p:nvPr>
            <p:ph idx="1" type="subTitle"/>
          </p:nvPr>
        </p:nvSpPr>
        <p:spPr>
          <a:xfrm>
            <a:off x="1412050" y="3011600"/>
            <a:ext cx="6320400" cy="10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a:t>
            </a:r>
            <a:r>
              <a:rPr lang="en"/>
              <a:t>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7" name="Shape 1887"/>
        <p:cNvGrpSpPr/>
        <p:nvPr/>
      </p:nvGrpSpPr>
      <p:grpSpPr>
        <a:xfrm>
          <a:off x="0" y="0"/>
          <a:ext cx="0" cy="0"/>
          <a:chOff x="0" y="0"/>
          <a:chExt cx="0" cy="0"/>
        </a:xfrm>
      </p:grpSpPr>
      <p:graphicFrame>
        <p:nvGraphicFramePr>
          <p:cNvPr id="1888" name="Google Shape;1888;p38"/>
          <p:cNvGraphicFramePr/>
          <p:nvPr/>
        </p:nvGraphicFramePr>
        <p:xfrm>
          <a:off x="719963" y="1501225"/>
          <a:ext cx="3000000" cy="3000000"/>
        </p:xfrm>
        <a:graphic>
          <a:graphicData uri="http://schemas.openxmlformats.org/drawingml/2006/table">
            <a:tbl>
              <a:tblPr>
                <a:noFill/>
                <a:tableStyleId>{EAB38579-5C16-46E5-B918-2E0D46153EEB}</a:tableStyleId>
              </a:tblPr>
              <a:tblGrid>
                <a:gridCol w="481500"/>
                <a:gridCol w="481500"/>
                <a:gridCol w="481500"/>
                <a:gridCol w="481500"/>
                <a:gridCol w="382850"/>
                <a:gridCol w="580150"/>
                <a:gridCol w="481500"/>
                <a:gridCol w="481500"/>
                <a:gridCol w="481500"/>
                <a:gridCol w="481500"/>
                <a:gridCol w="481500"/>
                <a:gridCol w="481500"/>
                <a:gridCol w="481500"/>
                <a:gridCol w="481500"/>
                <a:gridCol w="481500"/>
                <a:gridCol w="481500"/>
              </a:tblGrid>
              <a:tr h="251375">
                <a:tc gridSpan="5">
                  <a:txBody>
                    <a:bodyPr/>
                    <a:lstStyle/>
                    <a:p>
                      <a:pPr indent="0" lvl="0" marL="0" rtl="0" algn="l">
                        <a:spcBef>
                          <a:spcPts val="0"/>
                        </a:spcBef>
                        <a:spcAft>
                          <a:spcPts val="0"/>
                        </a:spcAft>
                        <a:buNone/>
                      </a:pPr>
                      <a:r>
                        <a:rPr lang="en" sz="1600">
                          <a:solidFill>
                            <a:schemeClr val="dk1"/>
                          </a:solidFill>
                          <a:latin typeface="Raleway ExtraBold"/>
                          <a:ea typeface="Raleway ExtraBold"/>
                          <a:cs typeface="Raleway ExtraBold"/>
                          <a:sym typeface="Raleway ExtraBold"/>
                        </a:rPr>
                        <a:t>Steps</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hMerge="1"/>
                <a:tc hMerge="1"/>
                <a:tc hMerge="1"/>
                <a:tc hMerge="1"/>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W</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1</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2</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3</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4</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5</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6</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7</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8</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9</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10</a:t>
                      </a:r>
                      <a:endParaRPr sz="1600">
                        <a:solidFill>
                          <a:schemeClr val="dk1"/>
                        </a:solidFill>
                        <a:latin typeface="Raleway ExtraBold"/>
                        <a:ea typeface="Raleway ExtraBold"/>
                        <a:cs typeface="Raleway ExtraBold"/>
                        <a:sym typeface="Raleway ExtraBold"/>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1. Kick-off</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2. Business insights</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3. Mission and vision</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4. Key strategic objectives</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5. Strategy map</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6. Balanced scorecard</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7. Strategic objectives</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57000">
                <a:tc gridSpan="5">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8. First report</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hMerge="1"/>
                <a:tc hMerge="1"/>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bl>
          </a:graphicData>
        </a:graphic>
      </p:graphicFrame>
      <p:sp>
        <p:nvSpPr>
          <p:cNvPr id="1889" name="Google Shape;1889;p38"/>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Strategic planning project plan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3" name="Shape 1893"/>
        <p:cNvGrpSpPr/>
        <p:nvPr/>
      </p:nvGrpSpPr>
      <p:grpSpPr>
        <a:xfrm>
          <a:off x="0" y="0"/>
          <a:ext cx="0" cy="0"/>
          <a:chOff x="0" y="0"/>
          <a:chExt cx="0" cy="0"/>
        </a:xfrm>
      </p:grpSpPr>
      <p:sp>
        <p:nvSpPr>
          <p:cNvPr id="1894" name="Google Shape;1894;p39"/>
          <p:cNvSpPr txBox="1"/>
          <p:nvPr>
            <p:ph idx="8"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Strategic planning project plan</a:t>
            </a:r>
            <a:endParaRPr/>
          </a:p>
        </p:txBody>
      </p:sp>
      <p:sp>
        <p:nvSpPr>
          <p:cNvPr id="1895" name="Google Shape;1895;p39"/>
          <p:cNvSpPr txBox="1"/>
          <p:nvPr>
            <p:ph type="title"/>
          </p:nvPr>
        </p:nvSpPr>
        <p:spPr>
          <a:xfrm>
            <a:off x="1206950" y="1560700"/>
            <a:ext cx="2878500" cy="44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 </a:t>
            </a:r>
            <a:endParaRPr/>
          </a:p>
        </p:txBody>
      </p:sp>
      <p:sp>
        <p:nvSpPr>
          <p:cNvPr id="1896" name="Google Shape;1896;p39"/>
          <p:cNvSpPr txBox="1"/>
          <p:nvPr>
            <p:ph idx="2" type="title"/>
          </p:nvPr>
        </p:nvSpPr>
        <p:spPr>
          <a:xfrm>
            <a:off x="5058542" y="1560700"/>
            <a:ext cx="2878500" cy="44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1897" name="Google Shape;1897;p39"/>
          <p:cNvSpPr txBox="1"/>
          <p:nvPr>
            <p:ph idx="1" type="subTitle"/>
          </p:nvPr>
        </p:nvSpPr>
        <p:spPr>
          <a:xfrm>
            <a:off x="1206950" y="2003800"/>
            <a:ext cx="2878500" cy="8202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and very high temperatures</a:t>
            </a:r>
            <a:endParaRPr/>
          </a:p>
        </p:txBody>
      </p:sp>
      <p:sp>
        <p:nvSpPr>
          <p:cNvPr id="1898" name="Google Shape;1898;p39"/>
          <p:cNvSpPr txBox="1"/>
          <p:nvPr>
            <p:ph idx="3" type="subTitle"/>
          </p:nvPr>
        </p:nvSpPr>
        <p:spPr>
          <a:xfrm>
            <a:off x="5058528" y="2003800"/>
            <a:ext cx="2878500" cy="82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 gas giant and the biggest planet of them all</a:t>
            </a:r>
            <a:endParaRPr/>
          </a:p>
        </p:txBody>
      </p:sp>
      <p:sp>
        <p:nvSpPr>
          <p:cNvPr id="1899" name="Google Shape;1899;p39"/>
          <p:cNvSpPr txBox="1"/>
          <p:nvPr>
            <p:ph idx="4" type="title"/>
          </p:nvPr>
        </p:nvSpPr>
        <p:spPr>
          <a:xfrm>
            <a:off x="1206950" y="3095092"/>
            <a:ext cx="2878500" cy="44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1900" name="Google Shape;1900;p39"/>
          <p:cNvSpPr txBox="1"/>
          <p:nvPr>
            <p:ph idx="5" type="title"/>
          </p:nvPr>
        </p:nvSpPr>
        <p:spPr>
          <a:xfrm>
            <a:off x="5058542" y="3095092"/>
            <a:ext cx="2878500" cy="44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Key initiatives</a:t>
            </a:r>
            <a:endParaRPr/>
          </a:p>
        </p:txBody>
      </p:sp>
      <p:sp>
        <p:nvSpPr>
          <p:cNvPr id="1901" name="Google Shape;1901;p39"/>
          <p:cNvSpPr txBox="1"/>
          <p:nvPr>
            <p:ph idx="6" type="subTitle"/>
          </p:nvPr>
        </p:nvSpPr>
        <p:spPr>
          <a:xfrm>
            <a:off x="1206950" y="3538300"/>
            <a:ext cx="2878500" cy="82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very cold place</a:t>
            </a:r>
            <a:endParaRPr/>
          </a:p>
        </p:txBody>
      </p:sp>
      <p:sp>
        <p:nvSpPr>
          <p:cNvPr id="1902" name="Google Shape;1902;p39"/>
          <p:cNvSpPr txBox="1"/>
          <p:nvPr>
            <p:ph idx="7" type="subTitle"/>
          </p:nvPr>
        </p:nvSpPr>
        <p:spPr>
          <a:xfrm>
            <a:off x="5058528" y="3538300"/>
            <a:ext cx="2878500" cy="82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a gas giant composed of hydrogen and helium</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6" name="Shape 1906"/>
        <p:cNvGrpSpPr/>
        <p:nvPr/>
      </p:nvGrpSpPr>
      <p:grpSpPr>
        <a:xfrm>
          <a:off x="0" y="0"/>
          <a:ext cx="0" cy="0"/>
          <a:chOff x="0" y="0"/>
          <a:chExt cx="0" cy="0"/>
        </a:xfrm>
      </p:grpSpPr>
      <p:sp>
        <p:nvSpPr>
          <p:cNvPr id="1907" name="Google Shape;1907;p40"/>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drivers of the profit</a:t>
            </a:r>
            <a:endParaRPr/>
          </a:p>
        </p:txBody>
      </p:sp>
      <p:graphicFrame>
        <p:nvGraphicFramePr>
          <p:cNvPr id="1908" name="Google Shape;1908;p40"/>
          <p:cNvGraphicFramePr/>
          <p:nvPr/>
        </p:nvGraphicFramePr>
        <p:xfrm>
          <a:off x="720000" y="1437750"/>
          <a:ext cx="3000000" cy="3000000"/>
        </p:xfrm>
        <a:graphic>
          <a:graphicData uri="http://schemas.openxmlformats.org/drawingml/2006/table">
            <a:tbl>
              <a:tblPr>
                <a:noFill/>
                <a:tableStyleId>{EAB38579-5C16-46E5-B918-2E0D46153EEB}</a:tableStyleId>
              </a:tblPr>
              <a:tblGrid>
                <a:gridCol w="1658725"/>
                <a:gridCol w="3091500"/>
                <a:gridCol w="2953750"/>
              </a:tblGrid>
              <a:tr h="524675">
                <a:tc>
                  <a:txBody>
                    <a:bodyPr/>
                    <a:lstStyle/>
                    <a:p>
                      <a:pPr indent="0" lvl="0" marL="0" rtl="0" algn="l">
                        <a:spcBef>
                          <a:spcPts val="0"/>
                        </a:spcBef>
                        <a:spcAft>
                          <a:spcPts val="0"/>
                        </a:spcAft>
                        <a:buNone/>
                      </a:pPr>
                      <a:r>
                        <a:t/>
                      </a:r>
                      <a:endParaRPr sz="1600">
                        <a:solidFill>
                          <a:schemeClr val="lt1"/>
                        </a:solidFill>
                        <a:latin typeface="Bebas Neue"/>
                        <a:ea typeface="Bebas Neue"/>
                        <a:cs typeface="Bebas Neue"/>
                        <a:sym typeface="Bebas Neue"/>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Description</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Example</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r h="889550">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The</a:t>
                      </a:r>
                      <a:endParaRPr>
                        <a:solidFill>
                          <a:schemeClr val="dk1"/>
                        </a:solidFill>
                        <a:latin typeface="Raleway ExtraBold"/>
                        <a:ea typeface="Raleway ExtraBold"/>
                        <a:cs typeface="Raleway ExtraBold"/>
                        <a:sym typeface="Raleway ExtraBold"/>
                      </a:endParaRPr>
                    </a:p>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situation</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You need to provide a neutral description with facts that you know your audience will agree on</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Our company has been selling its products in the us for 10 years, with an annual profit growth above 10%</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880350">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The complication</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The complication is a desired change of the current situation</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With a market share already above 40%, profit growth will be limited in the United States</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880350">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The</a:t>
                      </a:r>
                      <a:endParaRPr>
                        <a:solidFill>
                          <a:schemeClr val="dk1"/>
                        </a:solidFill>
                        <a:latin typeface="Raleway ExtraBold"/>
                        <a:ea typeface="Raleway ExtraBold"/>
                        <a:cs typeface="Raleway ExtraBold"/>
                        <a:sym typeface="Raleway ExtraBold"/>
                      </a:endParaRPr>
                    </a:p>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question</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The question that implicitly results from the complication</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Should we enter the European market right now?</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bl>
          </a:graphicData>
        </a:graphic>
      </p:graphicFrame>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2" name="Shape 1912"/>
        <p:cNvGrpSpPr/>
        <p:nvPr/>
      </p:nvGrpSpPr>
      <p:grpSpPr>
        <a:xfrm>
          <a:off x="0" y="0"/>
          <a:ext cx="0" cy="0"/>
          <a:chOff x="0" y="0"/>
          <a:chExt cx="0" cy="0"/>
        </a:xfrm>
      </p:grpSpPr>
      <p:sp>
        <p:nvSpPr>
          <p:cNvPr id="1913" name="Google Shape;1913;p41"/>
          <p:cNvSpPr txBox="1"/>
          <p:nvPr>
            <p:ph type="title"/>
          </p:nvPr>
        </p:nvSpPr>
        <p:spPr>
          <a:xfrm>
            <a:off x="1695150" y="1272600"/>
            <a:ext cx="5753700" cy="259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lt1"/>
                </a:solidFill>
              </a:rPr>
              <a:t>words</a:t>
            </a: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7" name="Shape 1917"/>
        <p:cNvGrpSpPr/>
        <p:nvPr/>
      </p:nvGrpSpPr>
      <p:grpSpPr>
        <a:xfrm>
          <a:off x="0" y="0"/>
          <a:ext cx="0" cy="0"/>
          <a:chOff x="0" y="0"/>
          <a:chExt cx="0" cy="0"/>
        </a:xfrm>
      </p:grpSpPr>
      <p:cxnSp>
        <p:nvCxnSpPr>
          <p:cNvPr id="1918" name="Google Shape;1918;p42"/>
          <p:cNvCxnSpPr>
            <a:stCxn id="1919" idx="1"/>
          </p:cNvCxnSpPr>
          <p:nvPr/>
        </p:nvCxnSpPr>
        <p:spPr>
          <a:xfrm rot="10800000">
            <a:off x="2630425" y="1613650"/>
            <a:ext cx="537000" cy="0"/>
          </a:xfrm>
          <a:prstGeom prst="straightConnector1">
            <a:avLst/>
          </a:prstGeom>
          <a:noFill/>
          <a:ln cap="flat" cmpd="sng" w="9525">
            <a:solidFill>
              <a:schemeClr val="accent1"/>
            </a:solidFill>
            <a:prstDash val="solid"/>
            <a:round/>
            <a:headEnd len="med" w="med" type="none"/>
            <a:tailEnd len="med" w="med" type="none"/>
          </a:ln>
        </p:spPr>
      </p:cxnSp>
      <p:cxnSp>
        <p:nvCxnSpPr>
          <p:cNvPr id="1920" name="Google Shape;1920;p42"/>
          <p:cNvCxnSpPr>
            <a:stCxn id="1921" idx="3"/>
          </p:cNvCxnSpPr>
          <p:nvPr/>
        </p:nvCxnSpPr>
        <p:spPr>
          <a:xfrm>
            <a:off x="1474775" y="3107388"/>
            <a:ext cx="522000" cy="0"/>
          </a:xfrm>
          <a:prstGeom prst="straightConnector1">
            <a:avLst/>
          </a:prstGeom>
          <a:noFill/>
          <a:ln cap="flat" cmpd="sng" w="9525">
            <a:solidFill>
              <a:schemeClr val="accent1"/>
            </a:solidFill>
            <a:prstDash val="solid"/>
            <a:round/>
            <a:headEnd len="med" w="med" type="none"/>
            <a:tailEnd len="med" w="med" type="none"/>
          </a:ln>
        </p:spPr>
      </p:cxnSp>
      <p:sp>
        <p:nvSpPr>
          <p:cNvPr id="1922" name="Google Shape;1922;p42"/>
          <p:cNvSpPr/>
          <p:nvPr/>
        </p:nvSpPr>
        <p:spPr>
          <a:xfrm>
            <a:off x="1473725" y="1518303"/>
            <a:ext cx="1691700" cy="1691700"/>
          </a:xfrm>
          <a:prstGeom prst="donut">
            <a:avLst>
              <a:gd fmla="val 2500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2"/>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Financial model</a:t>
            </a:r>
            <a:endParaRPr/>
          </a:p>
        </p:txBody>
      </p:sp>
      <p:sp>
        <p:nvSpPr>
          <p:cNvPr id="1924" name="Google Shape;1924;p42"/>
          <p:cNvSpPr/>
          <p:nvPr/>
        </p:nvSpPr>
        <p:spPr>
          <a:xfrm>
            <a:off x="884075" y="3723675"/>
            <a:ext cx="201900" cy="2019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2"/>
          <p:cNvSpPr/>
          <p:nvPr/>
        </p:nvSpPr>
        <p:spPr>
          <a:xfrm>
            <a:off x="2506275" y="3723675"/>
            <a:ext cx="201900" cy="2019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2"/>
          <p:cNvSpPr txBox="1"/>
          <p:nvPr/>
        </p:nvSpPr>
        <p:spPr>
          <a:xfrm>
            <a:off x="884075" y="2950338"/>
            <a:ext cx="590700" cy="3141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Raleway"/>
                <a:ea typeface="Raleway"/>
                <a:cs typeface="Raleway"/>
                <a:sym typeface="Raleway"/>
              </a:rPr>
              <a:t>60%</a:t>
            </a:r>
            <a:endParaRPr b="1" sz="1600">
              <a:solidFill>
                <a:schemeClr val="dk1"/>
              </a:solidFill>
              <a:latin typeface="Raleway"/>
              <a:ea typeface="Raleway"/>
              <a:cs typeface="Raleway"/>
              <a:sym typeface="Raleway"/>
            </a:endParaRPr>
          </a:p>
        </p:txBody>
      </p:sp>
      <p:sp>
        <p:nvSpPr>
          <p:cNvPr id="1919" name="Google Shape;1919;p42"/>
          <p:cNvSpPr txBox="1"/>
          <p:nvPr/>
        </p:nvSpPr>
        <p:spPr>
          <a:xfrm>
            <a:off x="3167425" y="1456600"/>
            <a:ext cx="590700" cy="3141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Raleway"/>
                <a:ea typeface="Raleway"/>
                <a:cs typeface="Raleway"/>
                <a:sym typeface="Raleway"/>
              </a:rPr>
              <a:t>40%</a:t>
            </a:r>
            <a:endParaRPr b="1" sz="1600">
              <a:solidFill>
                <a:schemeClr val="dk1"/>
              </a:solidFill>
              <a:latin typeface="Raleway"/>
              <a:ea typeface="Raleway"/>
              <a:cs typeface="Raleway"/>
              <a:sym typeface="Raleway"/>
            </a:endParaRPr>
          </a:p>
        </p:txBody>
      </p:sp>
      <p:sp>
        <p:nvSpPr>
          <p:cNvPr id="1926" name="Google Shape;1926;p42"/>
          <p:cNvSpPr txBox="1"/>
          <p:nvPr/>
        </p:nvSpPr>
        <p:spPr>
          <a:xfrm>
            <a:off x="1089675" y="3655450"/>
            <a:ext cx="14166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aleway"/>
                <a:ea typeface="Raleway"/>
                <a:cs typeface="Raleway"/>
                <a:sym typeface="Raleway"/>
              </a:rPr>
              <a:t>Venus</a:t>
            </a:r>
            <a:endParaRPr b="1" sz="1800">
              <a:solidFill>
                <a:schemeClr val="dk1"/>
              </a:solidFill>
              <a:latin typeface="Raleway"/>
              <a:ea typeface="Raleway"/>
              <a:cs typeface="Raleway"/>
              <a:sym typeface="Raleway"/>
            </a:endParaRPr>
          </a:p>
        </p:txBody>
      </p:sp>
      <p:sp>
        <p:nvSpPr>
          <p:cNvPr id="1927" name="Google Shape;1927;p42"/>
          <p:cNvSpPr txBox="1"/>
          <p:nvPr/>
        </p:nvSpPr>
        <p:spPr>
          <a:xfrm>
            <a:off x="2784401" y="3655450"/>
            <a:ext cx="14166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aleway"/>
                <a:ea typeface="Raleway"/>
                <a:cs typeface="Raleway"/>
                <a:sym typeface="Raleway"/>
              </a:rPr>
              <a:t>Mars</a:t>
            </a:r>
            <a:endParaRPr b="1" sz="1800">
              <a:solidFill>
                <a:schemeClr val="dk1"/>
              </a:solidFill>
              <a:latin typeface="Raleway"/>
              <a:ea typeface="Raleway"/>
              <a:cs typeface="Raleway"/>
              <a:sym typeface="Raleway"/>
            </a:endParaRPr>
          </a:p>
        </p:txBody>
      </p:sp>
      <p:sp>
        <p:nvSpPr>
          <p:cNvPr id="1928" name="Google Shape;1928;p42"/>
          <p:cNvSpPr txBox="1"/>
          <p:nvPr/>
        </p:nvSpPr>
        <p:spPr>
          <a:xfrm>
            <a:off x="1089675" y="3931800"/>
            <a:ext cx="1416600" cy="67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is the second planet from the Sun</a:t>
            </a:r>
            <a:endParaRPr sz="1200">
              <a:solidFill>
                <a:schemeClr val="dk1"/>
              </a:solidFill>
              <a:latin typeface="Open Sans"/>
              <a:ea typeface="Open Sans"/>
              <a:cs typeface="Open Sans"/>
              <a:sym typeface="Open Sans"/>
            </a:endParaRPr>
          </a:p>
        </p:txBody>
      </p:sp>
      <p:sp>
        <p:nvSpPr>
          <p:cNvPr id="1929" name="Google Shape;1929;p42"/>
          <p:cNvSpPr txBox="1"/>
          <p:nvPr/>
        </p:nvSpPr>
        <p:spPr>
          <a:xfrm>
            <a:off x="2784425" y="3931800"/>
            <a:ext cx="1416600" cy="67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Despite being red, Mars is a cold place</a:t>
            </a:r>
            <a:endParaRPr sz="1200">
              <a:solidFill>
                <a:schemeClr val="dk1"/>
              </a:solidFill>
              <a:latin typeface="Open Sans"/>
              <a:ea typeface="Open Sans"/>
              <a:cs typeface="Open Sans"/>
              <a:sym typeface="Open Sans"/>
            </a:endParaRPr>
          </a:p>
        </p:txBody>
      </p:sp>
      <p:sp>
        <p:nvSpPr>
          <p:cNvPr id="1930" name="Google Shape;1930;p42"/>
          <p:cNvSpPr/>
          <p:nvPr/>
        </p:nvSpPr>
        <p:spPr>
          <a:xfrm rot="10800000">
            <a:off x="1474775" y="1519353"/>
            <a:ext cx="1689600" cy="1689600"/>
          </a:xfrm>
          <a:prstGeom prst="blockArc">
            <a:avLst>
              <a:gd fmla="val 5416482" name="adj1"/>
              <a:gd fmla="val 14104638" name="adj2"/>
              <a:gd fmla="val 25043" name="adj3"/>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2"/>
          <p:cNvSpPr txBox="1"/>
          <p:nvPr/>
        </p:nvSpPr>
        <p:spPr>
          <a:xfrm>
            <a:off x="4572000" y="4125250"/>
            <a:ext cx="3852000" cy="4782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000">
                <a:solidFill>
                  <a:schemeClr val="dk1"/>
                </a:solidFill>
                <a:latin typeface="Open Sans"/>
                <a:ea typeface="Open Sans"/>
                <a:cs typeface="Open Sans"/>
                <a:sym typeface="Open Sans"/>
              </a:rPr>
              <a:t>* Follow the link in the graph to modify its data and then paste the new one here. </a:t>
            </a:r>
            <a:r>
              <a:rPr b="1" lang="en" sz="1000" u="sng">
                <a:solidFill>
                  <a:schemeClr val="hlink"/>
                </a:solidFill>
                <a:latin typeface="Open Sans"/>
                <a:ea typeface="Open Sans"/>
                <a:cs typeface="Open Sans"/>
                <a:sym typeface="Open Sans"/>
                <a:hlinkClick r:id="rId3"/>
              </a:rPr>
              <a:t>For more info, click here</a:t>
            </a:r>
            <a:endParaRPr b="1" sz="1000" u="sng">
              <a:solidFill>
                <a:schemeClr val="dk1"/>
              </a:solidFill>
              <a:latin typeface="Open Sans"/>
              <a:ea typeface="Open Sans"/>
              <a:cs typeface="Open Sans"/>
              <a:sym typeface="Open Sans"/>
            </a:endParaRPr>
          </a:p>
        </p:txBody>
      </p:sp>
      <p:sp>
        <p:nvSpPr>
          <p:cNvPr id="1932" name="Google Shape;1932;p42"/>
          <p:cNvSpPr/>
          <p:nvPr/>
        </p:nvSpPr>
        <p:spPr>
          <a:xfrm>
            <a:off x="4798125" y="3723675"/>
            <a:ext cx="201900" cy="2019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2"/>
          <p:cNvSpPr txBox="1"/>
          <p:nvPr/>
        </p:nvSpPr>
        <p:spPr>
          <a:xfrm>
            <a:off x="5003725" y="3655450"/>
            <a:ext cx="15294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aleway"/>
                <a:ea typeface="Raleway"/>
                <a:cs typeface="Raleway"/>
                <a:sym typeface="Raleway"/>
              </a:rPr>
              <a:t>Venus</a:t>
            </a:r>
            <a:endParaRPr b="1" sz="1800">
              <a:solidFill>
                <a:schemeClr val="dk1"/>
              </a:solidFill>
              <a:latin typeface="Raleway"/>
              <a:ea typeface="Raleway"/>
              <a:cs typeface="Raleway"/>
              <a:sym typeface="Raleway"/>
            </a:endParaRPr>
          </a:p>
        </p:txBody>
      </p:sp>
      <p:pic>
        <p:nvPicPr>
          <p:cNvPr id="1934" name="Google Shape;1934;p42" title="Gráfico">
            <a:hlinkClick r:id="rId4"/>
          </p:cNvPr>
          <p:cNvPicPr preferRelativeResize="0"/>
          <p:nvPr/>
        </p:nvPicPr>
        <p:blipFill>
          <a:blip r:embed="rId5">
            <a:alphaModFix/>
          </a:blip>
          <a:stretch>
            <a:fillRect/>
          </a:stretch>
        </p:blipFill>
        <p:spPr>
          <a:xfrm>
            <a:off x="4456694" y="1148450"/>
            <a:ext cx="4019109" cy="24818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8" name="Shape 1938"/>
        <p:cNvGrpSpPr/>
        <p:nvPr/>
      </p:nvGrpSpPr>
      <p:grpSpPr>
        <a:xfrm>
          <a:off x="0" y="0"/>
          <a:ext cx="0" cy="0"/>
          <a:chOff x="0" y="0"/>
          <a:chExt cx="0" cy="0"/>
        </a:xfrm>
      </p:grpSpPr>
      <p:sp>
        <p:nvSpPr>
          <p:cNvPr id="1939" name="Google Shape;1939;p43"/>
          <p:cNvSpPr txBox="1"/>
          <p:nvPr>
            <p:ph idx="15"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Consulting proposal</a:t>
            </a:r>
            <a:endParaRPr/>
          </a:p>
        </p:txBody>
      </p:sp>
      <p:sp>
        <p:nvSpPr>
          <p:cNvPr id="1940" name="Google Shape;1940;p43"/>
          <p:cNvSpPr txBox="1"/>
          <p:nvPr>
            <p:ph type="title"/>
          </p:nvPr>
        </p:nvSpPr>
        <p:spPr>
          <a:xfrm>
            <a:off x="720000" y="1523623"/>
            <a:ext cx="2263200" cy="54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Services</a:t>
            </a:r>
            <a:endParaRPr/>
          </a:p>
        </p:txBody>
      </p:sp>
      <p:sp>
        <p:nvSpPr>
          <p:cNvPr id="1941" name="Google Shape;1941;p43"/>
          <p:cNvSpPr txBox="1"/>
          <p:nvPr>
            <p:ph idx="2" type="title"/>
          </p:nvPr>
        </p:nvSpPr>
        <p:spPr>
          <a:xfrm>
            <a:off x="3440470" y="1523623"/>
            <a:ext cx="2263200" cy="54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Fees</a:t>
            </a:r>
            <a:endParaRPr/>
          </a:p>
        </p:txBody>
      </p:sp>
      <p:sp>
        <p:nvSpPr>
          <p:cNvPr id="1942" name="Google Shape;1942;p43"/>
          <p:cNvSpPr txBox="1"/>
          <p:nvPr>
            <p:ph idx="1" type="subTitle"/>
          </p:nvPr>
        </p:nvSpPr>
        <p:spPr>
          <a:xfrm>
            <a:off x="720000" y="2065848"/>
            <a:ext cx="22632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a:t>
            </a:r>
            <a:endParaRPr/>
          </a:p>
        </p:txBody>
      </p:sp>
      <p:sp>
        <p:nvSpPr>
          <p:cNvPr id="1943" name="Google Shape;1943;p43"/>
          <p:cNvSpPr txBox="1"/>
          <p:nvPr>
            <p:ph idx="8" type="title"/>
          </p:nvPr>
        </p:nvSpPr>
        <p:spPr>
          <a:xfrm>
            <a:off x="6160945" y="1523623"/>
            <a:ext cx="2263200" cy="54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Invoices</a:t>
            </a:r>
            <a:endParaRPr/>
          </a:p>
        </p:txBody>
      </p:sp>
      <p:sp>
        <p:nvSpPr>
          <p:cNvPr id="1944" name="Google Shape;1944;p43"/>
          <p:cNvSpPr txBox="1"/>
          <p:nvPr>
            <p:ph idx="3" type="subTitle"/>
          </p:nvPr>
        </p:nvSpPr>
        <p:spPr>
          <a:xfrm>
            <a:off x="3440461" y="2065848"/>
            <a:ext cx="22632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p:txBody>
      </p:sp>
      <p:sp>
        <p:nvSpPr>
          <p:cNvPr id="1945" name="Google Shape;1945;p43"/>
          <p:cNvSpPr txBox="1"/>
          <p:nvPr>
            <p:ph idx="4" type="title"/>
          </p:nvPr>
        </p:nvSpPr>
        <p:spPr>
          <a:xfrm>
            <a:off x="720000" y="3177511"/>
            <a:ext cx="2263200" cy="54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Expenses</a:t>
            </a:r>
            <a:endParaRPr/>
          </a:p>
        </p:txBody>
      </p:sp>
      <p:sp>
        <p:nvSpPr>
          <p:cNvPr id="1946" name="Google Shape;1946;p43"/>
          <p:cNvSpPr txBox="1"/>
          <p:nvPr>
            <p:ph idx="5" type="title"/>
          </p:nvPr>
        </p:nvSpPr>
        <p:spPr>
          <a:xfrm>
            <a:off x="3440470" y="3177511"/>
            <a:ext cx="2263200" cy="54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Materials</a:t>
            </a:r>
            <a:endParaRPr/>
          </a:p>
        </p:txBody>
      </p:sp>
      <p:sp>
        <p:nvSpPr>
          <p:cNvPr id="1947" name="Google Shape;1947;p43"/>
          <p:cNvSpPr txBox="1"/>
          <p:nvPr>
            <p:ph idx="6" type="subTitle"/>
          </p:nvPr>
        </p:nvSpPr>
        <p:spPr>
          <a:xfrm>
            <a:off x="720000" y="3719611"/>
            <a:ext cx="22632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of them all</a:t>
            </a:r>
            <a:endParaRPr/>
          </a:p>
        </p:txBody>
      </p:sp>
      <p:sp>
        <p:nvSpPr>
          <p:cNvPr id="1948" name="Google Shape;1948;p43"/>
          <p:cNvSpPr txBox="1"/>
          <p:nvPr>
            <p:ph idx="7" type="subTitle"/>
          </p:nvPr>
        </p:nvSpPr>
        <p:spPr>
          <a:xfrm>
            <a:off x="3440461" y="3719611"/>
            <a:ext cx="22632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composed of hydrogen and helium</a:t>
            </a:r>
            <a:endParaRPr/>
          </a:p>
        </p:txBody>
      </p:sp>
      <p:sp>
        <p:nvSpPr>
          <p:cNvPr id="1949" name="Google Shape;1949;p43"/>
          <p:cNvSpPr txBox="1"/>
          <p:nvPr>
            <p:ph idx="9" type="subTitle"/>
          </p:nvPr>
        </p:nvSpPr>
        <p:spPr>
          <a:xfrm>
            <a:off x="6160927" y="2065848"/>
            <a:ext cx="22632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cold place</a:t>
            </a:r>
            <a:endParaRPr/>
          </a:p>
        </p:txBody>
      </p:sp>
      <p:sp>
        <p:nvSpPr>
          <p:cNvPr id="1950" name="Google Shape;1950;p43"/>
          <p:cNvSpPr txBox="1"/>
          <p:nvPr>
            <p:ph idx="13" type="title"/>
          </p:nvPr>
        </p:nvSpPr>
        <p:spPr>
          <a:xfrm>
            <a:off x="6160945" y="3177511"/>
            <a:ext cx="2263200" cy="54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Terms</a:t>
            </a:r>
            <a:endParaRPr/>
          </a:p>
        </p:txBody>
      </p:sp>
      <p:sp>
        <p:nvSpPr>
          <p:cNvPr id="1951" name="Google Shape;1951;p43"/>
          <p:cNvSpPr txBox="1"/>
          <p:nvPr>
            <p:ph idx="14" type="subTitle"/>
          </p:nvPr>
        </p:nvSpPr>
        <p:spPr>
          <a:xfrm>
            <a:off x="6160927" y="3719611"/>
            <a:ext cx="22632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5" name="Shape 1955"/>
        <p:cNvGrpSpPr/>
        <p:nvPr/>
      </p:nvGrpSpPr>
      <p:grpSpPr>
        <a:xfrm>
          <a:off x="0" y="0"/>
          <a:ext cx="0" cy="0"/>
          <a:chOff x="0" y="0"/>
          <a:chExt cx="0" cy="0"/>
        </a:xfrm>
      </p:grpSpPr>
      <p:pic>
        <p:nvPicPr>
          <p:cNvPr id="1956" name="Google Shape;1956;p44"/>
          <p:cNvPicPr preferRelativeResize="0"/>
          <p:nvPr/>
        </p:nvPicPr>
        <p:blipFill>
          <a:blip r:embed="rId3">
            <a:alphaModFix/>
          </a:blip>
          <a:stretch>
            <a:fillRect/>
          </a:stretch>
        </p:blipFill>
        <p:spPr>
          <a:xfrm>
            <a:off x="840789" y="2368300"/>
            <a:ext cx="7462422" cy="4064500"/>
          </a:xfrm>
          <a:prstGeom prst="rect">
            <a:avLst/>
          </a:prstGeom>
          <a:noFill/>
          <a:ln>
            <a:noFill/>
          </a:ln>
        </p:spPr>
      </p:pic>
      <p:sp>
        <p:nvSpPr>
          <p:cNvPr id="1957" name="Google Shape;1957;p44"/>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case</a:t>
            </a:r>
            <a:endParaRPr/>
          </a:p>
        </p:txBody>
      </p:sp>
      <p:sp>
        <p:nvSpPr>
          <p:cNvPr id="1958" name="Google Shape;1958;p44"/>
          <p:cNvSpPr/>
          <p:nvPr/>
        </p:nvSpPr>
        <p:spPr>
          <a:xfrm>
            <a:off x="720000" y="1722033"/>
            <a:ext cx="658500" cy="6585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1</a:t>
            </a:r>
            <a:endParaRPr sz="2000">
              <a:solidFill>
                <a:schemeClr val="dk1"/>
              </a:solidFill>
              <a:latin typeface="Raleway ExtraBold"/>
              <a:ea typeface="Raleway ExtraBold"/>
              <a:cs typeface="Raleway ExtraBold"/>
              <a:sym typeface="Raleway ExtraBold"/>
            </a:endParaRPr>
          </a:p>
        </p:txBody>
      </p:sp>
      <p:sp>
        <p:nvSpPr>
          <p:cNvPr id="1959" name="Google Shape;1959;p44"/>
          <p:cNvSpPr/>
          <p:nvPr/>
        </p:nvSpPr>
        <p:spPr>
          <a:xfrm>
            <a:off x="1378400" y="1722032"/>
            <a:ext cx="2222100" cy="6585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Mercury is the closest planet to the Sun</a:t>
            </a:r>
            <a:endParaRPr sz="1800">
              <a:solidFill>
                <a:schemeClr val="dk1"/>
              </a:solidFill>
              <a:latin typeface="Open Sans"/>
              <a:ea typeface="Open Sans"/>
              <a:cs typeface="Open Sans"/>
              <a:sym typeface="Open Sans"/>
            </a:endParaRPr>
          </a:p>
        </p:txBody>
      </p:sp>
      <p:sp>
        <p:nvSpPr>
          <p:cNvPr id="1960" name="Google Shape;1960;p44"/>
          <p:cNvSpPr/>
          <p:nvPr/>
        </p:nvSpPr>
        <p:spPr>
          <a:xfrm>
            <a:off x="720000" y="2640682"/>
            <a:ext cx="658500" cy="6585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2</a:t>
            </a:r>
            <a:endParaRPr sz="2000">
              <a:solidFill>
                <a:schemeClr val="dk1"/>
              </a:solidFill>
              <a:latin typeface="Raleway ExtraBold"/>
              <a:ea typeface="Raleway ExtraBold"/>
              <a:cs typeface="Raleway ExtraBold"/>
              <a:sym typeface="Raleway ExtraBold"/>
            </a:endParaRPr>
          </a:p>
        </p:txBody>
      </p:sp>
      <p:sp>
        <p:nvSpPr>
          <p:cNvPr id="1961" name="Google Shape;1961;p44"/>
          <p:cNvSpPr/>
          <p:nvPr/>
        </p:nvSpPr>
        <p:spPr>
          <a:xfrm>
            <a:off x="1378400" y="2640681"/>
            <a:ext cx="2222100" cy="6585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Jupiter is the biggest planet of them all</a:t>
            </a:r>
            <a:endParaRPr sz="1800">
              <a:solidFill>
                <a:schemeClr val="dk1"/>
              </a:solidFill>
              <a:latin typeface="Open Sans"/>
              <a:ea typeface="Open Sans"/>
              <a:cs typeface="Open Sans"/>
              <a:sym typeface="Open Sans"/>
            </a:endParaRPr>
          </a:p>
        </p:txBody>
      </p:sp>
      <p:sp>
        <p:nvSpPr>
          <p:cNvPr id="1962" name="Google Shape;1962;p44"/>
          <p:cNvSpPr/>
          <p:nvPr/>
        </p:nvSpPr>
        <p:spPr>
          <a:xfrm>
            <a:off x="720000" y="3559331"/>
            <a:ext cx="658500" cy="6585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3</a:t>
            </a:r>
            <a:endParaRPr sz="2000">
              <a:solidFill>
                <a:schemeClr val="dk1"/>
              </a:solidFill>
              <a:latin typeface="Raleway ExtraBold"/>
              <a:ea typeface="Raleway ExtraBold"/>
              <a:cs typeface="Raleway ExtraBold"/>
              <a:sym typeface="Raleway ExtraBold"/>
            </a:endParaRPr>
          </a:p>
        </p:txBody>
      </p:sp>
      <p:sp>
        <p:nvSpPr>
          <p:cNvPr id="1963" name="Google Shape;1963;p44"/>
          <p:cNvSpPr/>
          <p:nvPr/>
        </p:nvSpPr>
        <p:spPr>
          <a:xfrm>
            <a:off x="1378400" y="3559331"/>
            <a:ext cx="2222100" cy="6585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is the second planet from the Sun</a:t>
            </a:r>
            <a:endParaRPr sz="1800">
              <a:solidFill>
                <a:schemeClr val="dk1"/>
              </a:solidFill>
              <a:latin typeface="Open Sans"/>
              <a:ea typeface="Open Sans"/>
              <a:cs typeface="Open Sans"/>
              <a:sym typeface="Open Sans"/>
            </a:endParaRPr>
          </a:p>
        </p:txBody>
      </p:sp>
      <p:sp>
        <p:nvSpPr>
          <p:cNvPr id="1964" name="Google Shape;1964;p44"/>
          <p:cNvSpPr/>
          <p:nvPr/>
        </p:nvSpPr>
        <p:spPr>
          <a:xfrm>
            <a:off x="5543501" y="1722033"/>
            <a:ext cx="658500" cy="6585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4</a:t>
            </a:r>
            <a:endParaRPr sz="2000">
              <a:solidFill>
                <a:schemeClr val="dk1"/>
              </a:solidFill>
              <a:latin typeface="Raleway ExtraBold"/>
              <a:ea typeface="Raleway ExtraBold"/>
              <a:cs typeface="Raleway ExtraBold"/>
              <a:sym typeface="Raleway ExtraBold"/>
            </a:endParaRPr>
          </a:p>
        </p:txBody>
      </p:sp>
      <p:sp>
        <p:nvSpPr>
          <p:cNvPr id="1965" name="Google Shape;1965;p44"/>
          <p:cNvSpPr/>
          <p:nvPr/>
        </p:nvSpPr>
        <p:spPr>
          <a:xfrm>
            <a:off x="6201900" y="1722032"/>
            <a:ext cx="2222100" cy="6585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Saturn is composed of hydrogen and helium</a:t>
            </a:r>
            <a:endParaRPr sz="1800">
              <a:solidFill>
                <a:schemeClr val="dk1"/>
              </a:solidFill>
              <a:latin typeface="Open Sans"/>
              <a:ea typeface="Open Sans"/>
              <a:cs typeface="Open Sans"/>
              <a:sym typeface="Open Sans"/>
            </a:endParaRPr>
          </a:p>
        </p:txBody>
      </p:sp>
      <p:sp>
        <p:nvSpPr>
          <p:cNvPr id="1966" name="Google Shape;1966;p44"/>
          <p:cNvSpPr/>
          <p:nvPr/>
        </p:nvSpPr>
        <p:spPr>
          <a:xfrm>
            <a:off x="5543501" y="2640682"/>
            <a:ext cx="658500" cy="6585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5</a:t>
            </a:r>
            <a:endParaRPr sz="2000">
              <a:solidFill>
                <a:schemeClr val="dk1"/>
              </a:solidFill>
              <a:latin typeface="Raleway ExtraBold"/>
              <a:ea typeface="Raleway ExtraBold"/>
              <a:cs typeface="Raleway ExtraBold"/>
              <a:sym typeface="Raleway ExtraBold"/>
            </a:endParaRPr>
          </a:p>
        </p:txBody>
      </p:sp>
      <p:sp>
        <p:nvSpPr>
          <p:cNvPr id="1967" name="Google Shape;1967;p44"/>
          <p:cNvSpPr/>
          <p:nvPr/>
        </p:nvSpPr>
        <p:spPr>
          <a:xfrm>
            <a:off x="6201900" y="2640681"/>
            <a:ext cx="2222100" cy="6585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Despite being red, Mars is a very cold planet</a:t>
            </a:r>
            <a:endParaRPr sz="1800">
              <a:solidFill>
                <a:schemeClr val="dk1"/>
              </a:solidFill>
              <a:latin typeface="Open Sans"/>
              <a:ea typeface="Open Sans"/>
              <a:cs typeface="Open Sans"/>
              <a:sym typeface="Open Sans"/>
            </a:endParaRPr>
          </a:p>
        </p:txBody>
      </p:sp>
      <p:sp>
        <p:nvSpPr>
          <p:cNvPr id="1968" name="Google Shape;1968;p44"/>
          <p:cNvSpPr/>
          <p:nvPr/>
        </p:nvSpPr>
        <p:spPr>
          <a:xfrm>
            <a:off x="5543501" y="3559331"/>
            <a:ext cx="658500" cy="6585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6</a:t>
            </a:r>
            <a:endParaRPr sz="2000">
              <a:solidFill>
                <a:schemeClr val="dk1"/>
              </a:solidFill>
              <a:latin typeface="Raleway ExtraBold"/>
              <a:ea typeface="Raleway ExtraBold"/>
              <a:cs typeface="Raleway ExtraBold"/>
              <a:sym typeface="Raleway ExtraBold"/>
            </a:endParaRPr>
          </a:p>
        </p:txBody>
      </p:sp>
      <p:sp>
        <p:nvSpPr>
          <p:cNvPr id="1969" name="Google Shape;1969;p44"/>
          <p:cNvSpPr/>
          <p:nvPr/>
        </p:nvSpPr>
        <p:spPr>
          <a:xfrm>
            <a:off x="6201900" y="3559331"/>
            <a:ext cx="2222100" cy="658500"/>
          </a:xfrm>
          <a:prstGeom prst="rect">
            <a:avLst/>
          </a:prstGeom>
          <a:solidFill>
            <a:schemeClr val="accent3"/>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Neptune is the farthest planet from the Sun</a:t>
            </a:r>
            <a:endParaRPr sz="1800">
              <a:solidFill>
                <a:schemeClr val="dk1"/>
              </a:solidFill>
              <a:latin typeface="Open Sans"/>
              <a:ea typeface="Open Sans"/>
              <a:cs typeface="Open Sans"/>
              <a:sym typeface="Open Sans"/>
            </a:endParaRPr>
          </a:p>
        </p:txBody>
      </p:sp>
      <p:sp>
        <p:nvSpPr>
          <p:cNvPr id="1970" name="Google Shape;1970;p44"/>
          <p:cNvSpPr/>
          <p:nvPr/>
        </p:nvSpPr>
        <p:spPr>
          <a:xfrm>
            <a:off x="3869375" y="2251882"/>
            <a:ext cx="1405200" cy="14052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Raleway ExtraBold"/>
                <a:ea typeface="Raleway ExtraBold"/>
                <a:cs typeface="Raleway ExtraBold"/>
                <a:sym typeface="Raleway ExtraBold"/>
              </a:rPr>
              <a:t>Company </a:t>
            </a:r>
            <a:endParaRPr sz="1800">
              <a:solidFill>
                <a:schemeClr val="dk1"/>
              </a:solidFill>
              <a:latin typeface="Raleway ExtraBold"/>
              <a:ea typeface="Raleway ExtraBold"/>
              <a:cs typeface="Raleway ExtraBold"/>
              <a:sym typeface="Raleway ExtraBold"/>
            </a:endParaRPr>
          </a:p>
          <a:p>
            <a:pPr indent="0" lvl="0" marL="0" rtl="0" algn="ctr">
              <a:spcBef>
                <a:spcPts val="0"/>
              </a:spcBef>
              <a:spcAft>
                <a:spcPts val="0"/>
              </a:spcAft>
              <a:buNone/>
            </a:pPr>
            <a:r>
              <a:rPr lang="en" sz="1800">
                <a:solidFill>
                  <a:schemeClr val="dk1"/>
                </a:solidFill>
                <a:latin typeface="Raleway ExtraBold"/>
                <a:ea typeface="Raleway ExtraBold"/>
                <a:cs typeface="Raleway ExtraBold"/>
                <a:sym typeface="Raleway ExtraBold"/>
              </a:rPr>
              <a:t>logo here</a:t>
            </a:r>
            <a:endParaRPr sz="1800">
              <a:solidFill>
                <a:schemeClr val="dk1"/>
              </a:solidFill>
              <a:latin typeface="Raleway ExtraBold"/>
              <a:ea typeface="Raleway ExtraBold"/>
              <a:cs typeface="Raleway ExtraBold"/>
              <a:sym typeface="Raleway ExtraBold"/>
            </a:endParaRPr>
          </a:p>
        </p:txBody>
      </p:sp>
      <p:sp>
        <p:nvSpPr>
          <p:cNvPr id="1971" name="Google Shape;1971;p44"/>
          <p:cNvSpPr/>
          <p:nvPr/>
        </p:nvSpPr>
        <p:spPr>
          <a:xfrm>
            <a:off x="3869375" y="1722032"/>
            <a:ext cx="1405200" cy="36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ExtraBold"/>
                <a:ea typeface="Raleway ExtraBold"/>
                <a:cs typeface="Raleway ExtraBold"/>
                <a:sym typeface="Raleway ExtraBold"/>
              </a:rPr>
              <a:t>Business name</a:t>
            </a:r>
            <a:endParaRPr sz="1200">
              <a:solidFill>
                <a:schemeClr val="dk1"/>
              </a:solidFill>
              <a:latin typeface="Raleway ExtraBold"/>
              <a:ea typeface="Raleway ExtraBold"/>
              <a:cs typeface="Raleway ExtraBold"/>
              <a:sym typeface="Raleway ExtraBold"/>
            </a:endParaRPr>
          </a:p>
        </p:txBody>
      </p:sp>
      <p:sp>
        <p:nvSpPr>
          <p:cNvPr id="1972" name="Google Shape;1972;p44"/>
          <p:cNvSpPr/>
          <p:nvPr/>
        </p:nvSpPr>
        <p:spPr>
          <a:xfrm>
            <a:off x="3869400" y="3855732"/>
            <a:ext cx="1405200" cy="362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ExtraBold"/>
                <a:ea typeface="Raleway ExtraBold"/>
                <a:cs typeface="Raleway ExtraBold"/>
                <a:sym typeface="Raleway ExtraBold"/>
              </a:rPr>
              <a:t>XX/XX/XX</a:t>
            </a:r>
            <a:endParaRPr sz="1200">
              <a:solidFill>
                <a:schemeClr val="dk1"/>
              </a:solidFill>
              <a:latin typeface="Raleway ExtraBold"/>
              <a:ea typeface="Raleway ExtraBold"/>
              <a:cs typeface="Raleway ExtraBold"/>
              <a:sym typeface="Raleway ExtraBold"/>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6" name="Shape 1976"/>
        <p:cNvGrpSpPr/>
        <p:nvPr/>
      </p:nvGrpSpPr>
      <p:grpSpPr>
        <a:xfrm>
          <a:off x="0" y="0"/>
          <a:ext cx="0" cy="0"/>
          <a:chOff x="0" y="0"/>
          <a:chExt cx="0" cy="0"/>
        </a:xfrm>
      </p:grpSpPr>
      <p:graphicFrame>
        <p:nvGraphicFramePr>
          <p:cNvPr id="1977" name="Google Shape;1977;p45"/>
          <p:cNvGraphicFramePr/>
          <p:nvPr/>
        </p:nvGraphicFramePr>
        <p:xfrm>
          <a:off x="720038" y="1442065"/>
          <a:ext cx="3000000" cy="3000000"/>
        </p:xfrm>
        <a:graphic>
          <a:graphicData uri="http://schemas.openxmlformats.org/drawingml/2006/table">
            <a:tbl>
              <a:tblPr>
                <a:noFill/>
                <a:tableStyleId>{EAB38579-5C16-46E5-B918-2E0D46153EEB}</a:tableStyleId>
              </a:tblPr>
              <a:tblGrid>
                <a:gridCol w="1765725"/>
                <a:gridCol w="1088250"/>
                <a:gridCol w="687050"/>
                <a:gridCol w="687050"/>
                <a:gridCol w="687050"/>
                <a:gridCol w="2788800"/>
              </a:tblGrid>
              <a:tr h="454725">
                <a:tc gridSpan="6">
                  <a:txBody>
                    <a:bodyPr/>
                    <a:lstStyle/>
                    <a:p>
                      <a:pPr indent="0" lvl="0" marL="0" rtl="0" algn="ctr">
                        <a:spcBef>
                          <a:spcPts val="0"/>
                        </a:spcBef>
                        <a:spcAft>
                          <a:spcPts val="0"/>
                        </a:spcAft>
                        <a:buNone/>
                      </a:pPr>
                      <a:r>
                        <a:rPr lang="en" sz="1800">
                          <a:solidFill>
                            <a:schemeClr val="dk1"/>
                          </a:solidFill>
                          <a:latin typeface="Raleway ExtraBold"/>
                          <a:ea typeface="Raleway ExtraBold"/>
                          <a:cs typeface="Raleway ExtraBold"/>
                          <a:sym typeface="Raleway ExtraBold"/>
                        </a:rPr>
                        <a:t>Manage progress</a:t>
                      </a:r>
                      <a:endParaRPr sz="1800">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hMerge="1"/>
                <a:tc hMerge="1"/>
                <a:tc hMerge="1"/>
                <a:tc hMerge="1"/>
                <a:tc hMerge="1"/>
              </a:tr>
              <a:tr h="424400">
                <a:tc gridSpan="2" rowSpan="2">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Progress</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rowSpan="2" hMerge="1"/>
                <a:tc gridSpan="3">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Status</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hMerge="1"/>
                <a:tc hMerge="1"/>
                <a:tc rowSpan="2">
                  <a:txBody>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Link</a:t>
                      </a:r>
                      <a:endParaRPr>
                        <a:solidFill>
                          <a:schemeClr val="dk1"/>
                        </a:solidFill>
                        <a:latin typeface="Raleway ExtraBold"/>
                        <a:ea typeface="Raleway ExtraBold"/>
                        <a:cs typeface="Raleway ExtraBold"/>
                        <a:sym typeface="Raleway ExtraBold"/>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272825">
                <a:tc gridSpan="2" vMerge="1"/>
                <a:tc hMerge="1" vMerge="1"/>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Raleway ExtraBold"/>
                          <a:ea typeface="Raleway ExtraBold"/>
                          <a:cs typeface="Raleway ExtraBold"/>
                          <a:sym typeface="Raleway ExtraBold"/>
                        </a:rPr>
                        <a:t>To do</a:t>
                      </a:r>
                      <a:endParaRPr sz="1200">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ExtraBold"/>
                          <a:ea typeface="Raleway ExtraBold"/>
                          <a:cs typeface="Raleway ExtraBold"/>
                          <a:sym typeface="Raleway ExtraBold"/>
                        </a:rPr>
                        <a:t>In prog</a:t>
                      </a:r>
                      <a:endParaRPr sz="1200">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ExtraBold"/>
                          <a:ea typeface="Raleway ExtraBold"/>
                          <a:cs typeface="Raleway ExtraBold"/>
                          <a:sym typeface="Raleway ExtraBold"/>
                        </a:rPr>
                        <a:t>Done</a:t>
                      </a:r>
                      <a:endParaRPr sz="1200">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vMerge="1"/>
              </a:tr>
              <a:tr h="335750">
                <a:tc>
                  <a:txBody>
                    <a:bodyPr/>
                    <a:lstStyle/>
                    <a:p>
                      <a:pPr indent="0" lvl="0" marL="0" rtl="0" algn="l">
                        <a:spcBef>
                          <a:spcPts val="0"/>
                        </a:spcBef>
                        <a:spcAft>
                          <a:spcPts val="0"/>
                        </a:spcAft>
                        <a:buNone/>
                      </a:pPr>
                      <a:r>
                        <a:rPr lang="en">
                          <a:solidFill>
                            <a:schemeClr val="dk1"/>
                          </a:solidFill>
                          <a:latin typeface="Raleway ExtraBold"/>
                          <a:ea typeface="Raleway ExtraBold"/>
                          <a:cs typeface="Raleway ExtraBold"/>
                          <a:sym typeface="Raleway ExtraBold"/>
                        </a:rPr>
                        <a:t>Venus</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0%</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www.yourlinkhere.com</a:t>
                      </a:r>
                      <a:endParaRPr>
                        <a:solidFill>
                          <a:schemeClr val="dk1"/>
                        </a:solidFill>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35750">
                <a:tc>
                  <a:txBody>
                    <a:bodyPr/>
                    <a:lstStyle/>
                    <a:p>
                      <a:pPr indent="0" lvl="0" marL="0" rtl="0" algn="l">
                        <a:spcBef>
                          <a:spcPts val="0"/>
                        </a:spcBef>
                        <a:spcAft>
                          <a:spcPts val="0"/>
                        </a:spcAft>
                        <a:buNone/>
                      </a:pPr>
                      <a:r>
                        <a:rPr lang="en">
                          <a:solidFill>
                            <a:schemeClr val="dk1"/>
                          </a:solidFill>
                          <a:latin typeface="Raleway ExtraBold"/>
                          <a:ea typeface="Raleway ExtraBold"/>
                          <a:cs typeface="Raleway ExtraBold"/>
                          <a:sym typeface="Raleway ExtraBold"/>
                        </a:rPr>
                        <a:t>Mars</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35%</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www.yourlinkhere.com</a:t>
                      </a:r>
                      <a:endParaRPr>
                        <a:solidFill>
                          <a:schemeClr val="dk1"/>
                        </a:solidFill>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35750">
                <a:tc>
                  <a:txBody>
                    <a:bodyPr/>
                    <a:lstStyle/>
                    <a:p>
                      <a:pPr indent="0" lvl="0" marL="0" rtl="0" algn="l">
                        <a:spcBef>
                          <a:spcPts val="0"/>
                        </a:spcBef>
                        <a:spcAft>
                          <a:spcPts val="0"/>
                        </a:spcAft>
                        <a:buNone/>
                      </a:pPr>
                      <a:r>
                        <a:rPr lang="en">
                          <a:solidFill>
                            <a:schemeClr val="dk1"/>
                          </a:solidFill>
                          <a:latin typeface="Raleway ExtraBold"/>
                          <a:ea typeface="Raleway ExtraBold"/>
                          <a:cs typeface="Raleway ExtraBold"/>
                          <a:sym typeface="Raleway ExtraBold"/>
                        </a:rPr>
                        <a:t>Neptune</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0%</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a:solidFill>
                          <a:schemeClr val="dk1"/>
                        </a:solidFill>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35750">
                <a:tc>
                  <a:txBody>
                    <a:bodyPr/>
                    <a:lstStyle/>
                    <a:p>
                      <a:pPr indent="0" lvl="0" marL="0" rtl="0" algn="l">
                        <a:spcBef>
                          <a:spcPts val="0"/>
                        </a:spcBef>
                        <a:spcAft>
                          <a:spcPts val="0"/>
                        </a:spcAft>
                        <a:buNone/>
                      </a:pPr>
                      <a:r>
                        <a:rPr lang="en">
                          <a:solidFill>
                            <a:schemeClr val="dk1"/>
                          </a:solidFill>
                          <a:latin typeface="Raleway ExtraBold"/>
                          <a:ea typeface="Raleway ExtraBold"/>
                          <a:cs typeface="Raleway ExtraBold"/>
                          <a:sym typeface="Raleway ExtraBold"/>
                        </a:rPr>
                        <a:t>Jupiter</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50%</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a:solidFill>
                          <a:schemeClr val="dk1"/>
                        </a:solidFill>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35750">
                <a:tc>
                  <a:txBody>
                    <a:bodyPr/>
                    <a:lstStyle/>
                    <a:p>
                      <a:pPr indent="0" lvl="0" marL="0" rtl="0" algn="l">
                        <a:spcBef>
                          <a:spcPts val="0"/>
                        </a:spcBef>
                        <a:spcAft>
                          <a:spcPts val="0"/>
                        </a:spcAft>
                        <a:buNone/>
                      </a:pPr>
                      <a:r>
                        <a:rPr lang="en">
                          <a:solidFill>
                            <a:schemeClr val="dk1"/>
                          </a:solidFill>
                          <a:latin typeface="Raleway ExtraBold"/>
                          <a:ea typeface="Raleway ExtraBold"/>
                          <a:cs typeface="Raleway ExtraBold"/>
                          <a:sym typeface="Raleway ExtraBold"/>
                        </a:rPr>
                        <a:t>Earth</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100%</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a:solidFill>
                          <a:schemeClr val="dk1"/>
                        </a:solidFill>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r h="335750">
                <a:tc>
                  <a:txBody>
                    <a:bodyPr/>
                    <a:lstStyle/>
                    <a:p>
                      <a:pPr indent="0" lvl="0" marL="0" rtl="0" algn="l">
                        <a:spcBef>
                          <a:spcPts val="0"/>
                        </a:spcBef>
                        <a:spcAft>
                          <a:spcPts val="0"/>
                        </a:spcAft>
                        <a:buNone/>
                      </a:pPr>
                      <a:r>
                        <a:rPr lang="en">
                          <a:solidFill>
                            <a:schemeClr val="dk1"/>
                          </a:solidFill>
                          <a:latin typeface="Raleway ExtraBold"/>
                          <a:ea typeface="Raleway ExtraBold"/>
                          <a:cs typeface="Raleway ExtraBold"/>
                          <a:sym typeface="Raleway ExtraBold"/>
                        </a:rPr>
                        <a:t>Ceres</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Raleway ExtraBold"/>
                          <a:ea typeface="Raleway ExtraBold"/>
                          <a:cs typeface="Raleway ExtraBold"/>
                          <a:sym typeface="Raleway ExtraBold"/>
                        </a:rPr>
                        <a:t>90%</a:t>
                      </a:r>
                      <a:endParaRPr>
                        <a:solidFill>
                          <a:schemeClr val="dk1"/>
                        </a:solidFill>
                        <a:latin typeface="Raleway ExtraBold"/>
                        <a:ea typeface="Raleway ExtraBold"/>
                        <a:cs typeface="Raleway ExtraBold"/>
                        <a:sym typeface="Raleway ExtraBold"/>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Open Sans"/>
                        <a:ea typeface="Open Sans"/>
                        <a:cs typeface="Open Sans"/>
                        <a:sym typeface="Open Sans"/>
                      </a:endParaRPr>
                    </a:p>
                  </a:txBody>
                  <a:tcPr marT="45700" marB="45700" marR="45700" marL="4570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a:solidFill>
                          <a:schemeClr val="dk1"/>
                        </a:solidFill>
                      </a:endParaRPr>
                    </a:p>
                  </a:txBody>
                  <a:tcPr marT="45700" marB="45700" marR="45700" marL="57150"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6"/>
                    </a:solidFill>
                  </a:tcPr>
                </a:tc>
              </a:tr>
            </a:tbl>
          </a:graphicData>
        </a:graphic>
      </p:graphicFrame>
      <p:sp>
        <p:nvSpPr>
          <p:cNvPr id="1978" name="Google Shape;1978;p45"/>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 track &amp; manage progress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2" name="Shape 1982"/>
        <p:cNvGrpSpPr/>
        <p:nvPr/>
      </p:nvGrpSpPr>
      <p:grpSpPr>
        <a:xfrm>
          <a:off x="0" y="0"/>
          <a:ext cx="0" cy="0"/>
          <a:chOff x="0" y="0"/>
          <a:chExt cx="0" cy="0"/>
        </a:xfrm>
      </p:grpSpPr>
      <p:sp>
        <p:nvSpPr>
          <p:cNvPr id="1983" name="Google Shape;1983;p46"/>
          <p:cNvSpPr txBox="1"/>
          <p:nvPr>
            <p:ph type="title"/>
          </p:nvPr>
        </p:nvSpPr>
        <p:spPr>
          <a:xfrm>
            <a:off x="1766700" y="1439825"/>
            <a:ext cx="5610600" cy="137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$489,300</a:t>
            </a:r>
            <a:endParaRPr/>
          </a:p>
        </p:txBody>
      </p:sp>
      <p:sp>
        <p:nvSpPr>
          <p:cNvPr id="1984" name="Google Shape;1984;p46"/>
          <p:cNvSpPr txBox="1"/>
          <p:nvPr>
            <p:ph idx="1" type="subTitle"/>
          </p:nvPr>
        </p:nvSpPr>
        <p:spPr>
          <a:xfrm>
            <a:off x="1766700" y="2911374"/>
            <a:ext cx="5610600" cy="487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8" name="Shape 1988"/>
        <p:cNvGrpSpPr/>
        <p:nvPr/>
      </p:nvGrpSpPr>
      <p:grpSpPr>
        <a:xfrm>
          <a:off x="0" y="0"/>
          <a:ext cx="0" cy="0"/>
          <a:chOff x="0" y="0"/>
          <a:chExt cx="0" cy="0"/>
        </a:xfrm>
      </p:grpSpPr>
      <p:sp>
        <p:nvSpPr>
          <p:cNvPr id="1989" name="Google Shape;1989;p47"/>
          <p:cNvSpPr txBox="1"/>
          <p:nvPr>
            <p:ph type="title"/>
          </p:nvPr>
        </p:nvSpPr>
        <p:spPr>
          <a:xfrm>
            <a:off x="1033525" y="689124"/>
            <a:ext cx="3376200" cy="8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1990" name="Google Shape;1990;p47"/>
          <p:cNvSpPr txBox="1"/>
          <p:nvPr>
            <p:ph idx="1" type="subTitle"/>
          </p:nvPr>
        </p:nvSpPr>
        <p:spPr>
          <a:xfrm>
            <a:off x="1033525" y="1602909"/>
            <a:ext cx="33762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 is actually a cold place</a:t>
            </a:r>
            <a:endParaRPr/>
          </a:p>
        </p:txBody>
      </p:sp>
      <p:sp>
        <p:nvSpPr>
          <p:cNvPr id="1991" name="Google Shape;1991;p47"/>
          <p:cNvSpPr txBox="1"/>
          <p:nvPr>
            <p:ph idx="2" type="title"/>
          </p:nvPr>
        </p:nvSpPr>
        <p:spPr>
          <a:xfrm>
            <a:off x="4734275" y="689124"/>
            <a:ext cx="3376200" cy="8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a:t>
            </a:r>
            <a:endParaRPr/>
          </a:p>
        </p:txBody>
      </p:sp>
      <p:sp>
        <p:nvSpPr>
          <p:cNvPr id="1992" name="Google Shape;1992;p47"/>
          <p:cNvSpPr txBox="1"/>
          <p:nvPr>
            <p:ph idx="3" type="subTitle"/>
          </p:nvPr>
        </p:nvSpPr>
        <p:spPr>
          <a:xfrm>
            <a:off x="4734275" y="1602909"/>
            <a:ext cx="33762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a beautiful name</a:t>
            </a:r>
            <a:endParaRPr/>
          </a:p>
        </p:txBody>
      </p:sp>
      <p:sp>
        <p:nvSpPr>
          <p:cNvPr id="1993" name="Google Shape;1993;p47"/>
          <p:cNvSpPr txBox="1"/>
          <p:nvPr>
            <p:ph idx="4" type="title"/>
          </p:nvPr>
        </p:nvSpPr>
        <p:spPr>
          <a:xfrm>
            <a:off x="4734275" y="3041099"/>
            <a:ext cx="3376200" cy="8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$45,000</a:t>
            </a:r>
            <a:endParaRPr/>
          </a:p>
        </p:txBody>
      </p:sp>
      <p:sp>
        <p:nvSpPr>
          <p:cNvPr id="1994" name="Google Shape;1994;p47"/>
          <p:cNvSpPr txBox="1"/>
          <p:nvPr>
            <p:ph idx="5" type="subTitle"/>
          </p:nvPr>
        </p:nvSpPr>
        <p:spPr>
          <a:xfrm>
            <a:off x="4734275" y="3954884"/>
            <a:ext cx="33762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has several rings</a:t>
            </a:r>
            <a:endParaRPr/>
          </a:p>
        </p:txBody>
      </p:sp>
      <p:sp>
        <p:nvSpPr>
          <p:cNvPr id="1995" name="Google Shape;1995;p47"/>
          <p:cNvSpPr txBox="1"/>
          <p:nvPr>
            <p:ph idx="6" type="title"/>
          </p:nvPr>
        </p:nvSpPr>
        <p:spPr>
          <a:xfrm>
            <a:off x="1033525" y="3041099"/>
            <a:ext cx="3376200" cy="82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$10,000</a:t>
            </a:r>
            <a:endParaRPr/>
          </a:p>
        </p:txBody>
      </p:sp>
      <p:sp>
        <p:nvSpPr>
          <p:cNvPr id="1996" name="Google Shape;1996;p47"/>
          <p:cNvSpPr txBox="1"/>
          <p:nvPr>
            <p:ph idx="7" type="subTitle"/>
          </p:nvPr>
        </p:nvSpPr>
        <p:spPr>
          <a:xfrm>
            <a:off x="1033525" y="3954884"/>
            <a:ext cx="33762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smallest planet</a:t>
            </a:r>
            <a:endParaRPr/>
          </a:p>
        </p:txBody>
      </p:sp>
      <p:grpSp>
        <p:nvGrpSpPr>
          <p:cNvPr id="1997" name="Google Shape;1997;p47"/>
          <p:cNvGrpSpPr/>
          <p:nvPr/>
        </p:nvGrpSpPr>
        <p:grpSpPr>
          <a:xfrm>
            <a:off x="4238250" y="2138825"/>
            <a:ext cx="667500" cy="667500"/>
            <a:chOff x="4238250" y="2154932"/>
            <a:chExt cx="667500" cy="667500"/>
          </a:xfrm>
        </p:grpSpPr>
        <p:sp>
          <p:nvSpPr>
            <p:cNvPr id="1998" name="Google Shape;1998;p47"/>
            <p:cNvSpPr/>
            <p:nvPr/>
          </p:nvSpPr>
          <p:spPr>
            <a:xfrm>
              <a:off x="4238250" y="2154932"/>
              <a:ext cx="667500" cy="66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999" name="Google Shape;1999;p47"/>
            <p:cNvGrpSpPr/>
            <p:nvPr/>
          </p:nvGrpSpPr>
          <p:grpSpPr>
            <a:xfrm>
              <a:off x="4360545" y="2277021"/>
              <a:ext cx="422921" cy="423316"/>
              <a:chOff x="2736360" y="1134720"/>
              <a:chExt cx="385560" cy="385920"/>
            </a:xfrm>
          </p:grpSpPr>
          <p:sp>
            <p:nvSpPr>
              <p:cNvPr id="2000" name="Google Shape;2000;p47"/>
              <p:cNvSpPr/>
              <p:nvPr/>
            </p:nvSpPr>
            <p:spPr>
              <a:xfrm>
                <a:off x="3027240" y="1425240"/>
                <a:ext cx="10800" cy="30960"/>
              </a:xfrm>
              <a:custGeom>
                <a:rect b="b" l="l" r="r" t="t"/>
                <a:pathLst>
                  <a:path extrusionOk="0" h="86" w="30">
                    <a:moveTo>
                      <a:pt x="1" y="0"/>
                    </a:moveTo>
                    <a:cubicBezTo>
                      <a:pt x="0" y="0"/>
                      <a:pt x="0" y="0"/>
                      <a:pt x="0" y="0"/>
                    </a:cubicBezTo>
                    <a:lnTo>
                      <a:pt x="0" y="86"/>
                    </a:lnTo>
                    <a:cubicBezTo>
                      <a:pt x="17" y="79"/>
                      <a:pt x="27" y="63"/>
                      <a:pt x="29" y="48"/>
                    </a:cubicBezTo>
                    <a:cubicBezTo>
                      <a:pt x="31" y="39"/>
                      <a:pt x="33" y="12"/>
                      <a:pt x="1"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1" name="Google Shape;2001;p47"/>
              <p:cNvSpPr/>
              <p:nvPr/>
            </p:nvSpPr>
            <p:spPr>
              <a:xfrm>
                <a:off x="3005280" y="1380600"/>
                <a:ext cx="6840" cy="21960"/>
              </a:xfrm>
              <a:custGeom>
                <a:rect b="b" l="l" r="r" t="t"/>
                <a:pathLst>
                  <a:path extrusionOk="0" h="61" w="19">
                    <a:moveTo>
                      <a:pt x="1" y="26"/>
                    </a:moveTo>
                    <a:cubicBezTo>
                      <a:pt x="-1" y="37"/>
                      <a:pt x="2" y="48"/>
                      <a:pt x="8" y="53"/>
                    </a:cubicBezTo>
                    <a:cubicBezTo>
                      <a:pt x="11" y="56"/>
                      <a:pt x="15" y="58"/>
                      <a:pt x="19" y="61"/>
                    </a:cubicBezTo>
                    <a:lnTo>
                      <a:pt x="19" y="0"/>
                    </a:lnTo>
                    <a:cubicBezTo>
                      <a:pt x="8" y="6"/>
                      <a:pt x="3" y="17"/>
                      <a:pt x="1"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2" name="Google Shape;2002;p47"/>
              <p:cNvSpPr/>
              <p:nvPr/>
            </p:nvSpPr>
            <p:spPr>
              <a:xfrm>
                <a:off x="2918880" y="1316880"/>
                <a:ext cx="203040" cy="203760"/>
              </a:xfrm>
              <a:custGeom>
                <a:rect b="b" l="l" r="r" t="t"/>
                <a:pathLst>
                  <a:path extrusionOk="0" h="566" w="564">
                    <a:moveTo>
                      <a:pt x="372" y="356"/>
                    </a:moveTo>
                    <a:cubicBezTo>
                      <a:pt x="366" y="389"/>
                      <a:pt x="341" y="422"/>
                      <a:pt x="301" y="431"/>
                    </a:cubicBezTo>
                    <a:lnTo>
                      <a:pt x="301" y="451"/>
                    </a:lnTo>
                    <a:cubicBezTo>
                      <a:pt x="301" y="462"/>
                      <a:pt x="291" y="472"/>
                      <a:pt x="280" y="472"/>
                    </a:cubicBezTo>
                    <a:cubicBezTo>
                      <a:pt x="268" y="472"/>
                      <a:pt x="259" y="462"/>
                      <a:pt x="259" y="451"/>
                    </a:cubicBezTo>
                    <a:lnTo>
                      <a:pt x="259" y="433"/>
                    </a:lnTo>
                    <a:cubicBezTo>
                      <a:pt x="240" y="432"/>
                      <a:pt x="224" y="427"/>
                      <a:pt x="201" y="412"/>
                    </a:cubicBezTo>
                    <a:cubicBezTo>
                      <a:pt x="191" y="405"/>
                      <a:pt x="188" y="392"/>
                      <a:pt x="194" y="383"/>
                    </a:cubicBezTo>
                    <a:cubicBezTo>
                      <a:pt x="201" y="373"/>
                      <a:pt x="214" y="370"/>
                      <a:pt x="223" y="377"/>
                    </a:cubicBezTo>
                    <a:cubicBezTo>
                      <a:pt x="238" y="386"/>
                      <a:pt x="246" y="390"/>
                      <a:pt x="259" y="391"/>
                    </a:cubicBezTo>
                    <a:lnTo>
                      <a:pt x="259" y="285"/>
                    </a:lnTo>
                    <a:cubicBezTo>
                      <a:pt x="244" y="277"/>
                      <a:pt x="232" y="271"/>
                      <a:pt x="223" y="263"/>
                    </a:cubicBezTo>
                    <a:cubicBezTo>
                      <a:pt x="204" y="248"/>
                      <a:pt x="195" y="222"/>
                      <a:pt x="200" y="195"/>
                    </a:cubicBezTo>
                    <a:cubicBezTo>
                      <a:pt x="206" y="166"/>
                      <a:pt x="226" y="143"/>
                      <a:pt x="252" y="135"/>
                    </a:cubicBezTo>
                    <a:cubicBezTo>
                      <a:pt x="255" y="134"/>
                      <a:pt x="257" y="133"/>
                      <a:pt x="259" y="133"/>
                    </a:cubicBezTo>
                    <a:lnTo>
                      <a:pt x="259" y="116"/>
                    </a:lnTo>
                    <a:cubicBezTo>
                      <a:pt x="259" y="104"/>
                      <a:pt x="268" y="95"/>
                      <a:pt x="280" y="95"/>
                    </a:cubicBezTo>
                    <a:cubicBezTo>
                      <a:pt x="291" y="95"/>
                      <a:pt x="301" y="104"/>
                      <a:pt x="301" y="116"/>
                    </a:cubicBezTo>
                    <a:lnTo>
                      <a:pt x="301" y="130"/>
                    </a:lnTo>
                    <a:cubicBezTo>
                      <a:pt x="325" y="134"/>
                      <a:pt x="341" y="145"/>
                      <a:pt x="349" y="154"/>
                    </a:cubicBezTo>
                    <a:cubicBezTo>
                      <a:pt x="357" y="163"/>
                      <a:pt x="356" y="176"/>
                      <a:pt x="347" y="184"/>
                    </a:cubicBezTo>
                    <a:cubicBezTo>
                      <a:pt x="338" y="192"/>
                      <a:pt x="325" y="191"/>
                      <a:pt x="318" y="182"/>
                    </a:cubicBezTo>
                    <a:cubicBezTo>
                      <a:pt x="317" y="182"/>
                      <a:pt x="312" y="176"/>
                      <a:pt x="301" y="173"/>
                    </a:cubicBezTo>
                    <a:lnTo>
                      <a:pt x="301" y="257"/>
                    </a:lnTo>
                    <a:cubicBezTo>
                      <a:pt x="306" y="258"/>
                      <a:pt x="311" y="260"/>
                      <a:pt x="315" y="262"/>
                    </a:cubicBezTo>
                    <a:cubicBezTo>
                      <a:pt x="357" y="276"/>
                      <a:pt x="379" y="313"/>
                      <a:pt x="372" y="356"/>
                    </a:cubicBezTo>
                    <a:moveTo>
                      <a:pt x="282" y="0"/>
                    </a:moveTo>
                    <a:cubicBezTo>
                      <a:pt x="127" y="0"/>
                      <a:pt x="0" y="127"/>
                      <a:pt x="0" y="283"/>
                    </a:cubicBezTo>
                    <a:cubicBezTo>
                      <a:pt x="0" y="439"/>
                      <a:pt x="127" y="566"/>
                      <a:pt x="282" y="566"/>
                    </a:cubicBezTo>
                    <a:cubicBezTo>
                      <a:pt x="437" y="566"/>
                      <a:pt x="564" y="439"/>
                      <a:pt x="564" y="283"/>
                    </a:cubicBezTo>
                    <a:cubicBezTo>
                      <a:pt x="564" y="127"/>
                      <a:pt x="437" y="0"/>
                      <a:pt x="28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3" name="Google Shape;2003;p47"/>
              <p:cNvSpPr/>
              <p:nvPr/>
            </p:nvSpPr>
            <p:spPr>
              <a:xfrm>
                <a:off x="2979000" y="1194840"/>
                <a:ext cx="120600" cy="97920"/>
              </a:xfrm>
              <a:custGeom>
                <a:rect b="b" l="l" r="r" t="t"/>
                <a:pathLst>
                  <a:path extrusionOk="0" h="272" w="335">
                    <a:moveTo>
                      <a:pt x="32" y="63"/>
                    </a:moveTo>
                    <a:lnTo>
                      <a:pt x="177" y="63"/>
                    </a:lnTo>
                    <a:cubicBezTo>
                      <a:pt x="195" y="63"/>
                      <a:pt x="209" y="77"/>
                      <a:pt x="209" y="94"/>
                    </a:cubicBezTo>
                    <a:lnTo>
                      <a:pt x="209" y="165"/>
                    </a:lnTo>
                    <a:lnTo>
                      <a:pt x="200" y="156"/>
                    </a:lnTo>
                    <a:cubicBezTo>
                      <a:pt x="187" y="144"/>
                      <a:pt x="167" y="144"/>
                      <a:pt x="155" y="156"/>
                    </a:cubicBezTo>
                    <a:cubicBezTo>
                      <a:pt x="143" y="168"/>
                      <a:pt x="143" y="188"/>
                      <a:pt x="155" y="200"/>
                    </a:cubicBezTo>
                    <a:lnTo>
                      <a:pt x="218" y="263"/>
                    </a:lnTo>
                    <a:cubicBezTo>
                      <a:pt x="230" y="275"/>
                      <a:pt x="250" y="275"/>
                      <a:pt x="262" y="263"/>
                    </a:cubicBezTo>
                    <a:lnTo>
                      <a:pt x="325" y="200"/>
                    </a:lnTo>
                    <a:cubicBezTo>
                      <a:pt x="338" y="188"/>
                      <a:pt x="338" y="168"/>
                      <a:pt x="325" y="156"/>
                    </a:cubicBezTo>
                    <a:cubicBezTo>
                      <a:pt x="313" y="144"/>
                      <a:pt x="293" y="144"/>
                      <a:pt x="281" y="156"/>
                    </a:cubicBezTo>
                    <a:lnTo>
                      <a:pt x="272" y="165"/>
                    </a:lnTo>
                    <a:lnTo>
                      <a:pt x="272" y="94"/>
                    </a:lnTo>
                    <a:cubicBezTo>
                      <a:pt x="272" y="42"/>
                      <a:pt x="229" y="0"/>
                      <a:pt x="177" y="0"/>
                    </a:cubicBezTo>
                    <a:lnTo>
                      <a:pt x="32" y="0"/>
                    </a:lnTo>
                    <a:cubicBezTo>
                      <a:pt x="14" y="0"/>
                      <a:pt x="0" y="14"/>
                      <a:pt x="0" y="31"/>
                    </a:cubicBezTo>
                    <a:cubicBezTo>
                      <a:pt x="0" y="49"/>
                      <a:pt x="14" y="63"/>
                      <a:pt x="32" y="6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4" name="Google Shape;2004;p47"/>
              <p:cNvSpPr/>
              <p:nvPr/>
            </p:nvSpPr>
            <p:spPr>
              <a:xfrm>
                <a:off x="2796480" y="1377360"/>
                <a:ext cx="98280" cy="120600"/>
              </a:xfrm>
              <a:custGeom>
                <a:rect b="b" l="l" r="r" t="t"/>
                <a:pathLst>
                  <a:path extrusionOk="0" h="335" w="273">
                    <a:moveTo>
                      <a:pt x="201" y="156"/>
                    </a:moveTo>
                    <a:cubicBezTo>
                      <a:pt x="188" y="143"/>
                      <a:pt x="169" y="143"/>
                      <a:pt x="156" y="156"/>
                    </a:cubicBezTo>
                    <a:cubicBezTo>
                      <a:pt x="144" y="168"/>
                      <a:pt x="144" y="188"/>
                      <a:pt x="156" y="200"/>
                    </a:cubicBezTo>
                    <a:lnTo>
                      <a:pt x="165" y="209"/>
                    </a:lnTo>
                    <a:lnTo>
                      <a:pt x="95" y="209"/>
                    </a:lnTo>
                    <a:cubicBezTo>
                      <a:pt x="77" y="209"/>
                      <a:pt x="63" y="195"/>
                      <a:pt x="63" y="178"/>
                    </a:cubicBezTo>
                    <a:lnTo>
                      <a:pt x="63" y="31"/>
                    </a:lnTo>
                    <a:cubicBezTo>
                      <a:pt x="63" y="14"/>
                      <a:pt x="49" y="0"/>
                      <a:pt x="32" y="0"/>
                    </a:cubicBezTo>
                    <a:cubicBezTo>
                      <a:pt x="15" y="0"/>
                      <a:pt x="0" y="14"/>
                      <a:pt x="0" y="31"/>
                    </a:cubicBezTo>
                    <a:lnTo>
                      <a:pt x="0" y="178"/>
                    </a:lnTo>
                    <a:cubicBezTo>
                      <a:pt x="0" y="230"/>
                      <a:pt x="43" y="272"/>
                      <a:pt x="95" y="272"/>
                    </a:cubicBezTo>
                    <a:lnTo>
                      <a:pt x="165" y="272"/>
                    </a:lnTo>
                    <a:lnTo>
                      <a:pt x="156" y="281"/>
                    </a:lnTo>
                    <a:cubicBezTo>
                      <a:pt x="144" y="294"/>
                      <a:pt x="144" y="314"/>
                      <a:pt x="156" y="326"/>
                    </a:cubicBezTo>
                    <a:cubicBezTo>
                      <a:pt x="169" y="338"/>
                      <a:pt x="188" y="338"/>
                      <a:pt x="201" y="326"/>
                    </a:cubicBezTo>
                    <a:lnTo>
                      <a:pt x="264" y="263"/>
                    </a:lnTo>
                    <a:cubicBezTo>
                      <a:pt x="276" y="251"/>
                      <a:pt x="276" y="231"/>
                      <a:pt x="264" y="219"/>
                    </a:cubicBezTo>
                    <a:lnTo>
                      <a:pt x="201" y="15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5" name="Google Shape;2005;p47"/>
              <p:cNvSpPr/>
              <p:nvPr/>
            </p:nvSpPr>
            <p:spPr>
              <a:xfrm>
                <a:off x="2736360" y="1134720"/>
                <a:ext cx="218520" cy="218520"/>
              </a:xfrm>
              <a:custGeom>
                <a:rect b="b" l="l" r="r" t="t"/>
                <a:pathLst>
                  <a:path extrusionOk="0" h="607" w="607">
                    <a:moveTo>
                      <a:pt x="272" y="513"/>
                    </a:moveTo>
                    <a:cubicBezTo>
                      <a:pt x="272" y="495"/>
                      <a:pt x="286" y="481"/>
                      <a:pt x="304" y="481"/>
                    </a:cubicBezTo>
                    <a:cubicBezTo>
                      <a:pt x="321" y="481"/>
                      <a:pt x="335" y="495"/>
                      <a:pt x="335" y="513"/>
                    </a:cubicBezTo>
                    <a:cubicBezTo>
                      <a:pt x="335" y="530"/>
                      <a:pt x="321" y="544"/>
                      <a:pt x="304" y="544"/>
                    </a:cubicBezTo>
                    <a:cubicBezTo>
                      <a:pt x="286" y="544"/>
                      <a:pt x="272" y="530"/>
                      <a:pt x="272" y="513"/>
                    </a:cubicBezTo>
                    <a:moveTo>
                      <a:pt x="178" y="177"/>
                    </a:moveTo>
                    <a:cubicBezTo>
                      <a:pt x="165" y="190"/>
                      <a:pt x="146" y="190"/>
                      <a:pt x="133" y="177"/>
                    </a:cubicBezTo>
                    <a:cubicBezTo>
                      <a:pt x="121" y="165"/>
                      <a:pt x="121" y="145"/>
                      <a:pt x="133" y="133"/>
                    </a:cubicBezTo>
                    <a:cubicBezTo>
                      <a:pt x="146" y="121"/>
                      <a:pt x="165" y="121"/>
                      <a:pt x="178" y="133"/>
                    </a:cubicBezTo>
                    <a:cubicBezTo>
                      <a:pt x="190" y="145"/>
                      <a:pt x="190" y="165"/>
                      <a:pt x="178" y="177"/>
                    </a:cubicBezTo>
                    <a:moveTo>
                      <a:pt x="178" y="474"/>
                    </a:moveTo>
                    <a:cubicBezTo>
                      <a:pt x="165" y="486"/>
                      <a:pt x="146" y="486"/>
                      <a:pt x="133" y="474"/>
                    </a:cubicBezTo>
                    <a:cubicBezTo>
                      <a:pt x="121" y="461"/>
                      <a:pt x="121" y="441"/>
                      <a:pt x="133" y="429"/>
                    </a:cubicBezTo>
                    <a:cubicBezTo>
                      <a:pt x="146" y="417"/>
                      <a:pt x="165" y="417"/>
                      <a:pt x="178" y="429"/>
                    </a:cubicBezTo>
                    <a:cubicBezTo>
                      <a:pt x="190" y="441"/>
                      <a:pt x="190" y="461"/>
                      <a:pt x="178" y="474"/>
                    </a:cubicBezTo>
                    <a:moveTo>
                      <a:pt x="94" y="335"/>
                    </a:moveTo>
                    <a:cubicBezTo>
                      <a:pt x="77" y="335"/>
                      <a:pt x="63" y="321"/>
                      <a:pt x="63" y="303"/>
                    </a:cubicBezTo>
                    <a:cubicBezTo>
                      <a:pt x="63" y="286"/>
                      <a:pt x="77" y="272"/>
                      <a:pt x="94" y="272"/>
                    </a:cubicBezTo>
                    <a:cubicBezTo>
                      <a:pt x="111" y="272"/>
                      <a:pt x="126" y="286"/>
                      <a:pt x="126" y="303"/>
                    </a:cubicBezTo>
                    <a:cubicBezTo>
                      <a:pt x="126" y="321"/>
                      <a:pt x="111" y="335"/>
                      <a:pt x="94" y="335"/>
                    </a:cubicBezTo>
                    <a:moveTo>
                      <a:pt x="272" y="198"/>
                    </a:moveTo>
                    <a:cubicBezTo>
                      <a:pt x="272" y="181"/>
                      <a:pt x="286" y="167"/>
                      <a:pt x="304" y="167"/>
                    </a:cubicBezTo>
                    <a:cubicBezTo>
                      <a:pt x="321" y="167"/>
                      <a:pt x="335" y="181"/>
                      <a:pt x="335" y="198"/>
                    </a:cubicBezTo>
                    <a:lnTo>
                      <a:pt x="335" y="272"/>
                    </a:lnTo>
                    <a:lnTo>
                      <a:pt x="387" y="272"/>
                    </a:lnTo>
                    <a:cubicBezTo>
                      <a:pt x="405" y="272"/>
                      <a:pt x="419" y="286"/>
                      <a:pt x="419" y="303"/>
                    </a:cubicBezTo>
                    <a:cubicBezTo>
                      <a:pt x="419" y="321"/>
                      <a:pt x="405" y="335"/>
                      <a:pt x="387" y="335"/>
                    </a:cubicBezTo>
                    <a:lnTo>
                      <a:pt x="304" y="335"/>
                    </a:lnTo>
                    <a:cubicBezTo>
                      <a:pt x="286" y="335"/>
                      <a:pt x="272" y="321"/>
                      <a:pt x="272" y="303"/>
                    </a:cubicBezTo>
                    <a:lnTo>
                      <a:pt x="272" y="198"/>
                    </a:lnTo>
                    <a:moveTo>
                      <a:pt x="304" y="62"/>
                    </a:moveTo>
                    <a:cubicBezTo>
                      <a:pt x="321" y="62"/>
                      <a:pt x="335" y="76"/>
                      <a:pt x="335" y="94"/>
                    </a:cubicBezTo>
                    <a:cubicBezTo>
                      <a:pt x="335" y="111"/>
                      <a:pt x="321" y="125"/>
                      <a:pt x="304" y="125"/>
                    </a:cubicBezTo>
                    <a:cubicBezTo>
                      <a:pt x="286" y="125"/>
                      <a:pt x="272" y="111"/>
                      <a:pt x="272" y="94"/>
                    </a:cubicBezTo>
                    <a:cubicBezTo>
                      <a:pt x="272" y="76"/>
                      <a:pt x="286" y="62"/>
                      <a:pt x="304" y="62"/>
                    </a:cubicBezTo>
                    <a:moveTo>
                      <a:pt x="429" y="429"/>
                    </a:moveTo>
                    <a:cubicBezTo>
                      <a:pt x="442" y="417"/>
                      <a:pt x="462" y="417"/>
                      <a:pt x="474" y="429"/>
                    </a:cubicBezTo>
                    <a:cubicBezTo>
                      <a:pt x="486" y="441"/>
                      <a:pt x="486" y="461"/>
                      <a:pt x="474" y="474"/>
                    </a:cubicBezTo>
                    <a:cubicBezTo>
                      <a:pt x="462" y="486"/>
                      <a:pt x="442" y="486"/>
                      <a:pt x="429" y="474"/>
                    </a:cubicBezTo>
                    <a:cubicBezTo>
                      <a:pt x="417" y="461"/>
                      <a:pt x="417" y="441"/>
                      <a:pt x="429" y="429"/>
                    </a:cubicBezTo>
                    <a:moveTo>
                      <a:pt x="429" y="133"/>
                    </a:moveTo>
                    <a:cubicBezTo>
                      <a:pt x="442" y="121"/>
                      <a:pt x="462" y="121"/>
                      <a:pt x="474" y="133"/>
                    </a:cubicBezTo>
                    <a:cubicBezTo>
                      <a:pt x="486" y="145"/>
                      <a:pt x="486" y="165"/>
                      <a:pt x="474" y="177"/>
                    </a:cubicBezTo>
                    <a:cubicBezTo>
                      <a:pt x="462" y="190"/>
                      <a:pt x="442" y="190"/>
                      <a:pt x="429" y="177"/>
                    </a:cubicBezTo>
                    <a:cubicBezTo>
                      <a:pt x="417" y="165"/>
                      <a:pt x="417" y="145"/>
                      <a:pt x="429" y="133"/>
                    </a:cubicBezTo>
                    <a:moveTo>
                      <a:pt x="513" y="272"/>
                    </a:moveTo>
                    <a:cubicBezTo>
                      <a:pt x="530" y="272"/>
                      <a:pt x="544" y="286"/>
                      <a:pt x="544" y="303"/>
                    </a:cubicBezTo>
                    <a:cubicBezTo>
                      <a:pt x="544" y="321"/>
                      <a:pt x="530" y="335"/>
                      <a:pt x="513" y="335"/>
                    </a:cubicBezTo>
                    <a:cubicBezTo>
                      <a:pt x="496" y="335"/>
                      <a:pt x="482" y="321"/>
                      <a:pt x="482" y="303"/>
                    </a:cubicBezTo>
                    <a:cubicBezTo>
                      <a:pt x="482" y="286"/>
                      <a:pt x="496" y="272"/>
                      <a:pt x="513" y="272"/>
                    </a:cubicBezTo>
                    <a:moveTo>
                      <a:pt x="607" y="303"/>
                    </a:moveTo>
                    <a:cubicBezTo>
                      <a:pt x="607" y="136"/>
                      <a:pt x="471" y="0"/>
                      <a:pt x="304" y="0"/>
                    </a:cubicBezTo>
                    <a:cubicBezTo>
                      <a:pt x="136" y="0"/>
                      <a:pt x="0" y="136"/>
                      <a:pt x="0" y="303"/>
                    </a:cubicBezTo>
                    <a:cubicBezTo>
                      <a:pt x="0" y="471"/>
                      <a:pt x="136" y="607"/>
                      <a:pt x="304" y="607"/>
                    </a:cubicBezTo>
                    <a:cubicBezTo>
                      <a:pt x="471" y="607"/>
                      <a:pt x="607" y="471"/>
                      <a:pt x="607" y="30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9" name="Shape 2009"/>
        <p:cNvGrpSpPr/>
        <p:nvPr/>
      </p:nvGrpSpPr>
      <p:grpSpPr>
        <a:xfrm>
          <a:off x="0" y="0"/>
          <a:ext cx="0" cy="0"/>
          <a:chOff x="0" y="0"/>
          <a:chExt cx="0" cy="0"/>
        </a:xfrm>
      </p:grpSpPr>
      <p:sp>
        <p:nvSpPr>
          <p:cNvPr id="2010" name="Google Shape;2010;p48"/>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terms of the agreement</a:t>
            </a:r>
            <a:endParaRPr/>
          </a:p>
        </p:txBody>
      </p:sp>
      <p:sp>
        <p:nvSpPr>
          <p:cNvPr id="2011" name="Google Shape;2011;p48"/>
          <p:cNvSpPr/>
          <p:nvPr/>
        </p:nvSpPr>
        <p:spPr>
          <a:xfrm>
            <a:off x="5786957" y="1923472"/>
            <a:ext cx="211200" cy="2112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5786957" y="3084572"/>
            <a:ext cx="211200" cy="2112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720200" y="4332450"/>
            <a:ext cx="7704000" cy="2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000">
                <a:solidFill>
                  <a:schemeClr val="dk1"/>
                </a:solidFill>
                <a:latin typeface="Open Sans"/>
                <a:ea typeface="Open Sans"/>
                <a:cs typeface="Open Sans"/>
                <a:sym typeface="Open Sans"/>
              </a:rPr>
              <a:t>* Follow the link in the graph to modify its data and then paste the new one here. </a:t>
            </a:r>
            <a:r>
              <a:rPr b="1" lang="en" sz="1000" u="sng">
                <a:solidFill>
                  <a:schemeClr val="hlink"/>
                </a:solidFill>
                <a:latin typeface="Open Sans"/>
                <a:ea typeface="Open Sans"/>
                <a:cs typeface="Open Sans"/>
                <a:sym typeface="Open Sans"/>
                <a:hlinkClick r:id="rId3"/>
              </a:rPr>
              <a:t>For more info, click here</a:t>
            </a:r>
            <a:endParaRPr b="1" sz="1000" u="sng">
              <a:solidFill>
                <a:schemeClr val="dk1"/>
              </a:solidFill>
              <a:latin typeface="Open Sans"/>
              <a:ea typeface="Open Sans"/>
              <a:cs typeface="Open Sans"/>
              <a:sym typeface="Open Sans"/>
            </a:endParaRPr>
          </a:p>
        </p:txBody>
      </p:sp>
      <p:sp>
        <p:nvSpPr>
          <p:cNvPr id="2014" name="Google Shape;2014;p48"/>
          <p:cNvSpPr/>
          <p:nvPr/>
        </p:nvSpPr>
        <p:spPr>
          <a:xfrm>
            <a:off x="6080832" y="2112000"/>
            <a:ext cx="1909500" cy="41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is the second planet from the Sun</a:t>
            </a:r>
            <a:endParaRPr sz="1200">
              <a:solidFill>
                <a:schemeClr val="dk1"/>
              </a:solidFill>
              <a:latin typeface="Open Sans"/>
              <a:ea typeface="Open Sans"/>
              <a:cs typeface="Open Sans"/>
              <a:sym typeface="Open Sans"/>
            </a:endParaRPr>
          </a:p>
        </p:txBody>
      </p:sp>
      <p:sp>
        <p:nvSpPr>
          <p:cNvPr id="2015" name="Google Shape;2015;p48"/>
          <p:cNvSpPr txBox="1"/>
          <p:nvPr/>
        </p:nvSpPr>
        <p:spPr>
          <a:xfrm>
            <a:off x="6080832" y="1883264"/>
            <a:ext cx="1909500" cy="34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aleway"/>
                <a:ea typeface="Raleway"/>
                <a:cs typeface="Raleway"/>
                <a:sym typeface="Raleway"/>
              </a:rPr>
              <a:t>Venus</a:t>
            </a:r>
            <a:endParaRPr b="1" sz="1800">
              <a:solidFill>
                <a:schemeClr val="dk1"/>
              </a:solidFill>
              <a:latin typeface="Raleway"/>
              <a:ea typeface="Raleway"/>
              <a:cs typeface="Raleway"/>
              <a:sym typeface="Raleway"/>
            </a:endParaRPr>
          </a:p>
        </p:txBody>
      </p:sp>
      <p:sp>
        <p:nvSpPr>
          <p:cNvPr id="2016" name="Google Shape;2016;p48"/>
          <p:cNvSpPr/>
          <p:nvPr/>
        </p:nvSpPr>
        <p:spPr>
          <a:xfrm>
            <a:off x="6080832" y="3277715"/>
            <a:ext cx="1909500" cy="41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Despite being red, Mars is actually a cold place</a:t>
            </a:r>
            <a:endParaRPr sz="1200">
              <a:solidFill>
                <a:schemeClr val="dk1"/>
              </a:solidFill>
              <a:latin typeface="Open Sans"/>
              <a:ea typeface="Open Sans"/>
              <a:cs typeface="Open Sans"/>
              <a:sym typeface="Open Sans"/>
            </a:endParaRPr>
          </a:p>
        </p:txBody>
      </p:sp>
      <p:sp>
        <p:nvSpPr>
          <p:cNvPr id="2017" name="Google Shape;2017;p48"/>
          <p:cNvSpPr txBox="1"/>
          <p:nvPr/>
        </p:nvSpPr>
        <p:spPr>
          <a:xfrm>
            <a:off x="6080832" y="3048966"/>
            <a:ext cx="1909500" cy="34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aleway"/>
                <a:ea typeface="Raleway"/>
                <a:cs typeface="Raleway"/>
                <a:sym typeface="Raleway"/>
              </a:rPr>
              <a:t>Mars</a:t>
            </a:r>
            <a:endParaRPr b="1" sz="1800">
              <a:solidFill>
                <a:schemeClr val="dk1"/>
              </a:solidFill>
              <a:latin typeface="Raleway"/>
              <a:ea typeface="Raleway"/>
              <a:cs typeface="Raleway"/>
              <a:sym typeface="Raleway"/>
            </a:endParaRPr>
          </a:p>
        </p:txBody>
      </p:sp>
      <p:pic>
        <p:nvPicPr>
          <p:cNvPr id="2018" name="Google Shape;2018;p48" title="Gráfico">
            <a:hlinkClick r:id="rId4"/>
          </p:cNvPr>
          <p:cNvPicPr preferRelativeResize="0"/>
          <p:nvPr/>
        </p:nvPicPr>
        <p:blipFill>
          <a:blip r:embed="rId5">
            <a:alphaModFix/>
          </a:blip>
          <a:stretch>
            <a:fillRect/>
          </a:stretch>
        </p:blipFill>
        <p:spPr>
          <a:xfrm>
            <a:off x="934896" y="1447300"/>
            <a:ext cx="4147509" cy="25611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2" name="Shape 2022"/>
        <p:cNvGrpSpPr/>
        <p:nvPr/>
      </p:nvGrpSpPr>
      <p:grpSpPr>
        <a:xfrm>
          <a:off x="0" y="0"/>
          <a:ext cx="0" cy="0"/>
          <a:chOff x="0" y="0"/>
          <a:chExt cx="0" cy="0"/>
        </a:xfrm>
      </p:grpSpPr>
      <p:sp>
        <p:nvSpPr>
          <p:cNvPr id="2023" name="Google Shape;2023;p49"/>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Strategic alliances</a:t>
            </a:r>
            <a:endParaRPr/>
          </a:p>
        </p:txBody>
      </p:sp>
      <p:grpSp>
        <p:nvGrpSpPr>
          <p:cNvPr id="2024" name="Google Shape;2024;p49"/>
          <p:cNvGrpSpPr/>
          <p:nvPr/>
        </p:nvGrpSpPr>
        <p:grpSpPr>
          <a:xfrm>
            <a:off x="2854191" y="1512695"/>
            <a:ext cx="5468599" cy="2913322"/>
            <a:chOff x="233350" y="949250"/>
            <a:chExt cx="7137300" cy="3802300"/>
          </a:xfrm>
        </p:grpSpPr>
        <p:sp>
          <p:nvSpPr>
            <p:cNvPr id="2025" name="Google Shape;2025;p4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 name="Google Shape;2076;p49"/>
          <p:cNvSpPr/>
          <p:nvPr/>
        </p:nvSpPr>
        <p:spPr>
          <a:xfrm>
            <a:off x="3024650" y="2387612"/>
            <a:ext cx="346500" cy="3465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9"/>
          <p:cNvSpPr/>
          <p:nvPr/>
        </p:nvSpPr>
        <p:spPr>
          <a:xfrm>
            <a:off x="6710677" y="2719117"/>
            <a:ext cx="346500" cy="3465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9"/>
          <p:cNvSpPr/>
          <p:nvPr/>
        </p:nvSpPr>
        <p:spPr>
          <a:xfrm>
            <a:off x="843064" y="3677229"/>
            <a:ext cx="1795800" cy="90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is the second planet from the Sun and has very high temperatures</a:t>
            </a:r>
            <a:endParaRPr sz="1200">
              <a:solidFill>
                <a:schemeClr val="dk1"/>
              </a:solidFill>
              <a:latin typeface="Open Sans"/>
              <a:ea typeface="Open Sans"/>
              <a:cs typeface="Open Sans"/>
              <a:sym typeface="Open Sans"/>
            </a:endParaRPr>
          </a:p>
        </p:txBody>
      </p:sp>
      <p:sp>
        <p:nvSpPr>
          <p:cNvPr id="2079" name="Google Shape;2079;p49"/>
          <p:cNvSpPr txBox="1"/>
          <p:nvPr/>
        </p:nvSpPr>
        <p:spPr>
          <a:xfrm>
            <a:off x="843064" y="3358964"/>
            <a:ext cx="1795800" cy="431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aleway"/>
                <a:ea typeface="Raleway"/>
                <a:cs typeface="Raleway"/>
                <a:sym typeface="Raleway"/>
              </a:rPr>
              <a:t>Venus</a:t>
            </a:r>
            <a:endParaRPr b="1" sz="1800">
              <a:solidFill>
                <a:schemeClr val="dk1"/>
              </a:solidFill>
              <a:latin typeface="Raleway"/>
              <a:ea typeface="Raleway"/>
              <a:cs typeface="Raleway"/>
              <a:sym typeface="Raleway"/>
            </a:endParaRPr>
          </a:p>
        </p:txBody>
      </p:sp>
      <p:cxnSp>
        <p:nvCxnSpPr>
          <p:cNvPr id="2080" name="Google Shape;2080;p49"/>
          <p:cNvCxnSpPr>
            <a:stCxn id="2079" idx="0"/>
            <a:endCxn id="2076" idx="1"/>
          </p:cNvCxnSpPr>
          <p:nvPr/>
        </p:nvCxnSpPr>
        <p:spPr>
          <a:xfrm rot="-5400000">
            <a:off x="1983814" y="2318114"/>
            <a:ext cx="798000" cy="1283700"/>
          </a:xfrm>
          <a:prstGeom prst="bentConnector2">
            <a:avLst/>
          </a:prstGeom>
          <a:noFill/>
          <a:ln cap="flat" cmpd="sng" w="9525">
            <a:solidFill>
              <a:schemeClr val="accent1"/>
            </a:solidFill>
            <a:prstDash val="solid"/>
            <a:round/>
            <a:headEnd len="med" w="med" type="none"/>
            <a:tailEnd len="med" w="med" type="none"/>
          </a:ln>
        </p:spPr>
      </p:cxnSp>
      <p:cxnSp>
        <p:nvCxnSpPr>
          <p:cNvPr id="2081" name="Google Shape;2081;p49"/>
          <p:cNvCxnSpPr>
            <a:stCxn id="2079" idx="3"/>
            <a:endCxn id="2077" idx="0"/>
          </p:cNvCxnSpPr>
          <p:nvPr/>
        </p:nvCxnSpPr>
        <p:spPr>
          <a:xfrm flipH="1" rot="10800000">
            <a:off x="2638864" y="2719214"/>
            <a:ext cx="4245000" cy="855300"/>
          </a:xfrm>
          <a:prstGeom prst="bentConnector4">
            <a:avLst>
              <a:gd fmla="val 47765" name="adj1"/>
              <a:gd fmla="val 128123" name="adj2"/>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5" name="Shape 2085"/>
        <p:cNvGrpSpPr/>
        <p:nvPr/>
      </p:nvGrpSpPr>
      <p:grpSpPr>
        <a:xfrm>
          <a:off x="0" y="0"/>
          <a:ext cx="0" cy="0"/>
          <a:chOff x="0" y="0"/>
          <a:chExt cx="0" cy="0"/>
        </a:xfrm>
      </p:grpSpPr>
      <p:sp>
        <p:nvSpPr>
          <p:cNvPr id="2086" name="Google Shape;2086;p50"/>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Answers and arguments</a:t>
            </a:r>
            <a:endParaRPr/>
          </a:p>
        </p:txBody>
      </p:sp>
      <p:sp>
        <p:nvSpPr>
          <p:cNvPr id="2087" name="Google Shape;2087;p50"/>
          <p:cNvSpPr/>
          <p:nvPr/>
        </p:nvSpPr>
        <p:spPr>
          <a:xfrm>
            <a:off x="716425" y="1430861"/>
            <a:ext cx="7704000" cy="404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Write your question</a:t>
            </a:r>
            <a:endParaRPr sz="1600">
              <a:solidFill>
                <a:schemeClr val="dk1"/>
              </a:solidFill>
              <a:latin typeface="Raleway ExtraBold"/>
              <a:ea typeface="Raleway ExtraBold"/>
              <a:cs typeface="Raleway ExtraBold"/>
              <a:sym typeface="Raleway ExtraBold"/>
            </a:endParaRPr>
          </a:p>
        </p:txBody>
      </p:sp>
      <p:sp>
        <p:nvSpPr>
          <p:cNvPr id="2088" name="Google Shape;2088;p50"/>
          <p:cNvSpPr/>
          <p:nvPr/>
        </p:nvSpPr>
        <p:spPr>
          <a:xfrm>
            <a:off x="716425" y="2854261"/>
            <a:ext cx="2397300" cy="4041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Raleway ExtraBold"/>
                <a:ea typeface="Raleway ExtraBold"/>
                <a:cs typeface="Raleway ExtraBold"/>
                <a:sym typeface="Raleway ExtraBold"/>
              </a:rPr>
              <a:t>Saturn</a:t>
            </a:r>
            <a:endParaRPr sz="1800">
              <a:solidFill>
                <a:schemeClr val="dk1"/>
              </a:solidFill>
              <a:latin typeface="Raleway ExtraBold"/>
              <a:ea typeface="Raleway ExtraBold"/>
              <a:cs typeface="Raleway ExtraBold"/>
              <a:sym typeface="Raleway ExtraBold"/>
            </a:endParaRPr>
          </a:p>
        </p:txBody>
      </p:sp>
      <p:sp>
        <p:nvSpPr>
          <p:cNvPr id="2089" name="Google Shape;2089;p50"/>
          <p:cNvSpPr/>
          <p:nvPr/>
        </p:nvSpPr>
        <p:spPr>
          <a:xfrm>
            <a:off x="3371563" y="2854261"/>
            <a:ext cx="2397300" cy="4041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Raleway ExtraBold"/>
                <a:ea typeface="Raleway ExtraBold"/>
                <a:cs typeface="Raleway ExtraBold"/>
                <a:sym typeface="Raleway ExtraBold"/>
              </a:rPr>
              <a:t>Venus</a:t>
            </a:r>
            <a:endParaRPr sz="1800">
              <a:solidFill>
                <a:schemeClr val="dk1"/>
              </a:solidFill>
              <a:latin typeface="Raleway ExtraBold"/>
              <a:ea typeface="Raleway ExtraBold"/>
              <a:cs typeface="Raleway ExtraBold"/>
              <a:sym typeface="Raleway ExtraBold"/>
            </a:endParaRPr>
          </a:p>
        </p:txBody>
      </p:sp>
      <p:sp>
        <p:nvSpPr>
          <p:cNvPr id="2090" name="Google Shape;2090;p50"/>
          <p:cNvSpPr/>
          <p:nvPr/>
        </p:nvSpPr>
        <p:spPr>
          <a:xfrm>
            <a:off x="6026700" y="2854261"/>
            <a:ext cx="2397300" cy="404100"/>
          </a:xfrm>
          <a:prstGeom prst="rect">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Raleway ExtraBold"/>
                <a:ea typeface="Raleway ExtraBold"/>
                <a:cs typeface="Raleway ExtraBold"/>
                <a:sym typeface="Raleway ExtraBold"/>
              </a:rPr>
              <a:t>Mars</a:t>
            </a:r>
            <a:endParaRPr sz="1800">
              <a:solidFill>
                <a:schemeClr val="dk1"/>
              </a:solidFill>
              <a:latin typeface="Raleway ExtraBold"/>
              <a:ea typeface="Raleway ExtraBold"/>
              <a:cs typeface="Raleway ExtraBold"/>
              <a:sym typeface="Raleway ExtraBold"/>
            </a:endParaRPr>
          </a:p>
        </p:txBody>
      </p:sp>
      <p:sp>
        <p:nvSpPr>
          <p:cNvPr id="2091" name="Google Shape;2091;p50"/>
          <p:cNvSpPr/>
          <p:nvPr/>
        </p:nvSpPr>
        <p:spPr>
          <a:xfrm>
            <a:off x="716425" y="3258361"/>
            <a:ext cx="2397300" cy="13497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Saturn is a gas giant and has several rings. It's composed of hydrogen and helium. It was named after the roman god of wealth and agriculture</a:t>
            </a:r>
            <a:endParaRPr sz="1200">
              <a:solidFill>
                <a:schemeClr val="dk1"/>
              </a:solidFill>
              <a:latin typeface="Open Sans"/>
              <a:ea typeface="Open Sans"/>
              <a:cs typeface="Open Sans"/>
              <a:sym typeface="Open Sans"/>
            </a:endParaRPr>
          </a:p>
        </p:txBody>
      </p:sp>
      <p:sp>
        <p:nvSpPr>
          <p:cNvPr id="2092" name="Google Shape;2092;p50"/>
          <p:cNvSpPr/>
          <p:nvPr/>
        </p:nvSpPr>
        <p:spPr>
          <a:xfrm>
            <a:off x="3371563" y="3258361"/>
            <a:ext cx="2397300" cy="13497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Venus has a beautiful name and is the second planet from the Sun. It’s terribly hot, even hotter than Mercury, and its atmosphere is poisonous</a:t>
            </a:r>
            <a:endParaRPr sz="1200">
              <a:solidFill>
                <a:schemeClr val="dk1"/>
              </a:solidFill>
              <a:latin typeface="Open Sans"/>
              <a:ea typeface="Open Sans"/>
              <a:cs typeface="Open Sans"/>
              <a:sym typeface="Open Sans"/>
            </a:endParaRPr>
          </a:p>
        </p:txBody>
      </p:sp>
      <p:sp>
        <p:nvSpPr>
          <p:cNvPr id="2093" name="Google Shape;2093;p50"/>
          <p:cNvSpPr/>
          <p:nvPr/>
        </p:nvSpPr>
        <p:spPr>
          <a:xfrm>
            <a:off x="6026700" y="3258361"/>
            <a:ext cx="2397300" cy="1349700"/>
          </a:xfrm>
          <a:prstGeom prst="rect">
            <a:avLst/>
          </a:pr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Despite being red, Mars is actually a very cold place. It's full of iron oxide dust, which is what gives the planet its reddish cast</a:t>
            </a:r>
            <a:endParaRPr sz="1200">
              <a:solidFill>
                <a:schemeClr val="dk1"/>
              </a:solidFill>
              <a:latin typeface="Open Sans"/>
              <a:ea typeface="Open Sans"/>
              <a:cs typeface="Open Sans"/>
              <a:sym typeface="Open Sans"/>
            </a:endParaRPr>
          </a:p>
        </p:txBody>
      </p:sp>
      <p:cxnSp>
        <p:nvCxnSpPr>
          <p:cNvPr id="2094" name="Google Shape;2094;p50"/>
          <p:cNvCxnSpPr>
            <a:stCxn id="2087" idx="2"/>
            <a:endCxn id="2095" idx="0"/>
          </p:cNvCxnSpPr>
          <p:nvPr/>
        </p:nvCxnSpPr>
        <p:spPr>
          <a:xfrm>
            <a:off x="4568425" y="1834961"/>
            <a:ext cx="0" cy="307500"/>
          </a:xfrm>
          <a:prstGeom prst="straightConnector1">
            <a:avLst/>
          </a:prstGeom>
          <a:noFill/>
          <a:ln cap="flat" cmpd="sng" w="9525">
            <a:solidFill>
              <a:schemeClr val="accent1"/>
            </a:solidFill>
            <a:prstDash val="solid"/>
            <a:round/>
            <a:headEnd len="med" w="med" type="none"/>
            <a:tailEnd len="med" w="med" type="none"/>
          </a:ln>
        </p:spPr>
      </p:cxnSp>
      <p:cxnSp>
        <p:nvCxnSpPr>
          <p:cNvPr id="2096" name="Google Shape;2096;p50"/>
          <p:cNvCxnSpPr>
            <a:stCxn id="2095" idx="2"/>
            <a:endCxn id="2089" idx="0"/>
          </p:cNvCxnSpPr>
          <p:nvPr/>
        </p:nvCxnSpPr>
        <p:spPr>
          <a:xfrm>
            <a:off x="4568425" y="2546661"/>
            <a:ext cx="1800" cy="307500"/>
          </a:xfrm>
          <a:prstGeom prst="straightConnector1">
            <a:avLst/>
          </a:prstGeom>
          <a:noFill/>
          <a:ln cap="flat" cmpd="sng" w="9525">
            <a:solidFill>
              <a:schemeClr val="accent1"/>
            </a:solidFill>
            <a:prstDash val="solid"/>
            <a:round/>
            <a:headEnd len="med" w="med" type="none"/>
            <a:tailEnd len="med" w="med" type="none"/>
          </a:ln>
        </p:spPr>
      </p:cxnSp>
      <p:sp>
        <p:nvSpPr>
          <p:cNvPr id="2095" name="Google Shape;2095;p50"/>
          <p:cNvSpPr/>
          <p:nvPr/>
        </p:nvSpPr>
        <p:spPr>
          <a:xfrm>
            <a:off x="716425" y="2142561"/>
            <a:ext cx="7704000" cy="404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Raleway ExtraBold"/>
                <a:ea typeface="Raleway ExtraBold"/>
                <a:cs typeface="Raleway ExtraBold"/>
                <a:sym typeface="Raleway ExtraBold"/>
              </a:rPr>
              <a:t>Write your answer</a:t>
            </a:r>
            <a:endParaRPr sz="1600">
              <a:solidFill>
                <a:schemeClr val="dk1"/>
              </a:solidFill>
              <a:latin typeface="Raleway ExtraBold"/>
              <a:ea typeface="Raleway ExtraBold"/>
              <a:cs typeface="Raleway ExtraBold"/>
              <a:sym typeface="Raleway ExtraBold"/>
            </a:endParaRPr>
          </a:p>
        </p:txBody>
      </p:sp>
      <p:cxnSp>
        <p:nvCxnSpPr>
          <p:cNvPr id="2097" name="Google Shape;2097;p50"/>
          <p:cNvCxnSpPr>
            <a:stCxn id="2088" idx="0"/>
            <a:endCxn id="2095" idx="2"/>
          </p:cNvCxnSpPr>
          <p:nvPr/>
        </p:nvCxnSpPr>
        <p:spPr>
          <a:xfrm rot="-5400000">
            <a:off x="3088075" y="1373761"/>
            <a:ext cx="307500" cy="2653500"/>
          </a:xfrm>
          <a:prstGeom prst="bentConnector3">
            <a:avLst>
              <a:gd fmla="val 50016" name="adj1"/>
            </a:avLst>
          </a:prstGeom>
          <a:noFill/>
          <a:ln cap="flat" cmpd="sng" w="9525">
            <a:solidFill>
              <a:schemeClr val="accent1"/>
            </a:solidFill>
            <a:prstDash val="solid"/>
            <a:round/>
            <a:headEnd len="med" w="med" type="none"/>
            <a:tailEnd len="med" w="med" type="none"/>
          </a:ln>
        </p:spPr>
      </p:cxnSp>
      <p:cxnSp>
        <p:nvCxnSpPr>
          <p:cNvPr id="2098" name="Google Shape;2098;p50"/>
          <p:cNvCxnSpPr>
            <a:stCxn id="2090" idx="0"/>
            <a:endCxn id="2095" idx="2"/>
          </p:cNvCxnSpPr>
          <p:nvPr/>
        </p:nvCxnSpPr>
        <p:spPr>
          <a:xfrm flipH="1" rot="5400000">
            <a:off x="5743200" y="1372111"/>
            <a:ext cx="307500" cy="2656800"/>
          </a:xfrm>
          <a:prstGeom prst="bentConnector3">
            <a:avLst>
              <a:gd fmla="val 50016" name="adj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2" name="Shape 2102"/>
        <p:cNvGrpSpPr/>
        <p:nvPr/>
      </p:nvGrpSpPr>
      <p:grpSpPr>
        <a:xfrm>
          <a:off x="0" y="0"/>
          <a:ext cx="0" cy="0"/>
          <a:chOff x="0" y="0"/>
          <a:chExt cx="0" cy="0"/>
        </a:xfrm>
      </p:grpSpPr>
      <p:sp>
        <p:nvSpPr>
          <p:cNvPr id="2103" name="Google Shape;2103;p51"/>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 10 questions of business plans</a:t>
            </a:r>
            <a:endParaRPr/>
          </a:p>
        </p:txBody>
      </p:sp>
      <p:sp>
        <p:nvSpPr>
          <p:cNvPr id="2104" name="Google Shape;2104;p51"/>
          <p:cNvSpPr txBox="1"/>
          <p:nvPr>
            <p:ph idx="1" type="subTitle"/>
          </p:nvPr>
        </p:nvSpPr>
        <p:spPr>
          <a:xfrm>
            <a:off x="1410309" y="226290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What is your vision?</a:t>
            </a:r>
            <a:endParaRPr/>
          </a:p>
        </p:txBody>
      </p:sp>
      <p:sp>
        <p:nvSpPr>
          <p:cNvPr id="2105" name="Google Shape;2105;p51"/>
          <p:cNvSpPr txBox="1"/>
          <p:nvPr>
            <p:ph idx="2" type="subTitle"/>
          </p:nvPr>
        </p:nvSpPr>
        <p:spPr>
          <a:xfrm>
            <a:off x="1410284" y="285955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How to reach your vision?</a:t>
            </a:r>
            <a:endParaRPr/>
          </a:p>
        </p:txBody>
      </p:sp>
      <p:sp>
        <p:nvSpPr>
          <p:cNvPr id="2106" name="Google Shape;2106;p51"/>
          <p:cNvSpPr txBox="1"/>
          <p:nvPr>
            <p:ph idx="3" type="subTitle"/>
          </p:nvPr>
        </p:nvSpPr>
        <p:spPr>
          <a:xfrm>
            <a:off x="1410309" y="345620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What do you offer?</a:t>
            </a:r>
            <a:endParaRPr/>
          </a:p>
        </p:txBody>
      </p:sp>
      <p:sp>
        <p:nvSpPr>
          <p:cNvPr id="2107" name="Google Shape;2107;p51"/>
          <p:cNvSpPr txBox="1"/>
          <p:nvPr>
            <p:ph idx="4" type="subTitle"/>
          </p:nvPr>
        </p:nvSpPr>
        <p:spPr>
          <a:xfrm>
            <a:off x="1410284" y="405285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How big is the market?</a:t>
            </a:r>
            <a:endParaRPr/>
          </a:p>
        </p:txBody>
      </p:sp>
      <p:sp>
        <p:nvSpPr>
          <p:cNvPr id="2108" name="Google Shape;2108;p51"/>
          <p:cNvSpPr txBox="1"/>
          <p:nvPr>
            <p:ph idx="5" type="subTitle"/>
          </p:nvPr>
        </p:nvSpPr>
        <p:spPr>
          <a:xfrm>
            <a:off x="1410309" y="166625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What is your situation?</a:t>
            </a:r>
            <a:endParaRPr/>
          </a:p>
        </p:txBody>
      </p:sp>
      <p:sp>
        <p:nvSpPr>
          <p:cNvPr id="2109" name="Google Shape;2109;p51"/>
          <p:cNvSpPr txBox="1"/>
          <p:nvPr>
            <p:ph idx="6" type="subTitle"/>
          </p:nvPr>
        </p:nvSpPr>
        <p:spPr>
          <a:xfrm>
            <a:off x="5363112" y="226290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How to make a difference?</a:t>
            </a:r>
            <a:endParaRPr/>
          </a:p>
        </p:txBody>
      </p:sp>
      <p:sp>
        <p:nvSpPr>
          <p:cNvPr id="2110" name="Google Shape;2110;p51"/>
          <p:cNvSpPr txBox="1"/>
          <p:nvPr>
            <p:ph idx="7" type="subTitle"/>
          </p:nvPr>
        </p:nvSpPr>
        <p:spPr>
          <a:xfrm>
            <a:off x="5363087" y="285955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What is your marketing plan?</a:t>
            </a:r>
            <a:endParaRPr/>
          </a:p>
        </p:txBody>
      </p:sp>
      <p:sp>
        <p:nvSpPr>
          <p:cNvPr id="2111" name="Google Shape;2111;p51"/>
          <p:cNvSpPr txBox="1"/>
          <p:nvPr>
            <p:ph idx="8" type="subTitle"/>
          </p:nvPr>
        </p:nvSpPr>
        <p:spPr>
          <a:xfrm>
            <a:off x="5363112" y="345620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What are your economics?</a:t>
            </a:r>
            <a:endParaRPr/>
          </a:p>
        </p:txBody>
      </p:sp>
      <p:sp>
        <p:nvSpPr>
          <p:cNvPr id="2112" name="Google Shape;2112;p51"/>
          <p:cNvSpPr txBox="1"/>
          <p:nvPr>
            <p:ph idx="9" type="subTitle"/>
          </p:nvPr>
        </p:nvSpPr>
        <p:spPr>
          <a:xfrm>
            <a:off x="5363087" y="405285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What do you need to start?</a:t>
            </a:r>
            <a:endParaRPr/>
          </a:p>
        </p:txBody>
      </p:sp>
      <p:sp>
        <p:nvSpPr>
          <p:cNvPr id="2113" name="Google Shape;2113;p51"/>
          <p:cNvSpPr txBox="1"/>
          <p:nvPr>
            <p:ph idx="13" type="subTitle"/>
          </p:nvPr>
        </p:nvSpPr>
        <p:spPr>
          <a:xfrm>
            <a:off x="5363112" y="1666250"/>
            <a:ext cx="3060900" cy="474000"/>
          </a:xfrm>
          <a:prstGeom prst="rect">
            <a:avLst/>
          </a:prstGeom>
          <a:solidFill>
            <a:schemeClr val="accent2"/>
          </a:solidFill>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Who are the key players?</a:t>
            </a:r>
            <a:endParaRPr/>
          </a:p>
        </p:txBody>
      </p:sp>
      <p:sp>
        <p:nvSpPr>
          <p:cNvPr id="2114" name="Google Shape;2114;p51"/>
          <p:cNvSpPr/>
          <p:nvPr/>
        </p:nvSpPr>
        <p:spPr>
          <a:xfrm>
            <a:off x="719987" y="1666250"/>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1</a:t>
            </a:r>
            <a:endParaRPr sz="2000">
              <a:solidFill>
                <a:schemeClr val="dk1"/>
              </a:solidFill>
              <a:latin typeface="Raleway ExtraBold"/>
              <a:ea typeface="Raleway ExtraBold"/>
              <a:cs typeface="Raleway ExtraBold"/>
              <a:sym typeface="Raleway ExtraBold"/>
            </a:endParaRPr>
          </a:p>
        </p:txBody>
      </p:sp>
      <p:sp>
        <p:nvSpPr>
          <p:cNvPr id="2115" name="Google Shape;2115;p51"/>
          <p:cNvSpPr/>
          <p:nvPr/>
        </p:nvSpPr>
        <p:spPr>
          <a:xfrm>
            <a:off x="719987" y="2262902"/>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2</a:t>
            </a:r>
            <a:endParaRPr sz="2000">
              <a:solidFill>
                <a:schemeClr val="dk1"/>
              </a:solidFill>
              <a:latin typeface="Raleway ExtraBold"/>
              <a:ea typeface="Raleway ExtraBold"/>
              <a:cs typeface="Raleway ExtraBold"/>
              <a:sym typeface="Raleway ExtraBold"/>
            </a:endParaRPr>
          </a:p>
        </p:txBody>
      </p:sp>
      <p:sp>
        <p:nvSpPr>
          <p:cNvPr id="2116" name="Google Shape;2116;p51"/>
          <p:cNvSpPr/>
          <p:nvPr/>
        </p:nvSpPr>
        <p:spPr>
          <a:xfrm>
            <a:off x="719987" y="2859554"/>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3</a:t>
            </a:r>
            <a:endParaRPr sz="2000">
              <a:solidFill>
                <a:schemeClr val="dk1"/>
              </a:solidFill>
              <a:latin typeface="Raleway ExtraBold"/>
              <a:ea typeface="Raleway ExtraBold"/>
              <a:cs typeface="Raleway ExtraBold"/>
              <a:sym typeface="Raleway ExtraBold"/>
            </a:endParaRPr>
          </a:p>
        </p:txBody>
      </p:sp>
      <p:sp>
        <p:nvSpPr>
          <p:cNvPr id="2117" name="Google Shape;2117;p51"/>
          <p:cNvSpPr/>
          <p:nvPr/>
        </p:nvSpPr>
        <p:spPr>
          <a:xfrm>
            <a:off x="719987" y="3456206"/>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4</a:t>
            </a:r>
            <a:endParaRPr sz="2000">
              <a:solidFill>
                <a:schemeClr val="dk1"/>
              </a:solidFill>
              <a:latin typeface="Raleway ExtraBold"/>
              <a:ea typeface="Raleway ExtraBold"/>
              <a:cs typeface="Raleway ExtraBold"/>
              <a:sym typeface="Raleway ExtraBold"/>
            </a:endParaRPr>
          </a:p>
        </p:txBody>
      </p:sp>
      <p:sp>
        <p:nvSpPr>
          <p:cNvPr id="2118" name="Google Shape;2118;p51"/>
          <p:cNvSpPr/>
          <p:nvPr/>
        </p:nvSpPr>
        <p:spPr>
          <a:xfrm>
            <a:off x="719987" y="4052858"/>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5</a:t>
            </a:r>
            <a:endParaRPr sz="2000">
              <a:solidFill>
                <a:schemeClr val="dk1"/>
              </a:solidFill>
              <a:latin typeface="Raleway ExtraBold"/>
              <a:ea typeface="Raleway ExtraBold"/>
              <a:cs typeface="Raleway ExtraBold"/>
              <a:sym typeface="Raleway ExtraBold"/>
            </a:endParaRPr>
          </a:p>
        </p:txBody>
      </p:sp>
      <p:sp>
        <p:nvSpPr>
          <p:cNvPr id="2119" name="Google Shape;2119;p51"/>
          <p:cNvSpPr/>
          <p:nvPr/>
        </p:nvSpPr>
        <p:spPr>
          <a:xfrm>
            <a:off x="4675337" y="1666250"/>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6</a:t>
            </a:r>
            <a:endParaRPr sz="2000">
              <a:solidFill>
                <a:schemeClr val="dk1"/>
              </a:solidFill>
              <a:latin typeface="Raleway ExtraBold"/>
              <a:ea typeface="Raleway ExtraBold"/>
              <a:cs typeface="Raleway ExtraBold"/>
              <a:sym typeface="Raleway ExtraBold"/>
            </a:endParaRPr>
          </a:p>
        </p:txBody>
      </p:sp>
      <p:sp>
        <p:nvSpPr>
          <p:cNvPr id="2120" name="Google Shape;2120;p51"/>
          <p:cNvSpPr/>
          <p:nvPr/>
        </p:nvSpPr>
        <p:spPr>
          <a:xfrm>
            <a:off x="4675337" y="2262902"/>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7</a:t>
            </a:r>
            <a:endParaRPr sz="2000">
              <a:solidFill>
                <a:schemeClr val="dk1"/>
              </a:solidFill>
              <a:latin typeface="Raleway ExtraBold"/>
              <a:ea typeface="Raleway ExtraBold"/>
              <a:cs typeface="Raleway ExtraBold"/>
              <a:sym typeface="Raleway ExtraBold"/>
            </a:endParaRPr>
          </a:p>
        </p:txBody>
      </p:sp>
      <p:sp>
        <p:nvSpPr>
          <p:cNvPr id="2121" name="Google Shape;2121;p51"/>
          <p:cNvSpPr/>
          <p:nvPr/>
        </p:nvSpPr>
        <p:spPr>
          <a:xfrm>
            <a:off x="4675337" y="2859554"/>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8</a:t>
            </a:r>
            <a:endParaRPr sz="2000">
              <a:solidFill>
                <a:schemeClr val="dk1"/>
              </a:solidFill>
              <a:latin typeface="Raleway ExtraBold"/>
              <a:ea typeface="Raleway ExtraBold"/>
              <a:cs typeface="Raleway ExtraBold"/>
              <a:sym typeface="Raleway ExtraBold"/>
            </a:endParaRPr>
          </a:p>
        </p:txBody>
      </p:sp>
      <p:sp>
        <p:nvSpPr>
          <p:cNvPr id="2122" name="Google Shape;2122;p51"/>
          <p:cNvSpPr/>
          <p:nvPr/>
        </p:nvSpPr>
        <p:spPr>
          <a:xfrm>
            <a:off x="4675337" y="3456206"/>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9</a:t>
            </a:r>
            <a:endParaRPr sz="2000">
              <a:solidFill>
                <a:schemeClr val="dk1"/>
              </a:solidFill>
              <a:latin typeface="Raleway ExtraBold"/>
              <a:ea typeface="Raleway ExtraBold"/>
              <a:cs typeface="Raleway ExtraBold"/>
              <a:sym typeface="Raleway ExtraBold"/>
            </a:endParaRPr>
          </a:p>
        </p:txBody>
      </p:sp>
      <p:sp>
        <p:nvSpPr>
          <p:cNvPr id="2123" name="Google Shape;2123;p51"/>
          <p:cNvSpPr/>
          <p:nvPr/>
        </p:nvSpPr>
        <p:spPr>
          <a:xfrm>
            <a:off x="4675337" y="4052858"/>
            <a:ext cx="4740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Raleway ExtraBold"/>
                <a:ea typeface="Raleway ExtraBold"/>
                <a:cs typeface="Raleway ExtraBold"/>
                <a:sym typeface="Raleway ExtraBold"/>
              </a:rPr>
              <a:t>10</a:t>
            </a:r>
            <a:endParaRPr sz="2000">
              <a:solidFill>
                <a:schemeClr val="dk1"/>
              </a:solidFill>
              <a:latin typeface="Raleway ExtraBold"/>
              <a:ea typeface="Raleway ExtraBold"/>
              <a:cs typeface="Raleway ExtraBold"/>
              <a:sym typeface="Raleway ExtraBol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7" name="Shape 2127"/>
        <p:cNvGrpSpPr/>
        <p:nvPr/>
      </p:nvGrpSpPr>
      <p:grpSpPr>
        <a:xfrm>
          <a:off x="0" y="0"/>
          <a:ext cx="0" cy="0"/>
          <a:chOff x="0" y="0"/>
          <a:chExt cx="0" cy="0"/>
        </a:xfrm>
      </p:grpSpPr>
      <p:sp>
        <p:nvSpPr>
          <p:cNvPr id="2128" name="Google Shape;2128;p52"/>
          <p:cNvSpPr txBox="1"/>
          <p:nvPr>
            <p:ph type="ctrTitle"/>
          </p:nvPr>
        </p:nvSpPr>
        <p:spPr>
          <a:xfrm>
            <a:off x="2125800" y="673325"/>
            <a:ext cx="4892400" cy="99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129" name="Google Shape;2129;p52"/>
          <p:cNvSpPr txBox="1"/>
          <p:nvPr>
            <p:ph idx="1" type="subTitle"/>
          </p:nvPr>
        </p:nvSpPr>
        <p:spPr>
          <a:xfrm>
            <a:off x="2125800" y="1554586"/>
            <a:ext cx="4892400" cy="120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t>Any questions?</a:t>
            </a:r>
            <a:endParaRPr b="1"/>
          </a:p>
          <a:p>
            <a:pPr indent="0" lvl="0" marL="0" rtl="0" algn="ctr">
              <a:spcBef>
                <a:spcPts val="100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Clr>
                <a:schemeClr val="dk1"/>
              </a:buClr>
              <a:buSzPts val="1100"/>
              <a:buFont typeface="Arial"/>
              <a:buNone/>
            </a:pPr>
            <a:r>
              <a:rPr lang="en"/>
              <a:t>yourwebsite.com</a:t>
            </a:r>
            <a:endParaRPr b="1"/>
          </a:p>
        </p:txBody>
      </p:sp>
      <p:sp>
        <p:nvSpPr>
          <p:cNvPr id="2130" name="Google Shape;2130;p52"/>
          <p:cNvSpPr txBox="1"/>
          <p:nvPr>
            <p:ph idx="4294967295" type="subTitle"/>
          </p:nvPr>
        </p:nvSpPr>
        <p:spPr>
          <a:xfrm>
            <a:off x="3208950" y="4107550"/>
            <a:ext cx="2726100" cy="32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Please keep this slide for attribution</a:t>
            </a:r>
            <a:endParaRPr sz="1000"/>
          </a:p>
        </p:txBody>
      </p:sp>
      <p:grpSp>
        <p:nvGrpSpPr>
          <p:cNvPr id="2131" name="Google Shape;2131;p52"/>
          <p:cNvGrpSpPr/>
          <p:nvPr/>
        </p:nvGrpSpPr>
        <p:grpSpPr>
          <a:xfrm>
            <a:off x="3848824" y="2966500"/>
            <a:ext cx="387681" cy="387661"/>
            <a:chOff x="266768" y="1721375"/>
            <a:chExt cx="397907" cy="397887"/>
          </a:xfrm>
        </p:grpSpPr>
        <p:sp>
          <p:nvSpPr>
            <p:cNvPr id="2132" name="Google Shape;2132;p52"/>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2"/>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52"/>
          <p:cNvGrpSpPr/>
          <p:nvPr/>
        </p:nvGrpSpPr>
        <p:grpSpPr>
          <a:xfrm>
            <a:off x="4907520" y="2966262"/>
            <a:ext cx="387661" cy="387661"/>
            <a:chOff x="1379798" y="1723250"/>
            <a:chExt cx="397887" cy="397887"/>
          </a:xfrm>
        </p:grpSpPr>
        <p:sp>
          <p:nvSpPr>
            <p:cNvPr id="2135" name="Google Shape;2135;p52"/>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2"/>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2"/>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2"/>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52"/>
          <p:cNvGrpSpPr/>
          <p:nvPr/>
        </p:nvGrpSpPr>
        <p:grpSpPr>
          <a:xfrm>
            <a:off x="4376480" y="2966262"/>
            <a:ext cx="387641" cy="387661"/>
            <a:chOff x="864491" y="1723250"/>
            <a:chExt cx="397866" cy="397887"/>
          </a:xfrm>
        </p:grpSpPr>
        <p:sp>
          <p:nvSpPr>
            <p:cNvPr id="2140" name="Google Shape;2140;p52"/>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2"/>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2"/>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6" name="Shape 2146"/>
        <p:cNvGrpSpPr/>
        <p:nvPr/>
      </p:nvGrpSpPr>
      <p:grpSpPr>
        <a:xfrm>
          <a:off x="0" y="0"/>
          <a:ext cx="0" cy="0"/>
          <a:chOff x="0" y="0"/>
          <a:chExt cx="0" cy="0"/>
        </a:xfrm>
      </p:grpSpPr>
      <p:sp>
        <p:nvSpPr>
          <p:cNvPr id="2147" name="Google Shape;2147;p53"/>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2148" name="Google Shape;2148;p53"/>
          <p:cNvGrpSpPr/>
          <p:nvPr/>
        </p:nvGrpSpPr>
        <p:grpSpPr>
          <a:xfrm>
            <a:off x="970943" y="1480037"/>
            <a:ext cx="314036" cy="342202"/>
            <a:chOff x="1026360" y="1137240"/>
            <a:chExt cx="349200" cy="380520"/>
          </a:xfrm>
        </p:grpSpPr>
        <p:sp>
          <p:nvSpPr>
            <p:cNvPr id="2149" name="Google Shape;2149;p53"/>
            <p:cNvSpPr/>
            <p:nvPr/>
          </p:nvSpPr>
          <p:spPr>
            <a:xfrm>
              <a:off x="1286640" y="1137240"/>
              <a:ext cx="88920" cy="126360"/>
            </a:xfrm>
            <a:custGeom>
              <a:rect b="b" l="l" r="r" t="t"/>
              <a:pathLst>
                <a:path extrusionOk="0" h="351" w="247">
                  <a:moveTo>
                    <a:pt x="96" y="335"/>
                  </a:moveTo>
                  <a:cubicBezTo>
                    <a:pt x="108" y="357"/>
                    <a:pt x="139" y="357"/>
                    <a:pt x="150" y="335"/>
                  </a:cubicBezTo>
                  <a:lnTo>
                    <a:pt x="232" y="182"/>
                  </a:lnTo>
                  <a:cubicBezTo>
                    <a:pt x="253" y="144"/>
                    <a:pt x="252" y="98"/>
                    <a:pt x="229" y="61"/>
                  </a:cubicBezTo>
                  <a:cubicBezTo>
                    <a:pt x="207" y="23"/>
                    <a:pt x="167" y="0"/>
                    <a:pt x="123" y="0"/>
                  </a:cubicBezTo>
                  <a:cubicBezTo>
                    <a:pt x="79" y="0"/>
                    <a:pt x="40" y="23"/>
                    <a:pt x="17" y="61"/>
                  </a:cubicBezTo>
                  <a:cubicBezTo>
                    <a:pt x="-5" y="98"/>
                    <a:pt x="-6" y="144"/>
                    <a:pt x="14" y="182"/>
                  </a:cubicBezTo>
                  <a:lnTo>
                    <a:pt x="96" y="335"/>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0" name="Google Shape;2150;p53"/>
            <p:cNvSpPr/>
            <p:nvPr/>
          </p:nvSpPr>
          <p:spPr>
            <a:xfrm>
              <a:off x="1026360" y="1168560"/>
              <a:ext cx="236160" cy="236160"/>
            </a:xfrm>
            <a:custGeom>
              <a:rect b="b" l="l" r="r" t="t"/>
              <a:pathLst>
                <a:path extrusionOk="0" h="656" w="656">
                  <a:moveTo>
                    <a:pt x="83" y="615"/>
                  </a:moveTo>
                  <a:cubicBezTo>
                    <a:pt x="69" y="573"/>
                    <a:pt x="62" y="530"/>
                    <a:pt x="62" y="485"/>
                  </a:cubicBezTo>
                  <a:cubicBezTo>
                    <a:pt x="62" y="252"/>
                    <a:pt x="252" y="62"/>
                    <a:pt x="485" y="62"/>
                  </a:cubicBezTo>
                  <a:cubicBezTo>
                    <a:pt x="529" y="62"/>
                    <a:pt x="573" y="69"/>
                    <a:pt x="616" y="83"/>
                  </a:cubicBezTo>
                  <a:cubicBezTo>
                    <a:pt x="632" y="88"/>
                    <a:pt x="649" y="79"/>
                    <a:pt x="654" y="63"/>
                  </a:cubicBezTo>
                  <a:cubicBezTo>
                    <a:pt x="660" y="47"/>
                    <a:pt x="651" y="29"/>
                    <a:pt x="635" y="24"/>
                  </a:cubicBezTo>
                  <a:cubicBezTo>
                    <a:pt x="586" y="8"/>
                    <a:pt x="536" y="0"/>
                    <a:pt x="485" y="0"/>
                  </a:cubicBezTo>
                  <a:cubicBezTo>
                    <a:pt x="356" y="0"/>
                    <a:pt x="234" y="51"/>
                    <a:pt x="142" y="142"/>
                  </a:cubicBezTo>
                  <a:cubicBezTo>
                    <a:pt x="51" y="234"/>
                    <a:pt x="0" y="356"/>
                    <a:pt x="0" y="485"/>
                  </a:cubicBezTo>
                  <a:cubicBezTo>
                    <a:pt x="0" y="536"/>
                    <a:pt x="8" y="586"/>
                    <a:pt x="24" y="635"/>
                  </a:cubicBezTo>
                  <a:cubicBezTo>
                    <a:pt x="29" y="651"/>
                    <a:pt x="47" y="660"/>
                    <a:pt x="63" y="655"/>
                  </a:cubicBezTo>
                  <a:cubicBezTo>
                    <a:pt x="79" y="649"/>
                    <a:pt x="88" y="632"/>
                    <a:pt x="83" y="615"/>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1" name="Google Shape;2151;p53"/>
            <p:cNvSpPr/>
            <p:nvPr/>
          </p:nvSpPr>
          <p:spPr>
            <a:xfrm>
              <a:off x="1139400" y="1281600"/>
              <a:ext cx="236160" cy="236160"/>
            </a:xfrm>
            <a:custGeom>
              <a:rect b="b" l="l" r="r" t="t"/>
              <a:pathLst>
                <a:path extrusionOk="0" h="656" w="656">
                  <a:moveTo>
                    <a:pt x="632" y="21"/>
                  </a:moveTo>
                  <a:cubicBezTo>
                    <a:pt x="627" y="5"/>
                    <a:pt x="610" y="-4"/>
                    <a:pt x="593" y="2"/>
                  </a:cubicBezTo>
                  <a:cubicBezTo>
                    <a:pt x="577" y="7"/>
                    <a:pt x="568" y="24"/>
                    <a:pt x="573" y="41"/>
                  </a:cubicBezTo>
                  <a:cubicBezTo>
                    <a:pt x="587" y="83"/>
                    <a:pt x="594" y="127"/>
                    <a:pt x="594" y="171"/>
                  </a:cubicBezTo>
                  <a:cubicBezTo>
                    <a:pt x="594" y="404"/>
                    <a:pt x="404" y="594"/>
                    <a:pt x="171" y="594"/>
                  </a:cubicBezTo>
                  <a:cubicBezTo>
                    <a:pt x="127" y="594"/>
                    <a:pt x="83" y="587"/>
                    <a:pt x="41" y="573"/>
                  </a:cubicBezTo>
                  <a:cubicBezTo>
                    <a:pt x="24" y="568"/>
                    <a:pt x="7" y="577"/>
                    <a:pt x="2" y="593"/>
                  </a:cubicBezTo>
                  <a:cubicBezTo>
                    <a:pt x="-4" y="610"/>
                    <a:pt x="5" y="627"/>
                    <a:pt x="21" y="632"/>
                  </a:cubicBezTo>
                  <a:cubicBezTo>
                    <a:pt x="70" y="648"/>
                    <a:pt x="120" y="656"/>
                    <a:pt x="171" y="656"/>
                  </a:cubicBezTo>
                  <a:cubicBezTo>
                    <a:pt x="301" y="656"/>
                    <a:pt x="422" y="605"/>
                    <a:pt x="514" y="514"/>
                  </a:cubicBezTo>
                  <a:cubicBezTo>
                    <a:pt x="605" y="422"/>
                    <a:pt x="656" y="301"/>
                    <a:pt x="656" y="171"/>
                  </a:cubicBezTo>
                  <a:cubicBezTo>
                    <a:pt x="656" y="120"/>
                    <a:pt x="648" y="70"/>
                    <a:pt x="632" y="2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2" name="Google Shape;2152;p53"/>
            <p:cNvSpPr/>
            <p:nvPr/>
          </p:nvSpPr>
          <p:spPr>
            <a:xfrm>
              <a:off x="1081440" y="1213200"/>
              <a:ext cx="119520" cy="79200"/>
            </a:xfrm>
            <a:custGeom>
              <a:rect b="b" l="l" r="r" t="t"/>
              <a:pathLst>
                <a:path extrusionOk="0" h="220" w="332">
                  <a:moveTo>
                    <a:pt x="0" y="220"/>
                  </a:moveTo>
                  <a:lnTo>
                    <a:pt x="173" y="220"/>
                  </a:lnTo>
                  <a:cubicBezTo>
                    <a:pt x="180" y="182"/>
                    <a:pt x="191" y="146"/>
                    <a:pt x="204" y="115"/>
                  </a:cubicBezTo>
                  <a:cubicBezTo>
                    <a:pt x="236" y="41"/>
                    <a:pt x="281" y="0"/>
                    <a:pt x="332" y="0"/>
                  </a:cubicBezTo>
                  <a:cubicBezTo>
                    <a:pt x="183" y="0"/>
                    <a:pt x="55" y="91"/>
                    <a:pt x="0" y="220"/>
                  </a:cubicBezTo>
                  <a:close/>
                </a:path>
              </a:pathLst>
            </a:custGeom>
            <a:solidFill>
              <a:schemeClr val="lt1"/>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3" name="Google Shape;2153;p53"/>
            <p:cNvSpPr/>
            <p:nvPr/>
          </p:nvSpPr>
          <p:spPr>
            <a:xfrm>
              <a:off x="1166400" y="1235520"/>
              <a:ext cx="69120" cy="56880"/>
            </a:xfrm>
            <a:custGeom>
              <a:rect b="b" l="l" r="r" t="t"/>
              <a:pathLst>
                <a:path extrusionOk="0" h="158" w="192">
                  <a:moveTo>
                    <a:pt x="96" y="0"/>
                  </a:moveTo>
                  <a:cubicBezTo>
                    <a:pt x="63" y="0"/>
                    <a:pt x="21" y="58"/>
                    <a:pt x="0" y="158"/>
                  </a:cubicBezTo>
                  <a:lnTo>
                    <a:pt x="192" y="158"/>
                  </a:lnTo>
                  <a:cubicBezTo>
                    <a:pt x="171" y="58"/>
                    <a:pt x="129" y="0"/>
                    <a:pt x="96" y="0"/>
                  </a:cubicBezTo>
                  <a:close/>
                </a:path>
              </a:pathLst>
            </a:custGeom>
            <a:solidFill>
              <a:schemeClr val="lt1"/>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4" name="Google Shape;2154;p53"/>
            <p:cNvSpPr/>
            <p:nvPr/>
          </p:nvSpPr>
          <p:spPr>
            <a:xfrm>
              <a:off x="1200960" y="1213200"/>
              <a:ext cx="119520" cy="79200"/>
            </a:xfrm>
            <a:custGeom>
              <a:rect b="b" l="l" r="r" t="t"/>
              <a:pathLst>
                <a:path extrusionOk="0" h="220" w="332">
                  <a:moveTo>
                    <a:pt x="159" y="220"/>
                  </a:moveTo>
                  <a:lnTo>
                    <a:pt x="332" y="220"/>
                  </a:lnTo>
                  <a:cubicBezTo>
                    <a:pt x="277" y="91"/>
                    <a:pt x="149" y="0"/>
                    <a:pt x="0" y="0"/>
                  </a:cubicBezTo>
                  <a:cubicBezTo>
                    <a:pt x="51" y="0"/>
                    <a:pt x="96" y="41"/>
                    <a:pt x="128" y="115"/>
                  </a:cubicBezTo>
                  <a:cubicBezTo>
                    <a:pt x="141" y="146"/>
                    <a:pt x="152" y="182"/>
                    <a:pt x="159" y="220"/>
                  </a:cubicBezTo>
                  <a:close/>
                </a:path>
              </a:pathLst>
            </a:custGeom>
            <a:solidFill>
              <a:schemeClr val="lt1"/>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5" name="Google Shape;2155;p53"/>
            <p:cNvSpPr/>
            <p:nvPr/>
          </p:nvSpPr>
          <p:spPr>
            <a:xfrm>
              <a:off x="1161360" y="1314720"/>
              <a:ext cx="79200" cy="56880"/>
            </a:xfrm>
            <a:custGeom>
              <a:rect b="b" l="l" r="r" t="t"/>
              <a:pathLst>
                <a:path extrusionOk="0" h="158" w="220">
                  <a:moveTo>
                    <a:pt x="220" y="79"/>
                  </a:moveTo>
                  <a:cubicBezTo>
                    <a:pt x="220" y="51"/>
                    <a:pt x="219" y="25"/>
                    <a:pt x="216" y="0"/>
                  </a:cubicBezTo>
                  <a:lnTo>
                    <a:pt x="4" y="0"/>
                  </a:lnTo>
                  <a:cubicBezTo>
                    <a:pt x="1" y="25"/>
                    <a:pt x="0" y="51"/>
                    <a:pt x="0" y="79"/>
                  </a:cubicBezTo>
                  <a:cubicBezTo>
                    <a:pt x="0" y="107"/>
                    <a:pt x="1" y="134"/>
                    <a:pt x="4" y="158"/>
                  </a:cubicBezTo>
                  <a:lnTo>
                    <a:pt x="216" y="158"/>
                  </a:lnTo>
                  <a:cubicBezTo>
                    <a:pt x="219" y="134"/>
                    <a:pt x="220" y="107"/>
                    <a:pt x="220" y="79"/>
                  </a:cubicBezTo>
                  <a:close/>
                </a:path>
              </a:pathLst>
            </a:custGeom>
            <a:solidFill>
              <a:schemeClr val="lt1"/>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6" name="Google Shape;2156;p53"/>
            <p:cNvSpPr/>
            <p:nvPr/>
          </p:nvSpPr>
          <p:spPr>
            <a:xfrm>
              <a:off x="1261440" y="1314720"/>
              <a:ext cx="69480" cy="56880"/>
            </a:xfrm>
            <a:custGeom>
              <a:rect b="b" l="l" r="r" t="t"/>
              <a:pathLst>
                <a:path extrusionOk="0" h="158" w="193">
                  <a:moveTo>
                    <a:pt x="184" y="158"/>
                  </a:moveTo>
                  <a:cubicBezTo>
                    <a:pt x="190" y="133"/>
                    <a:pt x="193" y="106"/>
                    <a:pt x="193" y="79"/>
                  </a:cubicBezTo>
                  <a:cubicBezTo>
                    <a:pt x="193" y="52"/>
                    <a:pt x="190" y="25"/>
                    <a:pt x="184" y="0"/>
                  </a:cubicBezTo>
                  <a:lnTo>
                    <a:pt x="0" y="0"/>
                  </a:lnTo>
                  <a:cubicBezTo>
                    <a:pt x="3" y="26"/>
                    <a:pt x="4" y="52"/>
                    <a:pt x="4" y="79"/>
                  </a:cubicBezTo>
                  <a:cubicBezTo>
                    <a:pt x="4" y="106"/>
                    <a:pt x="3" y="132"/>
                    <a:pt x="0" y="158"/>
                  </a:cubicBezTo>
                  <a:lnTo>
                    <a:pt x="184" y="158"/>
                  </a:lnTo>
                  <a:close/>
                </a:path>
              </a:pathLst>
            </a:custGeom>
            <a:solidFill>
              <a:schemeClr val="lt1"/>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7" name="Google Shape;2157;p53"/>
            <p:cNvSpPr/>
            <p:nvPr/>
          </p:nvSpPr>
          <p:spPr>
            <a:xfrm>
              <a:off x="1071000" y="1314720"/>
              <a:ext cx="69480" cy="56880"/>
            </a:xfrm>
            <a:custGeom>
              <a:rect b="b" l="l" r="r" t="t"/>
              <a:pathLst>
                <a:path extrusionOk="0" h="158" w="193">
                  <a:moveTo>
                    <a:pt x="189" y="79"/>
                  </a:moveTo>
                  <a:cubicBezTo>
                    <a:pt x="189" y="52"/>
                    <a:pt x="190" y="26"/>
                    <a:pt x="193" y="0"/>
                  </a:cubicBezTo>
                  <a:lnTo>
                    <a:pt x="9" y="0"/>
                  </a:lnTo>
                  <a:cubicBezTo>
                    <a:pt x="3" y="25"/>
                    <a:pt x="0" y="52"/>
                    <a:pt x="0" y="79"/>
                  </a:cubicBezTo>
                  <a:cubicBezTo>
                    <a:pt x="0" y="106"/>
                    <a:pt x="3" y="133"/>
                    <a:pt x="9" y="158"/>
                  </a:cubicBezTo>
                  <a:lnTo>
                    <a:pt x="193" y="158"/>
                  </a:lnTo>
                  <a:cubicBezTo>
                    <a:pt x="190" y="132"/>
                    <a:pt x="189" y="106"/>
                    <a:pt x="189" y="79"/>
                  </a:cubicBezTo>
                  <a:close/>
                </a:path>
              </a:pathLst>
            </a:custGeom>
            <a:solidFill>
              <a:schemeClr val="lt1"/>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8" name="Google Shape;2158;p53"/>
            <p:cNvSpPr/>
            <p:nvPr/>
          </p:nvSpPr>
          <p:spPr>
            <a:xfrm>
              <a:off x="1081440" y="1393920"/>
              <a:ext cx="119520" cy="79200"/>
            </a:xfrm>
            <a:custGeom>
              <a:rect b="b" l="l" r="r" t="t"/>
              <a:pathLst>
                <a:path extrusionOk="0" h="220" w="332">
                  <a:moveTo>
                    <a:pt x="204" y="105"/>
                  </a:moveTo>
                  <a:cubicBezTo>
                    <a:pt x="191" y="74"/>
                    <a:pt x="180" y="38"/>
                    <a:pt x="173" y="0"/>
                  </a:cubicBezTo>
                  <a:lnTo>
                    <a:pt x="0" y="0"/>
                  </a:lnTo>
                  <a:cubicBezTo>
                    <a:pt x="55" y="129"/>
                    <a:pt x="183" y="220"/>
                    <a:pt x="332" y="220"/>
                  </a:cubicBezTo>
                  <a:cubicBezTo>
                    <a:pt x="281" y="220"/>
                    <a:pt x="236" y="179"/>
                    <a:pt x="204" y="105"/>
                  </a:cubicBezTo>
                  <a:close/>
                </a:path>
              </a:pathLst>
            </a:custGeom>
            <a:solidFill>
              <a:schemeClr val="lt1"/>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9" name="Google Shape;2159;p53"/>
            <p:cNvSpPr/>
            <p:nvPr/>
          </p:nvSpPr>
          <p:spPr>
            <a:xfrm>
              <a:off x="1166400" y="1393920"/>
              <a:ext cx="69120" cy="56880"/>
            </a:xfrm>
            <a:custGeom>
              <a:rect b="b" l="l" r="r" t="t"/>
              <a:pathLst>
                <a:path extrusionOk="0" h="158" w="192">
                  <a:moveTo>
                    <a:pt x="96" y="158"/>
                  </a:moveTo>
                  <a:cubicBezTo>
                    <a:pt x="129" y="158"/>
                    <a:pt x="171" y="100"/>
                    <a:pt x="192" y="0"/>
                  </a:cubicBezTo>
                  <a:lnTo>
                    <a:pt x="0" y="0"/>
                  </a:lnTo>
                  <a:cubicBezTo>
                    <a:pt x="21" y="100"/>
                    <a:pt x="63" y="158"/>
                    <a:pt x="96" y="158"/>
                  </a:cubicBezTo>
                  <a:close/>
                </a:path>
              </a:pathLst>
            </a:custGeom>
            <a:solidFill>
              <a:schemeClr val="lt1"/>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0" name="Google Shape;2160;p53"/>
            <p:cNvSpPr/>
            <p:nvPr/>
          </p:nvSpPr>
          <p:spPr>
            <a:xfrm>
              <a:off x="1200960" y="1393920"/>
              <a:ext cx="119520" cy="79200"/>
            </a:xfrm>
            <a:custGeom>
              <a:rect b="b" l="l" r="r" t="t"/>
              <a:pathLst>
                <a:path extrusionOk="0" h="220" w="332">
                  <a:moveTo>
                    <a:pt x="332" y="0"/>
                  </a:moveTo>
                  <a:lnTo>
                    <a:pt x="159" y="0"/>
                  </a:lnTo>
                  <a:cubicBezTo>
                    <a:pt x="152" y="38"/>
                    <a:pt x="141" y="74"/>
                    <a:pt x="128" y="105"/>
                  </a:cubicBezTo>
                  <a:cubicBezTo>
                    <a:pt x="96" y="179"/>
                    <a:pt x="51" y="220"/>
                    <a:pt x="0" y="220"/>
                  </a:cubicBezTo>
                  <a:cubicBezTo>
                    <a:pt x="149" y="220"/>
                    <a:pt x="277" y="129"/>
                    <a:pt x="332" y="0"/>
                  </a:cubicBezTo>
                  <a:close/>
                </a:path>
              </a:pathLst>
            </a:custGeom>
            <a:solidFill>
              <a:schemeClr val="lt1"/>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61" name="Google Shape;2161;p53"/>
          <p:cNvGrpSpPr/>
          <p:nvPr/>
        </p:nvGrpSpPr>
        <p:grpSpPr>
          <a:xfrm>
            <a:off x="1732722" y="1480037"/>
            <a:ext cx="341878" cy="342202"/>
            <a:chOff x="1873440" y="1137240"/>
            <a:chExt cx="380160" cy="380520"/>
          </a:xfrm>
        </p:grpSpPr>
        <p:sp>
          <p:nvSpPr>
            <p:cNvPr id="2162" name="Google Shape;2162;p53"/>
            <p:cNvSpPr/>
            <p:nvPr/>
          </p:nvSpPr>
          <p:spPr>
            <a:xfrm>
              <a:off x="1955880" y="1473120"/>
              <a:ext cx="215280" cy="44640"/>
            </a:xfrm>
            <a:custGeom>
              <a:rect b="b" l="l" r="r" t="t"/>
              <a:pathLst>
                <a:path extrusionOk="0" h="124" w="598">
                  <a:moveTo>
                    <a:pt x="526" y="0"/>
                  </a:moveTo>
                  <a:lnTo>
                    <a:pt x="72" y="0"/>
                  </a:lnTo>
                  <a:cubicBezTo>
                    <a:pt x="32" y="0"/>
                    <a:pt x="0" y="32"/>
                    <a:pt x="0" y="72"/>
                  </a:cubicBezTo>
                  <a:lnTo>
                    <a:pt x="0" y="93"/>
                  </a:lnTo>
                  <a:cubicBezTo>
                    <a:pt x="0" y="110"/>
                    <a:pt x="14" y="124"/>
                    <a:pt x="31" y="124"/>
                  </a:cubicBezTo>
                  <a:lnTo>
                    <a:pt x="567" y="124"/>
                  </a:lnTo>
                  <a:cubicBezTo>
                    <a:pt x="585" y="124"/>
                    <a:pt x="598" y="110"/>
                    <a:pt x="598" y="93"/>
                  </a:cubicBezTo>
                  <a:lnTo>
                    <a:pt x="598" y="72"/>
                  </a:lnTo>
                  <a:cubicBezTo>
                    <a:pt x="598" y="32"/>
                    <a:pt x="566" y="0"/>
                    <a:pt x="526"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3" name="Google Shape;2163;p53"/>
            <p:cNvSpPr/>
            <p:nvPr/>
          </p:nvSpPr>
          <p:spPr>
            <a:xfrm>
              <a:off x="1873440" y="1352880"/>
              <a:ext cx="380160" cy="51840"/>
            </a:xfrm>
            <a:custGeom>
              <a:rect b="b" l="l" r="r" t="t"/>
              <a:pathLst>
                <a:path extrusionOk="0" h="144" w="1056">
                  <a:moveTo>
                    <a:pt x="0" y="51"/>
                  </a:moveTo>
                  <a:cubicBezTo>
                    <a:pt x="0" y="103"/>
                    <a:pt x="42" y="144"/>
                    <a:pt x="93" y="144"/>
                  </a:cubicBezTo>
                  <a:lnTo>
                    <a:pt x="745" y="144"/>
                  </a:lnTo>
                  <a:lnTo>
                    <a:pt x="745" y="93"/>
                  </a:lnTo>
                  <a:cubicBezTo>
                    <a:pt x="745" y="76"/>
                    <a:pt x="759" y="62"/>
                    <a:pt x="776" y="62"/>
                  </a:cubicBezTo>
                  <a:cubicBezTo>
                    <a:pt x="793" y="62"/>
                    <a:pt x="807" y="76"/>
                    <a:pt x="807" y="93"/>
                  </a:cubicBezTo>
                  <a:lnTo>
                    <a:pt x="807" y="144"/>
                  </a:lnTo>
                  <a:lnTo>
                    <a:pt x="869" y="144"/>
                  </a:lnTo>
                  <a:lnTo>
                    <a:pt x="869" y="93"/>
                  </a:lnTo>
                  <a:cubicBezTo>
                    <a:pt x="869" y="76"/>
                    <a:pt x="883" y="62"/>
                    <a:pt x="900" y="62"/>
                  </a:cubicBezTo>
                  <a:cubicBezTo>
                    <a:pt x="917" y="62"/>
                    <a:pt x="931" y="76"/>
                    <a:pt x="931" y="93"/>
                  </a:cubicBezTo>
                  <a:lnTo>
                    <a:pt x="931" y="144"/>
                  </a:lnTo>
                  <a:lnTo>
                    <a:pt x="964" y="144"/>
                  </a:lnTo>
                  <a:cubicBezTo>
                    <a:pt x="1015" y="144"/>
                    <a:pt x="1056" y="103"/>
                    <a:pt x="1056" y="51"/>
                  </a:cubicBezTo>
                  <a:lnTo>
                    <a:pt x="1056" y="0"/>
                  </a:lnTo>
                  <a:lnTo>
                    <a:pt x="0" y="0"/>
                  </a:lnTo>
                  <a:lnTo>
                    <a:pt x="0" y="51"/>
                  </a:ln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4" name="Google Shape;2164;p53"/>
            <p:cNvSpPr/>
            <p:nvPr/>
          </p:nvSpPr>
          <p:spPr>
            <a:xfrm>
              <a:off x="2104560" y="1278720"/>
              <a:ext cx="29520" cy="51840"/>
            </a:xfrm>
            <a:custGeom>
              <a:rect b="b" l="l" r="r" t="t"/>
              <a:pathLst>
                <a:path extrusionOk="0" h="144" w="82">
                  <a:moveTo>
                    <a:pt x="0" y="0"/>
                  </a:moveTo>
                  <a:lnTo>
                    <a:pt x="82" y="0"/>
                  </a:lnTo>
                  <a:lnTo>
                    <a:pt x="82" y="144"/>
                  </a:lnTo>
                  <a:lnTo>
                    <a:pt x="0" y="144"/>
                  </a:lnTo>
                  <a:lnTo>
                    <a:pt x="0" y="0"/>
                  </a:ln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5" name="Google Shape;2165;p53"/>
            <p:cNvSpPr/>
            <p:nvPr/>
          </p:nvSpPr>
          <p:spPr>
            <a:xfrm>
              <a:off x="2108880" y="1226880"/>
              <a:ext cx="20880" cy="29520"/>
            </a:xfrm>
            <a:custGeom>
              <a:rect b="b" l="l" r="r" t="t"/>
              <a:pathLst>
                <a:path extrusionOk="0" h="82" w="58">
                  <a:moveTo>
                    <a:pt x="0" y="82"/>
                  </a:moveTo>
                  <a:lnTo>
                    <a:pt x="58" y="82"/>
                  </a:lnTo>
                  <a:lnTo>
                    <a:pt x="29" y="0"/>
                  </a:lnTo>
                  <a:lnTo>
                    <a:pt x="0" y="82"/>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6" name="Google Shape;2166;p53"/>
            <p:cNvSpPr/>
            <p:nvPr/>
          </p:nvSpPr>
          <p:spPr>
            <a:xfrm>
              <a:off x="1985760" y="1215000"/>
              <a:ext cx="37080" cy="52200"/>
            </a:xfrm>
            <a:custGeom>
              <a:rect b="b" l="l" r="r" t="t"/>
              <a:pathLst>
                <a:path extrusionOk="0" h="145" w="103">
                  <a:moveTo>
                    <a:pt x="103" y="104"/>
                  </a:moveTo>
                  <a:cubicBezTo>
                    <a:pt x="103" y="91"/>
                    <a:pt x="91" y="74"/>
                    <a:pt x="80" y="58"/>
                  </a:cubicBezTo>
                  <a:cubicBezTo>
                    <a:pt x="74" y="49"/>
                    <a:pt x="67" y="39"/>
                    <a:pt x="62" y="30"/>
                  </a:cubicBezTo>
                  <a:cubicBezTo>
                    <a:pt x="57" y="20"/>
                    <a:pt x="54" y="9"/>
                    <a:pt x="53" y="0"/>
                  </a:cubicBezTo>
                  <a:cubicBezTo>
                    <a:pt x="52" y="1"/>
                    <a:pt x="51" y="2"/>
                    <a:pt x="49" y="3"/>
                  </a:cubicBezTo>
                  <a:cubicBezTo>
                    <a:pt x="16" y="32"/>
                    <a:pt x="0" y="66"/>
                    <a:pt x="0" y="104"/>
                  </a:cubicBezTo>
                  <a:cubicBezTo>
                    <a:pt x="0" y="120"/>
                    <a:pt x="2" y="134"/>
                    <a:pt x="7" y="145"/>
                  </a:cubicBezTo>
                  <a:lnTo>
                    <a:pt x="95" y="145"/>
                  </a:lnTo>
                  <a:cubicBezTo>
                    <a:pt x="100" y="134"/>
                    <a:pt x="103" y="120"/>
                    <a:pt x="103" y="104"/>
                  </a:cubicBezTo>
                  <a:close/>
                </a:path>
              </a:pathLst>
            </a:custGeom>
            <a:solidFill>
              <a:schemeClr val="lt1"/>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7" name="Google Shape;2167;p53"/>
            <p:cNvSpPr/>
            <p:nvPr/>
          </p:nvSpPr>
          <p:spPr>
            <a:xfrm>
              <a:off x="1873440" y="1137240"/>
              <a:ext cx="380160" cy="193320"/>
            </a:xfrm>
            <a:custGeom>
              <a:rect b="b" l="l" r="r" t="t"/>
              <a:pathLst>
                <a:path extrusionOk="0" h="537" w="1056">
                  <a:moveTo>
                    <a:pt x="964" y="0"/>
                  </a:moveTo>
                  <a:lnTo>
                    <a:pt x="93" y="0"/>
                  </a:lnTo>
                  <a:cubicBezTo>
                    <a:pt x="42" y="0"/>
                    <a:pt x="0" y="42"/>
                    <a:pt x="0" y="93"/>
                  </a:cubicBezTo>
                  <a:lnTo>
                    <a:pt x="0" y="537"/>
                  </a:lnTo>
                  <a:lnTo>
                    <a:pt x="270" y="537"/>
                  </a:lnTo>
                  <a:lnTo>
                    <a:pt x="270" y="402"/>
                  </a:lnTo>
                  <a:cubicBezTo>
                    <a:pt x="257" y="379"/>
                    <a:pt x="250" y="352"/>
                    <a:pt x="250" y="320"/>
                  </a:cubicBezTo>
                  <a:cubicBezTo>
                    <a:pt x="250" y="263"/>
                    <a:pt x="275" y="211"/>
                    <a:pt x="322" y="171"/>
                  </a:cubicBezTo>
                  <a:cubicBezTo>
                    <a:pt x="357" y="141"/>
                    <a:pt x="392" y="127"/>
                    <a:pt x="393" y="126"/>
                  </a:cubicBezTo>
                  <a:cubicBezTo>
                    <a:pt x="405" y="122"/>
                    <a:pt x="419" y="125"/>
                    <a:pt x="427" y="134"/>
                  </a:cubicBezTo>
                  <a:cubicBezTo>
                    <a:pt x="436" y="144"/>
                    <a:pt x="438" y="157"/>
                    <a:pt x="432" y="169"/>
                  </a:cubicBezTo>
                  <a:cubicBezTo>
                    <a:pt x="429" y="177"/>
                    <a:pt x="421" y="201"/>
                    <a:pt x="430" y="218"/>
                  </a:cubicBezTo>
                  <a:cubicBezTo>
                    <a:pt x="433" y="224"/>
                    <a:pt x="438" y="231"/>
                    <a:pt x="443" y="239"/>
                  </a:cubicBezTo>
                  <a:cubicBezTo>
                    <a:pt x="458" y="260"/>
                    <a:pt x="477" y="287"/>
                    <a:pt x="477" y="320"/>
                  </a:cubicBezTo>
                  <a:cubicBezTo>
                    <a:pt x="477" y="352"/>
                    <a:pt x="470" y="379"/>
                    <a:pt x="456" y="402"/>
                  </a:cubicBezTo>
                  <a:lnTo>
                    <a:pt x="456" y="537"/>
                  </a:lnTo>
                  <a:lnTo>
                    <a:pt x="580" y="537"/>
                  </a:lnTo>
                  <a:lnTo>
                    <a:pt x="580" y="362"/>
                  </a:lnTo>
                  <a:cubicBezTo>
                    <a:pt x="580" y="358"/>
                    <a:pt x="580" y="355"/>
                    <a:pt x="582" y="351"/>
                  </a:cubicBezTo>
                  <a:lnTo>
                    <a:pt x="654" y="145"/>
                  </a:lnTo>
                  <a:cubicBezTo>
                    <a:pt x="663" y="117"/>
                    <a:pt x="703" y="117"/>
                    <a:pt x="712" y="145"/>
                  </a:cubicBezTo>
                  <a:lnTo>
                    <a:pt x="784" y="351"/>
                  </a:lnTo>
                  <a:cubicBezTo>
                    <a:pt x="786" y="355"/>
                    <a:pt x="786" y="358"/>
                    <a:pt x="786" y="362"/>
                  </a:cubicBezTo>
                  <a:lnTo>
                    <a:pt x="786" y="537"/>
                  </a:lnTo>
                  <a:lnTo>
                    <a:pt x="1056" y="537"/>
                  </a:lnTo>
                  <a:lnTo>
                    <a:pt x="1056" y="93"/>
                  </a:lnTo>
                  <a:cubicBezTo>
                    <a:pt x="1056" y="42"/>
                    <a:pt x="1015" y="0"/>
                    <a:pt x="964"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8" name="Google Shape;2168;p53"/>
            <p:cNvSpPr/>
            <p:nvPr/>
          </p:nvSpPr>
          <p:spPr>
            <a:xfrm>
              <a:off x="1992960" y="1289520"/>
              <a:ext cx="22320" cy="41040"/>
            </a:xfrm>
            <a:custGeom>
              <a:rect b="b" l="l" r="r" t="t"/>
              <a:pathLst>
                <a:path extrusionOk="0" h="114" w="62">
                  <a:moveTo>
                    <a:pt x="0" y="0"/>
                  </a:moveTo>
                  <a:lnTo>
                    <a:pt x="62" y="0"/>
                  </a:lnTo>
                  <a:lnTo>
                    <a:pt x="62" y="114"/>
                  </a:lnTo>
                  <a:lnTo>
                    <a:pt x="0" y="114"/>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9" name="Google Shape;2169;p53"/>
            <p:cNvSpPr/>
            <p:nvPr/>
          </p:nvSpPr>
          <p:spPr>
            <a:xfrm>
              <a:off x="2000880" y="1427040"/>
              <a:ext cx="125640" cy="23760"/>
            </a:xfrm>
            <a:custGeom>
              <a:rect b="b" l="l" r="r" t="t"/>
              <a:pathLst>
                <a:path extrusionOk="0" h="66" w="349">
                  <a:moveTo>
                    <a:pt x="24" y="0"/>
                  </a:moveTo>
                  <a:lnTo>
                    <a:pt x="0" y="66"/>
                  </a:lnTo>
                  <a:lnTo>
                    <a:pt x="349" y="66"/>
                  </a:lnTo>
                  <a:lnTo>
                    <a:pt x="324" y="0"/>
                  </a:lnTo>
                  <a:lnTo>
                    <a:pt x="24"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70" name="Google Shape;2170;p53"/>
          <p:cNvGrpSpPr/>
          <p:nvPr/>
        </p:nvGrpSpPr>
        <p:grpSpPr>
          <a:xfrm>
            <a:off x="2508746" y="1477771"/>
            <a:ext cx="346734" cy="347058"/>
            <a:chOff x="2736360" y="1134720"/>
            <a:chExt cx="385560" cy="385920"/>
          </a:xfrm>
        </p:grpSpPr>
        <p:sp>
          <p:nvSpPr>
            <p:cNvPr id="2171" name="Google Shape;2171;p53"/>
            <p:cNvSpPr/>
            <p:nvPr/>
          </p:nvSpPr>
          <p:spPr>
            <a:xfrm>
              <a:off x="3027240" y="1425240"/>
              <a:ext cx="10800" cy="30960"/>
            </a:xfrm>
            <a:custGeom>
              <a:rect b="b" l="l" r="r" t="t"/>
              <a:pathLst>
                <a:path extrusionOk="0" h="86" w="30">
                  <a:moveTo>
                    <a:pt x="1" y="0"/>
                  </a:moveTo>
                  <a:cubicBezTo>
                    <a:pt x="0" y="0"/>
                    <a:pt x="0" y="0"/>
                    <a:pt x="0" y="0"/>
                  </a:cubicBezTo>
                  <a:lnTo>
                    <a:pt x="0" y="86"/>
                  </a:lnTo>
                  <a:cubicBezTo>
                    <a:pt x="17" y="79"/>
                    <a:pt x="27" y="63"/>
                    <a:pt x="29" y="48"/>
                  </a:cubicBezTo>
                  <a:cubicBezTo>
                    <a:pt x="31" y="39"/>
                    <a:pt x="33" y="12"/>
                    <a:pt x="1"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2" name="Google Shape;2172;p53"/>
            <p:cNvSpPr/>
            <p:nvPr/>
          </p:nvSpPr>
          <p:spPr>
            <a:xfrm>
              <a:off x="3005280" y="1380600"/>
              <a:ext cx="6840" cy="21960"/>
            </a:xfrm>
            <a:custGeom>
              <a:rect b="b" l="l" r="r" t="t"/>
              <a:pathLst>
                <a:path extrusionOk="0" h="61" w="19">
                  <a:moveTo>
                    <a:pt x="1" y="26"/>
                  </a:moveTo>
                  <a:cubicBezTo>
                    <a:pt x="-1" y="37"/>
                    <a:pt x="2" y="48"/>
                    <a:pt x="8" y="53"/>
                  </a:cubicBezTo>
                  <a:cubicBezTo>
                    <a:pt x="11" y="56"/>
                    <a:pt x="15" y="58"/>
                    <a:pt x="19" y="61"/>
                  </a:cubicBezTo>
                  <a:lnTo>
                    <a:pt x="19" y="0"/>
                  </a:lnTo>
                  <a:cubicBezTo>
                    <a:pt x="8" y="6"/>
                    <a:pt x="3" y="17"/>
                    <a:pt x="1" y="26"/>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3" name="Google Shape;2173;p53"/>
            <p:cNvSpPr/>
            <p:nvPr/>
          </p:nvSpPr>
          <p:spPr>
            <a:xfrm>
              <a:off x="2918880" y="1316880"/>
              <a:ext cx="203040" cy="203760"/>
            </a:xfrm>
            <a:custGeom>
              <a:rect b="b" l="l" r="r" t="t"/>
              <a:pathLst>
                <a:path extrusionOk="0" h="566" w="564">
                  <a:moveTo>
                    <a:pt x="372" y="356"/>
                  </a:moveTo>
                  <a:cubicBezTo>
                    <a:pt x="366" y="389"/>
                    <a:pt x="341" y="422"/>
                    <a:pt x="301" y="431"/>
                  </a:cubicBezTo>
                  <a:lnTo>
                    <a:pt x="301" y="451"/>
                  </a:lnTo>
                  <a:cubicBezTo>
                    <a:pt x="301" y="462"/>
                    <a:pt x="291" y="472"/>
                    <a:pt x="280" y="472"/>
                  </a:cubicBezTo>
                  <a:cubicBezTo>
                    <a:pt x="268" y="472"/>
                    <a:pt x="259" y="462"/>
                    <a:pt x="259" y="451"/>
                  </a:cubicBezTo>
                  <a:lnTo>
                    <a:pt x="259" y="433"/>
                  </a:lnTo>
                  <a:cubicBezTo>
                    <a:pt x="240" y="432"/>
                    <a:pt x="224" y="427"/>
                    <a:pt x="201" y="412"/>
                  </a:cubicBezTo>
                  <a:cubicBezTo>
                    <a:pt x="191" y="405"/>
                    <a:pt x="188" y="392"/>
                    <a:pt x="194" y="383"/>
                  </a:cubicBezTo>
                  <a:cubicBezTo>
                    <a:pt x="201" y="373"/>
                    <a:pt x="214" y="370"/>
                    <a:pt x="223" y="377"/>
                  </a:cubicBezTo>
                  <a:cubicBezTo>
                    <a:pt x="238" y="386"/>
                    <a:pt x="246" y="390"/>
                    <a:pt x="259" y="391"/>
                  </a:cubicBezTo>
                  <a:lnTo>
                    <a:pt x="259" y="285"/>
                  </a:lnTo>
                  <a:cubicBezTo>
                    <a:pt x="244" y="277"/>
                    <a:pt x="232" y="271"/>
                    <a:pt x="223" y="263"/>
                  </a:cubicBezTo>
                  <a:cubicBezTo>
                    <a:pt x="204" y="248"/>
                    <a:pt x="195" y="222"/>
                    <a:pt x="200" y="195"/>
                  </a:cubicBezTo>
                  <a:cubicBezTo>
                    <a:pt x="206" y="166"/>
                    <a:pt x="226" y="143"/>
                    <a:pt x="252" y="135"/>
                  </a:cubicBezTo>
                  <a:cubicBezTo>
                    <a:pt x="255" y="134"/>
                    <a:pt x="257" y="133"/>
                    <a:pt x="259" y="133"/>
                  </a:cubicBezTo>
                  <a:lnTo>
                    <a:pt x="259" y="116"/>
                  </a:lnTo>
                  <a:cubicBezTo>
                    <a:pt x="259" y="104"/>
                    <a:pt x="268" y="95"/>
                    <a:pt x="280" y="95"/>
                  </a:cubicBezTo>
                  <a:cubicBezTo>
                    <a:pt x="291" y="95"/>
                    <a:pt x="301" y="104"/>
                    <a:pt x="301" y="116"/>
                  </a:cubicBezTo>
                  <a:lnTo>
                    <a:pt x="301" y="130"/>
                  </a:lnTo>
                  <a:cubicBezTo>
                    <a:pt x="325" y="134"/>
                    <a:pt x="341" y="145"/>
                    <a:pt x="349" y="154"/>
                  </a:cubicBezTo>
                  <a:cubicBezTo>
                    <a:pt x="357" y="163"/>
                    <a:pt x="356" y="176"/>
                    <a:pt x="347" y="184"/>
                  </a:cubicBezTo>
                  <a:cubicBezTo>
                    <a:pt x="338" y="192"/>
                    <a:pt x="325" y="191"/>
                    <a:pt x="318" y="182"/>
                  </a:cubicBezTo>
                  <a:cubicBezTo>
                    <a:pt x="317" y="182"/>
                    <a:pt x="312" y="176"/>
                    <a:pt x="301" y="173"/>
                  </a:cubicBezTo>
                  <a:lnTo>
                    <a:pt x="301" y="257"/>
                  </a:lnTo>
                  <a:cubicBezTo>
                    <a:pt x="306" y="258"/>
                    <a:pt x="311" y="260"/>
                    <a:pt x="315" y="262"/>
                  </a:cubicBezTo>
                  <a:cubicBezTo>
                    <a:pt x="357" y="276"/>
                    <a:pt x="379" y="313"/>
                    <a:pt x="372" y="356"/>
                  </a:cubicBezTo>
                  <a:moveTo>
                    <a:pt x="282" y="0"/>
                  </a:moveTo>
                  <a:cubicBezTo>
                    <a:pt x="127" y="0"/>
                    <a:pt x="0" y="127"/>
                    <a:pt x="0" y="283"/>
                  </a:cubicBezTo>
                  <a:cubicBezTo>
                    <a:pt x="0" y="439"/>
                    <a:pt x="127" y="566"/>
                    <a:pt x="282" y="566"/>
                  </a:cubicBezTo>
                  <a:cubicBezTo>
                    <a:pt x="437" y="566"/>
                    <a:pt x="564" y="439"/>
                    <a:pt x="564" y="283"/>
                  </a:cubicBezTo>
                  <a:cubicBezTo>
                    <a:pt x="564" y="127"/>
                    <a:pt x="437" y="0"/>
                    <a:pt x="282"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4" name="Google Shape;2174;p53"/>
            <p:cNvSpPr/>
            <p:nvPr/>
          </p:nvSpPr>
          <p:spPr>
            <a:xfrm>
              <a:off x="2979000" y="1194840"/>
              <a:ext cx="120600" cy="97920"/>
            </a:xfrm>
            <a:custGeom>
              <a:rect b="b" l="l" r="r" t="t"/>
              <a:pathLst>
                <a:path extrusionOk="0" h="272" w="335">
                  <a:moveTo>
                    <a:pt x="32" y="63"/>
                  </a:moveTo>
                  <a:lnTo>
                    <a:pt x="177" y="63"/>
                  </a:lnTo>
                  <a:cubicBezTo>
                    <a:pt x="195" y="63"/>
                    <a:pt x="209" y="77"/>
                    <a:pt x="209" y="94"/>
                  </a:cubicBezTo>
                  <a:lnTo>
                    <a:pt x="209" y="165"/>
                  </a:lnTo>
                  <a:lnTo>
                    <a:pt x="200" y="156"/>
                  </a:lnTo>
                  <a:cubicBezTo>
                    <a:pt x="187" y="144"/>
                    <a:pt x="167" y="144"/>
                    <a:pt x="155" y="156"/>
                  </a:cubicBezTo>
                  <a:cubicBezTo>
                    <a:pt x="143" y="168"/>
                    <a:pt x="143" y="188"/>
                    <a:pt x="155" y="200"/>
                  </a:cubicBezTo>
                  <a:lnTo>
                    <a:pt x="218" y="263"/>
                  </a:lnTo>
                  <a:cubicBezTo>
                    <a:pt x="230" y="275"/>
                    <a:pt x="250" y="275"/>
                    <a:pt x="262" y="263"/>
                  </a:cubicBezTo>
                  <a:lnTo>
                    <a:pt x="325" y="200"/>
                  </a:lnTo>
                  <a:cubicBezTo>
                    <a:pt x="338" y="188"/>
                    <a:pt x="338" y="168"/>
                    <a:pt x="325" y="156"/>
                  </a:cubicBezTo>
                  <a:cubicBezTo>
                    <a:pt x="313" y="144"/>
                    <a:pt x="293" y="144"/>
                    <a:pt x="281" y="156"/>
                  </a:cubicBezTo>
                  <a:lnTo>
                    <a:pt x="272" y="165"/>
                  </a:lnTo>
                  <a:lnTo>
                    <a:pt x="272" y="94"/>
                  </a:lnTo>
                  <a:cubicBezTo>
                    <a:pt x="272" y="42"/>
                    <a:pt x="229" y="0"/>
                    <a:pt x="177" y="0"/>
                  </a:cubicBezTo>
                  <a:lnTo>
                    <a:pt x="32" y="0"/>
                  </a:lnTo>
                  <a:cubicBezTo>
                    <a:pt x="14" y="0"/>
                    <a:pt x="0" y="14"/>
                    <a:pt x="0" y="31"/>
                  </a:cubicBezTo>
                  <a:cubicBezTo>
                    <a:pt x="0" y="49"/>
                    <a:pt x="14" y="63"/>
                    <a:pt x="32" y="6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5" name="Google Shape;2175;p53"/>
            <p:cNvSpPr/>
            <p:nvPr/>
          </p:nvSpPr>
          <p:spPr>
            <a:xfrm>
              <a:off x="2796480" y="1377360"/>
              <a:ext cx="98280" cy="120600"/>
            </a:xfrm>
            <a:custGeom>
              <a:rect b="b" l="l" r="r" t="t"/>
              <a:pathLst>
                <a:path extrusionOk="0" h="335" w="273">
                  <a:moveTo>
                    <a:pt x="201" y="156"/>
                  </a:moveTo>
                  <a:cubicBezTo>
                    <a:pt x="188" y="143"/>
                    <a:pt x="169" y="143"/>
                    <a:pt x="156" y="156"/>
                  </a:cubicBezTo>
                  <a:cubicBezTo>
                    <a:pt x="144" y="168"/>
                    <a:pt x="144" y="188"/>
                    <a:pt x="156" y="200"/>
                  </a:cubicBezTo>
                  <a:lnTo>
                    <a:pt x="165" y="209"/>
                  </a:lnTo>
                  <a:lnTo>
                    <a:pt x="95" y="209"/>
                  </a:lnTo>
                  <a:cubicBezTo>
                    <a:pt x="77" y="209"/>
                    <a:pt x="63" y="195"/>
                    <a:pt x="63" y="178"/>
                  </a:cubicBezTo>
                  <a:lnTo>
                    <a:pt x="63" y="31"/>
                  </a:lnTo>
                  <a:cubicBezTo>
                    <a:pt x="63" y="14"/>
                    <a:pt x="49" y="0"/>
                    <a:pt x="32" y="0"/>
                  </a:cubicBezTo>
                  <a:cubicBezTo>
                    <a:pt x="15" y="0"/>
                    <a:pt x="0" y="14"/>
                    <a:pt x="0" y="31"/>
                  </a:cubicBezTo>
                  <a:lnTo>
                    <a:pt x="0" y="178"/>
                  </a:lnTo>
                  <a:cubicBezTo>
                    <a:pt x="0" y="230"/>
                    <a:pt x="43" y="272"/>
                    <a:pt x="95" y="272"/>
                  </a:cubicBezTo>
                  <a:lnTo>
                    <a:pt x="165" y="272"/>
                  </a:lnTo>
                  <a:lnTo>
                    <a:pt x="156" y="281"/>
                  </a:lnTo>
                  <a:cubicBezTo>
                    <a:pt x="144" y="294"/>
                    <a:pt x="144" y="314"/>
                    <a:pt x="156" y="326"/>
                  </a:cubicBezTo>
                  <a:cubicBezTo>
                    <a:pt x="169" y="338"/>
                    <a:pt x="188" y="338"/>
                    <a:pt x="201" y="326"/>
                  </a:cubicBezTo>
                  <a:lnTo>
                    <a:pt x="264" y="263"/>
                  </a:lnTo>
                  <a:cubicBezTo>
                    <a:pt x="276" y="251"/>
                    <a:pt x="276" y="231"/>
                    <a:pt x="264" y="219"/>
                  </a:cubicBezTo>
                  <a:lnTo>
                    <a:pt x="201" y="156"/>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6" name="Google Shape;2176;p53"/>
            <p:cNvSpPr/>
            <p:nvPr/>
          </p:nvSpPr>
          <p:spPr>
            <a:xfrm>
              <a:off x="2736360" y="1134720"/>
              <a:ext cx="218520" cy="218520"/>
            </a:xfrm>
            <a:custGeom>
              <a:rect b="b" l="l" r="r" t="t"/>
              <a:pathLst>
                <a:path extrusionOk="0" h="607" w="607">
                  <a:moveTo>
                    <a:pt x="272" y="513"/>
                  </a:moveTo>
                  <a:cubicBezTo>
                    <a:pt x="272" y="495"/>
                    <a:pt x="286" y="481"/>
                    <a:pt x="304" y="481"/>
                  </a:cubicBezTo>
                  <a:cubicBezTo>
                    <a:pt x="321" y="481"/>
                    <a:pt x="335" y="495"/>
                    <a:pt x="335" y="513"/>
                  </a:cubicBezTo>
                  <a:cubicBezTo>
                    <a:pt x="335" y="530"/>
                    <a:pt x="321" y="544"/>
                    <a:pt x="304" y="544"/>
                  </a:cubicBezTo>
                  <a:cubicBezTo>
                    <a:pt x="286" y="544"/>
                    <a:pt x="272" y="530"/>
                    <a:pt x="272" y="513"/>
                  </a:cubicBezTo>
                  <a:moveTo>
                    <a:pt x="178" y="177"/>
                  </a:moveTo>
                  <a:cubicBezTo>
                    <a:pt x="165" y="190"/>
                    <a:pt x="146" y="190"/>
                    <a:pt x="133" y="177"/>
                  </a:cubicBezTo>
                  <a:cubicBezTo>
                    <a:pt x="121" y="165"/>
                    <a:pt x="121" y="145"/>
                    <a:pt x="133" y="133"/>
                  </a:cubicBezTo>
                  <a:cubicBezTo>
                    <a:pt x="146" y="121"/>
                    <a:pt x="165" y="121"/>
                    <a:pt x="178" y="133"/>
                  </a:cubicBezTo>
                  <a:cubicBezTo>
                    <a:pt x="190" y="145"/>
                    <a:pt x="190" y="165"/>
                    <a:pt x="178" y="177"/>
                  </a:cubicBezTo>
                  <a:moveTo>
                    <a:pt x="178" y="474"/>
                  </a:moveTo>
                  <a:cubicBezTo>
                    <a:pt x="165" y="486"/>
                    <a:pt x="146" y="486"/>
                    <a:pt x="133" y="474"/>
                  </a:cubicBezTo>
                  <a:cubicBezTo>
                    <a:pt x="121" y="461"/>
                    <a:pt x="121" y="441"/>
                    <a:pt x="133" y="429"/>
                  </a:cubicBezTo>
                  <a:cubicBezTo>
                    <a:pt x="146" y="417"/>
                    <a:pt x="165" y="417"/>
                    <a:pt x="178" y="429"/>
                  </a:cubicBezTo>
                  <a:cubicBezTo>
                    <a:pt x="190" y="441"/>
                    <a:pt x="190" y="461"/>
                    <a:pt x="178" y="474"/>
                  </a:cubicBezTo>
                  <a:moveTo>
                    <a:pt x="94" y="335"/>
                  </a:moveTo>
                  <a:cubicBezTo>
                    <a:pt x="77" y="335"/>
                    <a:pt x="63" y="321"/>
                    <a:pt x="63" y="303"/>
                  </a:cubicBezTo>
                  <a:cubicBezTo>
                    <a:pt x="63" y="286"/>
                    <a:pt x="77" y="272"/>
                    <a:pt x="94" y="272"/>
                  </a:cubicBezTo>
                  <a:cubicBezTo>
                    <a:pt x="111" y="272"/>
                    <a:pt x="126" y="286"/>
                    <a:pt x="126" y="303"/>
                  </a:cubicBezTo>
                  <a:cubicBezTo>
                    <a:pt x="126" y="321"/>
                    <a:pt x="111" y="335"/>
                    <a:pt x="94" y="335"/>
                  </a:cubicBezTo>
                  <a:moveTo>
                    <a:pt x="272" y="198"/>
                  </a:moveTo>
                  <a:cubicBezTo>
                    <a:pt x="272" y="181"/>
                    <a:pt x="286" y="167"/>
                    <a:pt x="304" y="167"/>
                  </a:cubicBezTo>
                  <a:cubicBezTo>
                    <a:pt x="321" y="167"/>
                    <a:pt x="335" y="181"/>
                    <a:pt x="335" y="198"/>
                  </a:cubicBezTo>
                  <a:lnTo>
                    <a:pt x="335" y="272"/>
                  </a:lnTo>
                  <a:lnTo>
                    <a:pt x="387" y="272"/>
                  </a:lnTo>
                  <a:cubicBezTo>
                    <a:pt x="405" y="272"/>
                    <a:pt x="419" y="286"/>
                    <a:pt x="419" y="303"/>
                  </a:cubicBezTo>
                  <a:cubicBezTo>
                    <a:pt x="419" y="321"/>
                    <a:pt x="405" y="335"/>
                    <a:pt x="387" y="335"/>
                  </a:cubicBezTo>
                  <a:lnTo>
                    <a:pt x="304" y="335"/>
                  </a:lnTo>
                  <a:cubicBezTo>
                    <a:pt x="286" y="335"/>
                    <a:pt x="272" y="321"/>
                    <a:pt x="272" y="303"/>
                  </a:cubicBezTo>
                  <a:lnTo>
                    <a:pt x="272" y="198"/>
                  </a:lnTo>
                  <a:moveTo>
                    <a:pt x="304" y="62"/>
                  </a:moveTo>
                  <a:cubicBezTo>
                    <a:pt x="321" y="62"/>
                    <a:pt x="335" y="76"/>
                    <a:pt x="335" y="94"/>
                  </a:cubicBezTo>
                  <a:cubicBezTo>
                    <a:pt x="335" y="111"/>
                    <a:pt x="321" y="125"/>
                    <a:pt x="304" y="125"/>
                  </a:cubicBezTo>
                  <a:cubicBezTo>
                    <a:pt x="286" y="125"/>
                    <a:pt x="272" y="111"/>
                    <a:pt x="272" y="94"/>
                  </a:cubicBezTo>
                  <a:cubicBezTo>
                    <a:pt x="272" y="76"/>
                    <a:pt x="286" y="62"/>
                    <a:pt x="304" y="62"/>
                  </a:cubicBezTo>
                  <a:moveTo>
                    <a:pt x="429" y="429"/>
                  </a:moveTo>
                  <a:cubicBezTo>
                    <a:pt x="442" y="417"/>
                    <a:pt x="462" y="417"/>
                    <a:pt x="474" y="429"/>
                  </a:cubicBezTo>
                  <a:cubicBezTo>
                    <a:pt x="486" y="441"/>
                    <a:pt x="486" y="461"/>
                    <a:pt x="474" y="474"/>
                  </a:cubicBezTo>
                  <a:cubicBezTo>
                    <a:pt x="462" y="486"/>
                    <a:pt x="442" y="486"/>
                    <a:pt x="429" y="474"/>
                  </a:cubicBezTo>
                  <a:cubicBezTo>
                    <a:pt x="417" y="461"/>
                    <a:pt x="417" y="441"/>
                    <a:pt x="429" y="429"/>
                  </a:cubicBezTo>
                  <a:moveTo>
                    <a:pt x="429" y="133"/>
                  </a:moveTo>
                  <a:cubicBezTo>
                    <a:pt x="442" y="121"/>
                    <a:pt x="462" y="121"/>
                    <a:pt x="474" y="133"/>
                  </a:cubicBezTo>
                  <a:cubicBezTo>
                    <a:pt x="486" y="145"/>
                    <a:pt x="486" y="165"/>
                    <a:pt x="474" y="177"/>
                  </a:cubicBezTo>
                  <a:cubicBezTo>
                    <a:pt x="462" y="190"/>
                    <a:pt x="442" y="190"/>
                    <a:pt x="429" y="177"/>
                  </a:cubicBezTo>
                  <a:cubicBezTo>
                    <a:pt x="417" y="165"/>
                    <a:pt x="417" y="145"/>
                    <a:pt x="429" y="133"/>
                  </a:cubicBezTo>
                  <a:moveTo>
                    <a:pt x="513" y="272"/>
                  </a:moveTo>
                  <a:cubicBezTo>
                    <a:pt x="530" y="272"/>
                    <a:pt x="544" y="286"/>
                    <a:pt x="544" y="303"/>
                  </a:cubicBezTo>
                  <a:cubicBezTo>
                    <a:pt x="544" y="321"/>
                    <a:pt x="530" y="335"/>
                    <a:pt x="513" y="335"/>
                  </a:cubicBezTo>
                  <a:cubicBezTo>
                    <a:pt x="496" y="335"/>
                    <a:pt x="482" y="321"/>
                    <a:pt x="482" y="303"/>
                  </a:cubicBezTo>
                  <a:cubicBezTo>
                    <a:pt x="482" y="286"/>
                    <a:pt x="496" y="272"/>
                    <a:pt x="513" y="272"/>
                  </a:cubicBezTo>
                  <a:moveTo>
                    <a:pt x="607" y="303"/>
                  </a:moveTo>
                  <a:cubicBezTo>
                    <a:pt x="607" y="136"/>
                    <a:pt x="471" y="0"/>
                    <a:pt x="304" y="0"/>
                  </a:cubicBezTo>
                  <a:cubicBezTo>
                    <a:pt x="136" y="0"/>
                    <a:pt x="0" y="136"/>
                    <a:pt x="0" y="303"/>
                  </a:cubicBezTo>
                  <a:cubicBezTo>
                    <a:pt x="0" y="471"/>
                    <a:pt x="136" y="607"/>
                    <a:pt x="304" y="607"/>
                  </a:cubicBezTo>
                  <a:cubicBezTo>
                    <a:pt x="471" y="607"/>
                    <a:pt x="607" y="471"/>
                    <a:pt x="607" y="30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77" name="Google Shape;2177;p53"/>
          <p:cNvGrpSpPr/>
          <p:nvPr/>
        </p:nvGrpSpPr>
        <p:grpSpPr>
          <a:xfrm>
            <a:off x="3251424" y="1480037"/>
            <a:ext cx="340583" cy="342202"/>
            <a:chOff x="3562200" y="1137240"/>
            <a:chExt cx="378720" cy="380520"/>
          </a:xfrm>
        </p:grpSpPr>
        <p:sp>
          <p:nvSpPr>
            <p:cNvPr id="2178" name="Google Shape;2178;p53"/>
            <p:cNvSpPr/>
            <p:nvPr/>
          </p:nvSpPr>
          <p:spPr>
            <a:xfrm>
              <a:off x="3586680" y="1353600"/>
              <a:ext cx="329760" cy="164160"/>
            </a:xfrm>
            <a:custGeom>
              <a:rect b="b" l="l" r="r" t="t"/>
              <a:pathLst>
                <a:path extrusionOk="0" h="456" w="916">
                  <a:moveTo>
                    <a:pt x="830" y="18"/>
                  </a:moveTo>
                  <a:lnTo>
                    <a:pt x="620" y="18"/>
                  </a:lnTo>
                  <a:cubicBezTo>
                    <a:pt x="606" y="95"/>
                    <a:pt x="539" y="153"/>
                    <a:pt x="458" y="153"/>
                  </a:cubicBezTo>
                  <a:cubicBezTo>
                    <a:pt x="378" y="153"/>
                    <a:pt x="310" y="95"/>
                    <a:pt x="296" y="18"/>
                  </a:cubicBezTo>
                  <a:lnTo>
                    <a:pt x="87" y="18"/>
                  </a:lnTo>
                  <a:cubicBezTo>
                    <a:pt x="56" y="18"/>
                    <a:pt x="27" y="12"/>
                    <a:pt x="0" y="0"/>
                  </a:cubicBezTo>
                  <a:lnTo>
                    <a:pt x="0" y="70"/>
                  </a:lnTo>
                  <a:cubicBezTo>
                    <a:pt x="0" y="87"/>
                    <a:pt x="14" y="101"/>
                    <a:pt x="31" y="101"/>
                  </a:cubicBezTo>
                  <a:lnTo>
                    <a:pt x="94" y="101"/>
                  </a:lnTo>
                  <a:cubicBezTo>
                    <a:pt x="102" y="129"/>
                    <a:pt x="114" y="156"/>
                    <a:pt x="129" y="181"/>
                  </a:cubicBezTo>
                  <a:lnTo>
                    <a:pt x="83" y="227"/>
                  </a:lnTo>
                  <a:cubicBezTo>
                    <a:pt x="71" y="239"/>
                    <a:pt x="71" y="259"/>
                    <a:pt x="83" y="271"/>
                  </a:cubicBezTo>
                  <a:lnTo>
                    <a:pt x="185" y="373"/>
                  </a:lnTo>
                  <a:cubicBezTo>
                    <a:pt x="197" y="385"/>
                    <a:pt x="217" y="385"/>
                    <a:pt x="229" y="373"/>
                  </a:cubicBezTo>
                  <a:lnTo>
                    <a:pt x="278" y="324"/>
                  </a:lnTo>
                  <a:cubicBezTo>
                    <a:pt x="302" y="337"/>
                    <a:pt x="328" y="348"/>
                    <a:pt x="355" y="355"/>
                  </a:cubicBezTo>
                  <a:lnTo>
                    <a:pt x="355" y="425"/>
                  </a:lnTo>
                  <a:cubicBezTo>
                    <a:pt x="355" y="442"/>
                    <a:pt x="369" y="456"/>
                    <a:pt x="386" y="456"/>
                  </a:cubicBezTo>
                  <a:lnTo>
                    <a:pt x="530" y="456"/>
                  </a:lnTo>
                  <a:cubicBezTo>
                    <a:pt x="547" y="456"/>
                    <a:pt x="561" y="442"/>
                    <a:pt x="561" y="425"/>
                  </a:cubicBezTo>
                  <a:lnTo>
                    <a:pt x="561" y="355"/>
                  </a:lnTo>
                  <a:cubicBezTo>
                    <a:pt x="588" y="348"/>
                    <a:pt x="614" y="337"/>
                    <a:pt x="638" y="324"/>
                  </a:cubicBezTo>
                  <a:lnTo>
                    <a:pt x="687" y="373"/>
                  </a:lnTo>
                  <a:cubicBezTo>
                    <a:pt x="699" y="385"/>
                    <a:pt x="719" y="385"/>
                    <a:pt x="731" y="373"/>
                  </a:cubicBezTo>
                  <a:lnTo>
                    <a:pt x="833" y="271"/>
                  </a:lnTo>
                  <a:cubicBezTo>
                    <a:pt x="845" y="259"/>
                    <a:pt x="845" y="239"/>
                    <a:pt x="833" y="227"/>
                  </a:cubicBezTo>
                  <a:lnTo>
                    <a:pt x="787" y="181"/>
                  </a:lnTo>
                  <a:cubicBezTo>
                    <a:pt x="802" y="156"/>
                    <a:pt x="814" y="129"/>
                    <a:pt x="823" y="101"/>
                  </a:cubicBezTo>
                  <a:lnTo>
                    <a:pt x="885" y="101"/>
                  </a:lnTo>
                  <a:cubicBezTo>
                    <a:pt x="902" y="101"/>
                    <a:pt x="916" y="87"/>
                    <a:pt x="916" y="70"/>
                  </a:cubicBezTo>
                  <a:lnTo>
                    <a:pt x="916" y="0"/>
                  </a:lnTo>
                  <a:cubicBezTo>
                    <a:pt x="890" y="12"/>
                    <a:pt x="860" y="18"/>
                    <a:pt x="830" y="1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9" name="Google Shape;2179;p53"/>
            <p:cNvSpPr/>
            <p:nvPr/>
          </p:nvSpPr>
          <p:spPr>
            <a:xfrm>
              <a:off x="3562200" y="1137240"/>
              <a:ext cx="378720" cy="200880"/>
            </a:xfrm>
            <a:custGeom>
              <a:rect b="b" l="l" r="r" t="t"/>
              <a:pathLst>
                <a:path extrusionOk="0" h="558" w="1052">
                  <a:moveTo>
                    <a:pt x="911" y="249"/>
                  </a:moveTo>
                  <a:cubicBezTo>
                    <a:pt x="885" y="200"/>
                    <a:pt x="835" y="168"/>
                    <a:pt x="779" y="166"/>
                  </a:cubicBezTo>
                  <a:cubicBezTo>
                    <a:pt x="760" y="82"/>
                    <a:pt x="686" y="21"/>
                    <a:pt x="598" y="21"/>
                  </a:cubicBezTo>
                  <a:cubicBezTo>
                    <a:pt x="552" y="21"/>
                    <a:pt x="510" y="38"/>
                    <a:pt x="476" y="67"/>
                  </a:cubicBezTo>
                  <a:cubicBezTo>
                    <a:pt x="436" y="25"/>
                    <a:pt x="379" y="0"/>
                    <a:pt x="320" y="0"/>
                  </a:cubicBezTo>
                  <a:cubicBezTo>
                    <a:pt x="200" y="0"/>
                    <a:pt x="103" y="98"/>
                    <a:pt x="103" y="217"/>
                  </a:cubicBezTo>
                  <a:cubicBezTo>
                    <a:pt x="103" y="230"/>
                    <a:pt x="104" y="243"/>
                    <a:pt x="107" y="256"/>
                  </a:cubicBezTo>
                  <a:cubicBezTo>
                    <a:pt x="82" y="264"/>
                    <a:pt x="59" y="278"/>
                    <a:pt x="41" y="298"/>
                  </a:cubicBezTo>
                  <a:cubicBezTo>
                    <a:pt x="15" y="326"/>
                    <a:pt x="0" y="364"/>
                    <a:pt x="0" y="403"/>
                  </a:cubicBezTo>
                  <a:cubicBezTo>
                    <a:pt x="0" y="488"/>
                    <a:pt x="69" y="558"/>
                    <a:pt x="155" y="558"/>
                  </a:cubicBezTo>
                  <a:lnTo>
                    <a:pt x="495" y="558"/>
                  </a:lnTo>
                  <a:lnTo>
                    <a:pt x="495" y="374"/>
                  </a:lnTo>
                  <a:lnTo>
                    <a:pt x="465" y="404"/>
                  </a:lnTo>
                  <a:cubicBezTo>
                    <a:pt x="453" y="416"/>
                    <a:pt x="434" y="416"/>
                    <a:pt x="422" y="404"/>
                  </a:cubicBezTo>
                  <a:cubicBezTo>
                    <a:pt x="410" y="392"/>
                    <a:pt x="410" y="372"/>
                    <a:pt x="422" y="360"/>
                  </a:cubicBezTo>
                  <a:lnTo>
                    <a:pt x="504" y="278"/>
                  </a:lnTo>
                  <a:cubicBezTo>
                    <a:pt x="516" y="266"/>
                    <a:pt x="536" y="266"/>
                    <a:pt x="548" y="278"/>
                  </a:cubicBezTo>
                  <a:lnTo>
                    <a:pt x="631" y="360"/>
                  </a:lnTo>
                  <a:cubicBezTo>
                    <a:pt x="643" y="372"/>
                    <a:pt x="643" y="392"/>
                    <a:pt x="631" y="404"/>
                  </a:cubicBezTo>
                  <a:cubicBezTo>
                    <a:pt x="618" y="416"/>
                    <a:pt x="599" y="416"/>
                    <a:pt x="587" y="404"/>
                  </a:cubicBezTo>
                  <a:lnTo>
                    <a:pt x="557" y="374"/>
                  </a:lnTo>
                  <a:lnTo>
                    <a:pt x="557" y="558"/>
                  </a:lnTo>
                  <a:lnTo>
                    <a:pt x="898" y="558"/>
                  </a:lnTo>
                  <a:cubicBezTo>
                    <a:pt x="983" y="558"/>
                    <a:pt x="1052" y="488"/>
                    <a:pt x="1052" y="403"/>
                  </a:cubicBezTo>
                  <a:cubicBezTo>
                    <a:pt x="1052" y="322"/>
                    <a:pt x="990" y="255"/>
                    <a:pt x="911" y="24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80" name="Google Shape;2180;p53"/>
          <p:cNvGrpSpPr/>
          <p:nvPr/>
        </p:nvGrpSpPr>
        <p:grpSpPr>
          <a:xfrm>
            <a:off x="4018707" y="1478418"/>
            <a:ext cx="347382" cy="345763"/>
            <a:chOff x="4415400" y="1135440"/>
            <a:chExt cx="386280" cy="384480"/>
          </a:xfrm>
        </p:grpSpPr>
        <p:sp>
          <p:nvSpPr>
            <p:cNvPr id="2181" name="Google Shape;2181;p53"/>
            <p:cNvSpPr/>
            <p:nvPr/>
          </p:nvSpPr>
          <p:spPr>
            <a:xfrm>
              <a:off x="4415400" y="1474560"/>
              <a:ext cx="386280" cy="45360"/>
            </a:xfrm>
            <a:custGeom>
              <a:rect b="b" l="l" r="r" t="t"/>
              <a:pathLst>
                <a:path extrusionOk="0" h="126" w="1073">
                  <a:moveTo>
                    <a:pt x="0" y="0"/>
                  </a:moveTo>
                  <a:lnTo>
                    <a:pt x="0" y="32"/>
                  </a:lnTo>
                  <a:cubicBezTo>
                    <a:pt x="0" y="84"/>
                    <a:pt x="43" y="126"/>
                    <a:pt x="95" y="126"/>
                  </a:cubicBezTo>
                  <a:lnTo>
                    <a:pt x="978" y="126"/>
                  </a:lnTo>
                  <a:cubicBezTo>
                    <a:pt x="1030" y="126"/>
                    <a:pt x="1073" y="84"/>
                    <a:pt x="1073" y="32"/>
                  </a:cubicBezTo>
                  <a:lnTo>
                    <a:pt x="1073" y="0"/>
                  </a:lnTo>
                  <a:lnTo>
                    <a:pt x="0" y="0"/>
                  </a:lnTo>
                  <a:close/>
                </a:path>
              </a:pathLst>
            </a:custGeom>
            <a:solidFill>
              <a:schemeClr val="lt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2" name="Google Shape;2182;p53"/>
            <p:cNvSpPr/>
            <p:nvPr/>
          </p:nvSpPr>
          <p:spPr>
            <a:xfrm>
              <a:off x="4419000" y="1414440"/>
              <a:ext cx="379080" cy="37440"/>
            </a:xfrm>
            <a:custGeom>
              <a:rect b="b" l="l" r="r" t="t"/>
              <a:pathLst>
                <a:path extrusionOk="0" h="104" w="1053">
                  <a:moveTo>
                    <a:pt x="1014" y="0"/>
                  </a:moveTo>
                  <a:lnTo>
                    <a:pt x="39" y="0"/>
                  </a:lnTo>
                  <a:lnTo>
                    <a:pt x="0" y="104"/>
                  </a:lnTo>
                  <a:lnTo>
                    <a:pt x="1053" y="104"/>
                  </a:lnTo>
                  <a:lnTo>
                    <a:pt x="1014"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3" name="Google Shape;2183;p53"/>
            <p:cNvSpPr/>
            <p:nvPr/>
          </p:nvSpPr>
          <p:spPr>
            <a:xfrm>
              <a:off x="4581000" y="1135440"/>
              <a:ext cx="55080" cy="28800"/>
            </a:xfrm>
            <a:custGeom>
              <a:rect b="b" l="l" r="r" t="t"/>
              <a:pathLst>
                <a:path extrusionOk="0" h="80" w="153">
                  <a:moveTo>
                    <a:pt x="100" y="10"/>
                  </a:moveTo>
                  <a:cubicBezTo>
                    <a:pt x="87" y="-3"/>
                    <a:pt x="66" y="-3"/>
                    <a:pt x="53" y="10"/>
                  </a:cubicBezTo>
                  <a:cubicBezTo>
                    <a:pt x="38" y="26"/>
                    <a:pt x="18" y="51"/>
                    <a:pt x="0" y="80"/>
                  </a:cubicBezTo>
                  <a:lnTo>
                    <a:pt x="153" y="80"/>
                  </a:lnTo>
                  <a:cubicBezTo>
                    <a:pt x="135" y="51"/>
                    <a:pt x="115" y="26"/>
                    <a:pt x="100" y="1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4" name="Google Shape;2184;p53"/>
            <p:cNvSpPr/>
            <p:nvPr/>
          </p:nvSpPr>
          <p:spPr>
            <a:xfrm>
              <a:off x="4563360" y="1186920"/>
              <a:ext cx="90360" cy="86760"/>
            </a:xfrm>
            <a:custGeom>
              <a:rect b="b" l="l" r="r" t="t"/>
              <a:pathLst>
                <a:path extrusionOk="0" h="241" w="251">
                  <a:moveTo>
                    <a:pt x="126" y="63"/>
                  </a:moveTo>
                  <a:cubicBezTo>
                    <a:pt x="143" y="63"/>
                    <a:pt x="157" y="77"/>
                    <a:pt x="157" y="95"/>
                  </a:cubicBezTo>
                  <a:cubicBezTo>
                    <a:pt x="157" y="112"/>
                    <a:pt x="143" y="126"/>
                    <a:pt x="126" y="126"/>
                  </a:cubicBezTo>
                  <a:cubicBezTo>
                    <a:pt x="108" y="126"/>
                    <a:pt x="94" y="112"/>
                    <a:pt x="94" y="95"/>
                  </a:cubicBezTo>
                  <a:cubicBezTo>
                    <a:pt x="94" y="77"/>
                    <a:pt x="108" y="63"/>
                    <a:pt x="126" y="63"/>
                  </a:cubicBezTo>
                  <a:moveTo>
                    <a:pt x="208" y="241"/>
                  </a:moveTo>
                  <a:cubicBezTo>
                    <a:pt x="232" y="200"/>
                    <a:pt x="251" y="149"/>
                    <a:pt x="251" y="95"/>
                  </a:cubicBezTo>
                  <a:cubicBezTo>
                    <a:pt x="251" y="61"/>
                    <a:pt x="244" y="29"/>
                    <a:pt x="233" y="0"/>
                  </a:cubicBezTo>
                  <a:lnTo>
                    <a:pt x="18" y="0"/>
                  </a:lnTo>
                  <a:cubicBezTo>
                    <a:pt x="7" y="29"/>
                    <a:pt x="0" y="61"/>
                    <a:pt x="0" y="95"/>
                  </a:cubicBezTo>
                  <a:cubicBezTo>
                    <a:pt x="0" y="149"/>
                    <a:pt x="19" y="200"/>
                    <a:pt x="43" y="241"/>
                  </a:cubicBezTo>
                  <a:lnTo>
                    <a:pt x="208" y="241"/>
                  </a:lnTo>
                  <a:close/>
                </a:path>
              </a:pathLst>
            </a:custGeom>
            <a:solidFill>
              <a:schemeClr val="lt1"/>
            </a:solidFill>
            <a:ln>
              <a:noFill/>
            </a:ln>
          </p:spPr>
          <p:txBody>
            <a:bodyPr anchorCtr="1" anchor="ctr" bIns="41750" lIns="90000" spcFirstLastPara="1" rIns="90000" wrap="square" tIns="41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5" name="Google Shape;2185;p53"/>
            <p:cNvSpPr/>
            <p:nvPr/>
          </p:nvSpPr>
          <p:spPr>
            <a:xfrm>
              <a:off x="4567680" y="1296360"/>
              <a:ext cx="81720" cy="38880"/>
            </a:xfrm>
            <a:custGeom>
              <a:rect b="b" l="l" r="r" t="t"/>
              <a:pathLst>
                <a:path extrusionOk="0" h="108" w="227">
                  <a:moveTo>
                    <a:pt x="225" y="66"/>
                  </a:moveTo>
                  <a:lnTo>
                    <a:pt x="202" y="0"/>
                  </a:lnTo>
                  <a:lnTo>
                    <a:pt x="25" y="0"/>
                  </a:lnTo>
                  <a:lnTo>
                    <a:pt x="2" y="66"/>
                  </a:lnTo>
                  <a:cubicBezTo>
                    <a:pt x="-5" y="86"/>
                    <a:pt x="10" y="108"/>
                    <a:pt x="32" y="108"/>
                  </a:cubicBezTo>
                  <a:lnTo>
                    <a:pt x="195" y="108"/>
                  </a:lnTo>
                  <a:cubicBezTo>
                    <a:pt x="217" y="108"/>
                    <a:pt x="232" y="86"/>
                    <a:pt x="225" y="66"/>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6" name="Google Shape;2186;p53"/>
            <p:cNvSpPr/>
            <p:nvPr/>
          </p:nvSpPr>
          <p:spPr>
            <a:xfrm>
              <a:off x="4668480" y="1221480"/>
              <a:ext cx="41760" cy="48600"/>
            </a:xfrm>
            <a:custGeom>
              <a:rect b="b" l="l" r="r" t="t"/>
              <a:pathLst>
                <a:path extrusionOk="0" h="135" w="116">
                  <a:moveTo>
                    <a:pt x="114" y="94"/>
                  </a:moveTo>
                  <a:cubicBezTo>
                    <a:pt x="100" y="53"/>
                    <a:pt x="69" y="20"/>
                    <a:pt x="28" y="2"/>
                  </a:cubicBezTo>
                  <a:lnTo>
                    <a:pt x="22" y="0"/>
                  </a:lnTo>
                  <a:cubicBezTo>
                    <a:pt x="22" y="37"/>
                    <a:pt x="15" y="75"/>
                    <a:pt x="0" y="113"/>
                  </a:cubicBezTo>
                  <a:lnTo>
                    <a:pt x="76" y="134"/>
                  </a:lnTo>
                  <a:cubicBezTo>
                    <a:pt x="101" y="141"/>
                    <a:pt x="123" y="118"/>
                    <a:pt x="114" y="94"/>
                  </a:cubicBezTo>
                  <a:close/>
                </a:path>
              </a:pathLst>
            </a:custGeom>
            <a:solidFill>
              <a:schemeClr val="lt1"/>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7" name="Google Shape;2187;p53"/>
            <p:cNvSpPr/>
            <p:nvPr/>
          </p:nvSpPr>
          <p:spPr>
            <a:xfrm>
              <a:off x="4506840" y="1221480"/>
              <a:ext cx="41760" cy="48600"/>
            </a:xfrm>
            <a:custGeom>
              <a:rect b="b" l="l" r="r" t="t"/>
              <a:pathLst>
                <a:path extrusionOk="0" h="135" w="116">
                  <a:moveTo>
                    <a:pt x="88" y="2"/>
                  </a:moveTo>
                  <a:cubicBezTo>
                    <a:pt x="47" y="20"/>
                    <a:pt x="16" y="53"/>
                    <a:pt x="2" y="94"/>
                  </a:cubicBezTo>
                  <a:cubicBezTo>
                    <a:pt x="-7" y="118"/>
                    <a:pt x="15" y="141"/>
                    <a:pt x="40" y="134"/>
                  </a:cubicBezTo>
                  <a:lnTo>
                    <a:pt x="116" y="113"/>
                  </a:lnTo>
                  <a:cubicBezTo>
                    <a:pt x="101" y="75"/>
                    <a:pt x="94" y="37"/>
                    <a:pt x="94" y="0"/>
                  </a:cubicBezTo>
                  <a:lnTo>
                    <a:pt x="88" y="2"/>
                  </a:lnTo>
                  <a:close/>
                </a:path>
              </a:pathLst>
            </a:custGeom>
            <a:solidFill>
              <a:schemeClr val="lt1"/>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8" name="Google Shape;2188;p53"/>
            <p:cNvSpPr/>
            <p:nvPr/>
          </p:nvSpPr>
          <p:spPr>
            <a:xfrm>
              <a:off x="4636080" y="1180440"/>
              <a:ext cx="142920" cy="211320"/>
            </a:xfrm>
            <a:custGeom>
              <a:rect b="b" l="l" r="r" t="t"/>
              <a:pathLst>
                <a:path extrusionOk="0" h="587" w="397">
                  <a:moveTo>
                    <a:pt x="82" y="453"/>
                  </a:moveTo>
                  <a:cubicBezTo>
                    <a:pt x="72" y="466"/>
                    <a:pt x="60" y="476"/>
                    <a:pt x="46" y="483"/>
                  </a:cubicBezTo>
                  <a:cubicBezTo>
                    <a:pt x="46" y="507"/>
                    <a:pt x="39" y="532"/>
                    <a:pt x="24" y="553"/>
                  </a:cubicBezTo>
                  <a:lnTo>
                    <a:pt x="0" y="587"/>
                  </a:lnTo>
                  <a:lnTo>
                    <a:pt x="397" y="587"/>
                  </a:lnTo>
                  <a:lnTo>
                    <a:pt x="397" y="95"/>
                  </a:lnTo>
                  <a:cubicBezTo>
                    <a:pt x="397" y="43"/>
                    <a:pt x="355" y="0"/>
                    <a:pt x="303" y="0"/>
                  </a:cubicBezTo>
                  <a:lnTo>
                    <a:pt x="91" y="0"/>
                  </a:lnTo>
                  <a:cubicBezTo>
                    <a:pt x="96" y="14"/>
                    <a:pt x="100" y="27"/>
                    <a:pt x="104" y="42"/>
                  </a:cubicBezTo>
                  <a:lnTo>
                    <a:pt x="142" y="58"/>
                  </a:lnTo>
                  <a:cubicBezTo>
                    <a:pt x="198" y="82"/>
                    <a:pt x="243" y="129"/>
                    <a:pt x="263" y="186"/>
                  </a:cubicBezTo>
                  <a:cubicBezTo>
                    <a:pt x="274" y="215"/>
                    <a:pt x="270" y="247"/>
                    <a:pt x="252" y="272"/>
                  </a:cubicBezTo>
                  <a:cubicBezTo>
                    <a:pt x="234" y="297"/>
                    <a:pt x="206" y="313"/>
                    <a:pt x="175" y="313"/>
                  </a:cubicBezTo>
                  <a:cubicBezTo>
                    <a:pt x="166" y="313"/>
                    <a:pt x="157" y="311"/>
                    <a:pt x="149" y="309"/>
                  </a:cubicBezTo>
                  <a:lnTo>
                    <a:pt x="66" y="285"/>
                  </a:lnTo>
                  <a:lnTo>
                    <a:pt x="94" y="368"/>
                  </a:lnTo>
                  <a:cubicBezTo>
                    <a:pt x="104" y="396"/>
                    <a:pt x="100" y="428"/>
                    <a:pt x="82" y="45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89" name="Google Shape;2189;p53"/>
            <p:cNvSpPr/>
            <p:nvPr/>
          </p:nvSpPr>
          <p:spPr>
            <a:xfrm>
              <a:off x="4438080" y="1180440"/>
              <a:ext cx="142920" cy="211320"/>
            </a:xfrm>
            <a:custGeom>
              <a:rect b="b" l="l" r="r" t="t"/>
              <a:pathLst>
                <a:path extrusionOk="0" h="587" w="397">
                  <a:moveTo>
                    <a:pt x="373" y="553"/>
                  </a:moveTo>
                  <a:cubicBezTo>
                    <a:pt x="358" y="532"/>
                    <a:pt x="351" y="507"/>
                    <a:pt x="351" y="483"/>
                  </a:cubicBezTo>
                  <a:cubicBezTo>
                    <a:pt x="337" y="476"/>
                    <a:pt x="325" y="466"/>
                    <a:pt x="315" y="453"/>
                  </a:cubicBezTo>
                  <a:cubicBezTo>
                    <a:pt x="297" y="428"/>
                    <a:pt x="293" y="396"/>
                    <a:pt x="303" y="368"/>
                  </a:cubicBezTo>
                  <a:lnTo>
                    <a:pt x="331" y="285"/>
                  </a:lnTo>
                  <a:lnTo>
                    <a:pt x="248" y="309"/>
                  </a:lnTo>
                  <a:cubicBezTo>
                    <a:pt x="240" y="311"/>
                    <a:pt x="231" y="312"/>
                    <a:pt x="222" y="312"/>
                  </a:cubicBezTo>
                  <a:lnTo>
                    <a:pt x="222" y="312"/>
                  </a:lnTo>
                  <a:cubicBezTo>
                    <a:pt x="191" y="312"/>
                    <a:pt x="163" y="297"/>
                    <a:pt x="145" y="272"/>
                  </a:cubicBezTo>
                  <a:cubicBezTo>
                    <a:pt x="127" y="247"/>
                    <a:pt x="123" y="215"/>
                    <a:pt x="134" y="186"/>
                  </a:cubicBezTo>
                  <a:cubicBezTo>
                    <a:pt x="154" y="129"/>
                    <a:pt x="199" y="82"/>
                    <a:pt x="255" y="58"/>
                  </a:cubicBezTo>
                  <a:lnTo>
                    <a:pt x="293" y="42"/>
                  </a:lnTo>
                  <a:cubicBezTo>
                    <a:pt x="297" y="27"/>
                    <a:pt x="301" y="14"/>
                    <a:pt x="306" y="0"/>
                  </a:cubicBezTo>
                  <a:lnTo>
                    <a:pt x="94" y="0"/>
                  </a:lnTo>
                  <a:cubicBezTo>
                    <a:pt x="42" y="0"/>
                    <a:pt x="0" y="43"/>
                    <a:pt x="0" y="95"/>
                  </a:cubicBezTo>
                  <a:lnTo>
                    <a:pt x="0" y="587"/>
                  </a:lnTo>
                  <a:lnTo>
                    <a:pt x="397" y="587"/>
                  </a:lnTo>
                  <a:lnTo>
                    <a:pt x="373" y="55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90" name="Google Shape;2190;p53"/>
            <p:cNvSpPr/>
            <p:nvPr/>
          </p:nvSpPr>
          <p:spPr>
            <a:xfrm>
              <a:off x="4587480" y="1357560"/>
              <a:ext cx="42120" cy="34200"/>
            </a:xfrm>
            <a:custGeom>
              <a:rect b="b" l="l" r="r" t="t"/>
              <a:pathLst>
                <a:path extrusionOk="0" h="95" w="117">
                  <a:moveTo>
                    <a:pt x="59" y="95"/>
                  </a:moveTo>
                  <a:lnTo>
                    <a:pt x="107" y="25"/>
                  </a:lnTo>
                  <a:cubicBezTo>
                    <a:pt x="113" y="17"/>
                    <a:pt x="116" y="9"/>
                    <a:pt x="117" y="0"/>
                  </a:cubicBezTo>
                  <a:lnTo>
                    <a:pt x="0" y="0"/>
                  </a:lnTo>
                  <a:cubicBezTo>
                    <a:pt x="1" y="9"/>
                    <a:pt x="4" y="17"/>
                    <a:pt x="10" y="25"/>
                  </a:cubicBezTo>
                  <a:lnTo>
                    <a:pt x="59" y="95"/>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91" name="Google Shape;2191;p53"/>
          <p:cNvGrpSpPr/>
          <p:nvPr/>
        </p:nvGrpSpPr>
        <p:grpSpPr>
          <a:xfrm>
            <a:off x="4792788" y="1477771"/>
            <a:ext cx="347382" cy="347058"/>
            <a:chOff x="5276160" y="1134720"/>
            <a:chExt cx="386280" cy="385920"/>
          </a:xfrm>
        </p:grpSpPr>
        <p:sp>
          <p:nvSpPr>
            <p:cNvPr id="2192" name="Google Shape;2192;p53"/>
            <p:cNvSpPr/>
            <p:nvPr/>
          </p:nvSpPr>
          <p:spPr>
            <a:xfrm>
              <a:off x="5276160" y="1134720"/>
              <a:ext cx="386280" cy="385920"/>
            </a:xfrm>
            <a:custGeom>
              <a:rect b="b" l="l" r="r" t="t"/>
              <a:pathLst>
                <a:path extrusionOk="0" h="1072" w="1073">
                  <a:moveTo>
                    <a:pt x="537" y="839"/>
                  </a:moveTo>
                  <a:cubicBezTo>
                    <a:pt x="369" y="839"/>
                    <a:pt x="233" y="703"/>
                    <a:pt x="233" y="536"/>
                  </a:cubicBezTo>
                  <a:cubicBezTo>
                    <a:pt x="233" y="368"/>
                    <a:pt x="369" y="232"/>
                    <a:pt x="537" y="232"/>
                  </a:cubicBezTo>
                  <a:cubicBezTo>
                    <a:pt x="704" y="232"/>
                    <a:pt x="840" y="368"/>
                    <a:pt x="840" y="536"/>
                  </a:cubicBezTo>
                  <a:cubicBezTo>
                    <a:pt x="840" y="703"/>
                    <a:pt x="704" y="839"/>
                    <a:pt x="537" y="839"/>
                  </a:cubicBezTo>
                  <a:moveTo>
                    <a:pt x="1041" y="420"/>
                  </a:moveTo>
                  <a:lnTo>
                    <a:pt x="994" y="420"/>
                  </a:lnTo>
                  <a:cubicBezTo>
                    <a:pt x="983" y="376"/>
                    <a:pt x="965" y="334"/>
                    <a:pt x="941" y="294"/>
                  </a:cubicBezTo>
                  <a:lnTo>
                    <a:pt x="975" y="260"/>
                  </a:lnTo>
                  <a:cubicBezTo>
                    <a:pt x="981" y="254"/>
                    <a:pt x="984" y="246"/>
                    <a:pt x="984" y="238"/>
                  </a:cubicBezTo>
                  <a:cubicBezTo>
                    <a:pt x="984" y="230"/>
                    <a:pt x="981" y="222"/>
                    <a:pt x="975" y="216"/>
                  </a:cubicBezTo>
                  <a:lnTo>
                    <a:pt x="857" y="97"/>
                  </a:lnTo>
                  <a:cubicBezTo>
                    <a:pt x="851" y="91"/>
                    <a:pt x="843" y="88"/>
                    <a:pt x="834" y="88"/>
                  </a:cubicBezTo>
                  <a:cubicBezTo>
                    <a:pt x="826" y="88"/>
                    <a:pt x="818" y="91"/>
                    <a:pt x="812" y="97"/>
                  </a:cubicBezTo>
                  <a:lnTo>
                    <a:pt x="778" y="131"/>
                  </a:lnTo>
                  <a:cubicBezTo>
                    <a:pt x="739" y="107"/>
                    <a:pt x="696" y="90"/>
                    <a:pt x="652" y="79"/>
                  </a:cubicBezTo>
                  <a:lnTo>
                    <a:pt x="652" y="31"/>
                  </a:lnTo>
                  <a:cubicBezTo>
                    <a:pt x="652" y="14"/>
                    <a:pt x="638" y="0"/>
                    <a:pt x="620" y="0"/>
                  </a:cubicBezTo>
                  <a:lnTo>
                    <a:pt x="453" y="0"/>
                  </a:lnTo>
                  <a:cubicBezTo>
                    <a:pt x="435" y="0"/>
                    <a:pt x="421" y="14"/>
                    <a:pt x="421" y="31"/>
                  </a:cubicBezTo>
                  <a:lnTo>
                    <a:pt x="421" y="79"/>
                  </a:lnTo>
                  <a:cubicBezTo>
                    <a:pt x="377" y="90"/>
                    <a:pt x="334" y="107"/>
                    <a:pt x="295" y="131"/>
                  </a:cubicBezTo>
                  <a:lnTo>
                    <a:pt x="261" y="97"/>
                  </a:lnTo>
                  <a:cubicBezTo>
                    <a:pt x="255" y="91"/>
                    <a:pt x="247" y="88"/>
                    <a:pt x="239" y="88"/>
                  </a:cubicBezTo>
                  <a:cubicBezTo>
                    <a:pt x="231" y="88"/>
                    <a:pt x="223" y="91"/>
                    <a:pt x="217" y="97"/>
                  </a:cubicBezTo>
                  <a:lnTo>
                    <a:pt x="98" y="216"/>
                  </a:lnTo>
                  <a:cubicBezTo>
                    <a:pt x="92" y="222"/>
                    <a:pt x="89" y="230"/>
                    <a:pt x="89" y="238"/>
                  </a:cubicBezTo>
                  <a:cubicBezTo>
                    <a:pt x="89" y="246"/>
                    <a:pt x="92" y="254"/>
                    <a:pt x="98" y="260"/>
                  </a:cubicBezTo>
                  <a:lnTo>
                    <a:pt x="132" y="294"/>
                  </a:lnTo>
                  <a:cubicBezTo>
                    <a:pt x="108" y="334"/>
                    <a:pt x="91" y="376"/>
                    <a:pt x="80" y="420"/>
                  </a:cubicBezTo>
                  <a:lnTo>
                    <a:pt x="32" y="420"/>
                  </a:lnTo>
                  <a:cubicBezTo>
                    <a:pt x="14" y="420"/>
                    <a:pt x="0" y="435"/>
                    <a:pt x="0" y="452"/>
                  </a:cubicBezTo>
                  <a:lnTo>
                    <a:pt x="0" y="620"/>
                  </a:lnTo>
                  <a:cubicBezTo>
                    <a:pt x="0" y="637"/>
                    <a:pt x="14" y="651"/>
                    <a:pt x="32" y="651"/>
                  </a:cubicBezTo>
                  <a:lnTo>
                    <a:pt x="80" y="651"/>
                  </a:lnTo>
                  <a:cubicBezTo>
                    <a:pt x="91" y="696"/>
                    <a:pt x="108" y="738"/>
                    <a:pt x="132" y="777"/>
                  </a:cubicBezTo>
                  <a:lnTo>
                    <a:pt x="98" y="811"/>
                  </a:lnTo>
                  <a:cubicBezTo>
                    <a:pt x="92" y="817"/>
                    <a:pt x="89" y="825"/>
                    <a:pt x="89" y="833"/>
                  </a:cubicBezTo>
                  <a:cubicBezTo>
                    <a:pt x="89" y="842"/>
                    <a:pt x="92" y="850"/>
                    <a:pt x="98" y="856"/>
                  </a:cubicBezTo>
                  <a:lnTo>
                    <a:pt x="217" y="974"/>
                  </a:lnTo>
                  <a:cubicBezTo>
                    <a:pt x="229" y="986"/>
                    <a:pt x="249" y="986"/>
                    <a:pt x="261" y="974"/>
                  </a:cubicBezTo>
                  <a:lnTo>
                    <a:pt x="295" y="940"/>
                  </a:lnTo>
                  <a:cubicBezTo>
                    <a:pt x="334" y="964"/>
                    <a:pt x="377" y="982"/>
                    <a:pt x="421" y="993"/>
                  </a:cubicBezTo>
                  <a:lnTo>
                    <a:pt x="421" y="1041"/>
                  </a:lnTo>
                  <a:cubicBezTo>
                    <a:pt x="421" y="1058"/>
                    <a:pt x="435" y="1072"/>
                    <a:pt x="453" y="1072"/>
                  </a:cubicBezTo>
                  <a:lnTo>
                    <a:pt x="620" y="1072"/>
                  </a:lnTo>
                  <a:cubicBezTo>
                    <a:pt x="638" y="1072"/>
                    <a:pt x="652" y="1058"/>
                    <a:pt x="652" y="1041"/>
                  </a:cubicBezTo>
                  <a:lnTo>
                    <a:pt x="652" y="993"/>
                  </a:lnTo>
                  <a:cubicBezTo>
                    <a:pt x="696" y="982"/>
                    <a:pt x="739" y="964"/>
                    <a:pt x="778" y="940"/>
                  </a:cubicBezTo>
                  <a:lnTo>
                    <a:pt x="812" y="974"/>
                  </a:lnTo>
                  <a:cubicBezTo>
                    <a:pt x="824" y="986"/>
                    <a:pt x="844" y="986"/>
                    <a:pt x="857" y="974"/>
                  </a:cubicBezTo>
                  <a:lnTo>
                    <a:pt x="975" y="856"/>
                  </a:lnTo>
                  <a:cubicBezTo>
                    <a:pt x="981" y="850"/>
                    <a:pt x="984" y="842"/>
                    <a:pt x="984" y="833"/>
                  </a:cubicBezTo>
                  <a:cubicBezTo>
                    <a:pt x="984" y="825"/>
                    <a:pt x="981" y="817"/>
                    <a:pt x="975" y="811"/>
                  </a:cubicBezTo>
                  <a:lnTo>
                    <a:pt x="941" y="777"/>
                  </a:lnTo>
                  <a:cubicBezTo>
                    <a:pt x="965" y="738"/>
                    <a:pt x="983" y="696"/>
                    <a:pt x="994" y="651"/>
                  </a:cubicBezTo>
                  <a:lnTo>
                    <a:pt x="1041" y="651"/>
                  </a:lnTo>
                  <a:cubicBezTo>
                    <a:pt x="1059" y="651"/>
                    <a:pt x="1073" y="637"/>
                    <a:pt x="1073" y="620"/>
                  </a:cubicBezTo>
                  <a:lnTo>
                    <a:pt x="1073" y="452"/>
                  </a:lnTo>
                  <a:cubicBezTo>
                    <a:pt x="1073" y="435"/>
                    <a:pt x="1059" y="420"/>
                    <a:pt x="1041" y="42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93" name="Google Shape;2193;p53"/>
            <p:cNvSpPr/>
            <p:nvPr/>
          </p:nvSpPr>
          <p:spPr>
            <a:xfrm>
              <a:off x="5383440" y="1241640"/>
              <a:ext cx="171720" cy="172080"/>
            </a:xfrm>
            <a:custGeom>
              <a:rect b="b" l="l" r="r" t="t"/>
              <a:pathLst>
                <a:path extrusionOk="0" h="478" w="477">
                  <a:moveTo>
                    <a:pt x="322" y="270"/>
                  </a:moveTo>
                  <a:lnTo>
                    <a:pt x="239" y="270"/>
                  </a:lnTo>
                  <a:cubicBezTo>
                    <a:pt x="221" y="270"/>
                    <a:pt x="207" y="256"/>
                    <a:pt x="207" y="239"/>
                  </a:cubicBezTo>
                  <a:lnTo>
                    <a:pt x="207" y="134"/>
                  </a:lnTo>
                  <a:cubicBezTo>
                    <a:pt x="207" y="117"/>
                    <a:pt x="221" y="103"/>
                    <a:pt x="239" y="103"/>
                  </a:cubicBezTo>
                  <a:cubicBezTo>
                    <a:pt x="256" y="103"/>
                    <a:pt x="270" y="117"/>
                    <a:pt x="270" y="134"/>
                  </a:cubicBezTo>
                  <a:lnTo>
                    <a:pt x="270" y="207"/>
                  </a:lnTo>
                  <a:lnTo>
                    <a:pt x="322" y="207"/>
                  </a:lnTo>
                  <a:cubicBezTo>
                    <a:pt x="340" y="207"/>
                    <a:pt x="354" y="221"/>
                    <a:pt x="354" y="239"/>
                  </a:cubicBezTo>
                  <a:cubicBezTo>
                    <a:pt x="354" y="256"/>
                    <a:pt x="340" y="270"/>
                    <a:pt x="322" y="270"/>
                  </a:cubicBezTo>
                  <a:moveTo>
                    <a:pt x="448" y="207"/>
                  </a:moveTo>
                  <a:lnTo>
                    <a:pt x="477" y="207"/>
                  </a:lnTo>
                  <a:cubicBezTo>
                    <a:pt x="472" y="164"/>
                    <a:pt x="455" y="125"/>
                    <a:pt x="430" y="92"/>
                  </a:cubicBezTo>
                  <a:lnTo>
                    <a:pt x="409" y="113"/>
                  </a:lnTo>
                  <a:cubicBezTo>
                    <a:pt x="397" y="125"/>
                    <a:pt x="377" y="125"/>
                    <a:pt x="365" y="113"/>
                  </a:cubicBezTo>
                  <a:cubicBezTo>
                    <a:pt x="352" y="101"/>
                    <a:pt x="352" y="81"/>
                    <a:pt x="365" y="68"/>
                  </a:cubicBezTo>
                  <a:lnTo>
                    <a:pt x="385" y="48"/>
                  </a:lnTo>
                  <a:cubicBezTo>
                    <a:pt x="352" y="22"/>
                    <a:pt x="313" y="6"/>
                    <a:pt x="270" y="0"/>
                  </a:cubicBezTo>
                  <a:lnTo>
                    <a:pt x="270" y="29"/>
                  </a:lnTo>
                  <a:cubicBezTo>
                    <a:pt x="270" y="47"/>
                    <a:pt x="256" y="61"/>
                    <a:pt x="239" y="61"/>
                  </a:cubicBezTo>
                  <a:cubicBezTo>
                    <a:pt x="221" y="61"/>
                    <a:pt x="207" y="47"/>
                    <a:pt x="207" y="29"/>
                  </a:cubicBezTo>
                  <a:lnTo>
                    <a:pt x="207" y="0"/>
                  </a:lnTo>
                  <a:cubicBezTo>
                    <a:pt x="164" y="6"/>
                    <a:pt x="125" y="22"/>
                    <a:pt x="92" y="48"/>
                  </a:cubicBezTo>
                  <a:lnTo>
                    <a:pt x="113" y="68"/>
                  </a:lnTo>
                  <a:cubicBezTo>
                    <a:pt x="125" y="81"/>
                    <a:pt x="125" y="101"/>
                    <a:pt x="113" y="113"/>
                  </a:cubicBezTo>
                  <a:cubicBezTo>
                    <a:pt x="100" y="125"/>
                    <a:pt x="81" y="125"/>
                    <a:pt x="68" y="113"/>
                  </a:cubicBezTo>
                  <a:lnTo>
                    <a:pt x="48" y="92"/>
                  </a:lnTo>
                  <a:cubicBezTo>
                    <a:pt x="22" y="125"/>
                    <a:pt x="5" y="164"/>
                    <a:pt x="0" y="207"/>
                  </a:cubicBezTo>
                  <a:lnTo>
                    <a:pt x="29" y="207"/>
                  </a:lnTo>
                  <a:cubicBezTo>
                    <a:pt x="47" y="207"/>
                    <a:pt x="61" y="221"/>
                    <a:pt x="61" y="239"/>
                  </a:cubicBezTo>
                  <a:cubicBezTo>
                    <a:pt x="61" y="256"/>
                    <a:pt x="47" y="270"/>
                    <a:pt x="29" y="270"/>
                  </a:cubicBezTo>
                  <a:lnTo>
                    <a:pt x="0" y="270"/>
                  </a:lnTo>
                  <a:cubicBezTo>
                    <a:pt x="5" y="313"/>
                    <a:pt x="22" y="353"/>
                    <a:pt x="48" y="385"/>
                  </a:cubicBezTo>
                  <a:lnTo>
                    <a:pt x="68" y="365"/>
                  </a:lnTo>
                  <a:cubicBezTo>
                    <a:pt x="81" y="352"/>
                    <a:pt x="100" y="352"/>
                    <a:pt x="113" y="365"/>
                  </a:cubicBezTo>
                  <a:cubicBezTo>
                    <a:pt x="125" y="377"/>
                    <a:pt x="125" y="397"/>
                    <a:pt x="113" y="409"/>
                  </a:cubicBezTo>
                  <a:lnTo>
                    <a:pt x="92" y="430"/>
                  </a:lnTo>
                  <a:cubicBezTo>
                    <a:pt x="125" y="455"/>
                    <a:pt x="164" y="472"/>
                    <a:pt x="207" y="478"/>
                  </a:cubicBezTo>
                  <a:lnTo>
                    <a:pt x="207" y="448"/>
                  </a:lnTo>
                  <a:cubicBezTo>
                    <a:pt x="207" y="431"/>
                    <a:pt x="221" y="417"/>
                    <a:pt x="239" y="417"/>
                  </a:cubicBezTo>
                  <a:cubicBezTo>
                    <a:pt x="256" y="417"/>
                    <a:pt x="270" y="431"/>
                    <a:pt x="270" y="448"/>
                  </a:cubicBezTo>
                  <a:lnTo>
                    <a:pt x="270" y="478"/>
                  </a:lnTo>
                  <a:cubicBezTo>
                    <a:pt x="313" y="472"/>
                    <a:pt x="352" y="455"/>
                    <a:pt x="385" y="430"/>
                  </a:cubicBezTo>
                  <a:lnTo>
                    <a:pt x="365" y="409"/>
                  </a:lnTo>
                  <a:cubicBezTo>
                    <a:pt x="352" y="397"/>
                    <a:pt x="352" y="377"/>
                    <a:pt x="365" y="365"/>
                  </a:cubicBezTo>
                  <a:cubicBezTo>
                    <a:pt x="377" y="352"/>
                    <a:pt x="397" y="352"/>
                    <a:pt x="409" y="365"/>
                  </a:cubicBezTo>
                  <a:lnTo>
                    <a:pt x="430" y="385"/>
                  </a:lnTo>
                  <a:cubicBezTo>
                    <a:pt x="455" y="353"/>
                    <a:pt x="472" y="313"/>
                    <a:pt x="477" y="270"/>
                  </a:cubicBezTo>
                  <a:lnTo>
                    <a:pt x="448" y="270"/>
                  </a:lnTo>
                  <a:cubicBezTo>
                    <a:pt x="431" y="270"/>
                    <a:pt x="417" y="256"/>
                    <a:pt x="417" y="239"/>
                  </a:cubicBezTo>
                  <a:cubicBezTo>
                    <a:pt x="417" y="221"/>
                    <a:pt x="431" y="207"/>
                    <a:pt x="448" y="207"/>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94" name="Google Shape;2194;p53"/>
          <p:cNvGrpSpPr/>
          <p:nvPr/>
        </p:nvGrpSpPr>
        <p:grpSpPr>
          <a:xfrm>
            <a:off x="5525106" y="1477771"/>
            <a:ext cx="347382" cy="347058"/>
            <a:chOff x="6090480" y="1134720"/>
            <a:chExt cx="386280" cy="385920"/>
          </a:xfrm>
        </p:grpSpPr>
        <p:sp>
          <p:nvSpPr>
            <p:cNvPr id="2195" name="Google Shape;2195;p53"/>
            <p:cNvSpPr/>
            <p:nvPr/>
          </p:nvSpPr>
          <p:spPr>
            <a:xfrm>
              <a:off x="6117120" y="1166040"/>
              <a:ext cx="60120" cy="60480"/>
            </a:xfrm>
            <a:custGeom>
              <a:rect b="b" l="l" r="r" t="t"/>
              <a:pathLst>
                <a:path extrusionOk="0" h="168" w="167">
                  <a:moveTo>
                    <a:pt x="167" y="84"/>
                  </a:moveTo>
                  <a:cubicBezTo>
                    <a:pt x="167" y="131"/>
                    <a:pt x="130" y="168"/>
                    <a:pt x="84" y="168"/>
                  </a:cubicBezTo>
                  <a:cubicBezTo>
                    <a:pt x="37" y="168"/>
                    <a:pt x="0" y="131"/>
                    <a:pt x="0" y="84"/>
                  </a:cubicBezTo>
                  <a:cubicBezTo>
                    <a:pt x="0" y="38"/>
                    <a:pt x="37" y="0"/>
                    <a:pt x="84" y="0"/>
                  </a:cubicBezTo>
                  <a:cubicBezTo>
                    <a:pt x="130" y="0"/>
                    <a:pt x="167" y="38"/>
                    <a:pt x="167" y="84"/>
                  </a:cubicBezTo>
                  <a:close/>
                </a:path>
              </a:pathLst>
            </a:custGeom>
            <a:solidFill>
              <a:schemeClr val="lt1"/>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96" name="Google Shape;2196;p53"/>
            <p:cNvSpPr/>
            <p:nvPr/>
          </p:nvSpPr>
          <p:spPr>
            <a:xfrm>
              <a:off x="6090480" y="1233360"/>
              <a:ext cx="113400" cy="68760"/>
            </a:xfrm>
            <a:custGeom>
              <a:rect b="b" l="l" r="r" t="t"/>
              <a:pathLst>
                <a:path extrusionOk="0" h="191" w="315">
                  <a:moveTo>
                    <a:pt x="315" y="159"/>
                  </a:moveTo>
                  <a:lnTo>
                    <a:pt x="315" y="117"/>
                  </a:lnTo>
                  <a:cubicBezTo>
                    <a:pt x="315" y="71"/>
                    <a:pt x="294" y="29"/>
                    <a:pt x="262" y="0"/>
                  </a:cubicBezTo>
                  <a:cubicBezTo>
                    <a:pt x="235" y="27"/>
                    <a:pt x="198" y="44"/>
                    <a:pt x="158" y="44"/>
                  </a:cubicBezTo>
                  <a:cubicBezTo>
                    <a:pt x="117" y="44"/>
                    <a:pt x="80" y="27"/>
                    <a:pt x="53" y="0"/>
                  </a:cubicBezTo>
                  <a:cubicBezTo>
                    <a:pt x="21" y="29"/>
                    <a:pt x="0" y="71"/>
                    <a:pt x="0" y="117"/>
                  </a:cubicBezTo>
                  <a:lnTo>
                    <a:pt x="0" y="159"/>
                  </a:lnTo>
                  <a:cubicBezTo>
                    <a:pt x="0" y="176"/>
                    <a:pt x="15" y="191"/>
                    <a:pt x="32" y="191"/>
                  </a:cubicBezTo>
                  <a:lnTo>
                    <a:pt x="283" y="191"/>
                  </a:lnTo>
                  <a:cubicBezTo>
                    <a:pt x="301" y="191"/>
                    <a:pt x="315" y="176"/>
                    <a:pt x="315" y="159"/>
                  </a:cubicBezTo>
                  <a:close/>
                </a:path>
              </a:pathLst>
            </a:custGeom>
            <a:solidFill>
              <a:schemeClr val="lt1"/>
            </a:solidFill>
            <a:ln>
              <a:noFill/>
            </a:ln>
          </p:spPr>
          <p:txBody>
            <a:bodyPr anchorCtr="1" anchor="ctr" bIns="23750" lIns="90000" spcFirstLastPara="1" rIns="90000" wrap="square" tIns="23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97" name="Google Shape;2197;p53"/>
            <p:cNvSpPr/>
            <p:nvPr/>
          </p:nvSpPr>
          <p:spPr>
            <a:xfrm>
              <a:off x="6253560" y="1134720"/>
              <a:ext cx="60120" cy="60120"/>
            </a:xfrm>
            <a:custGeom>
              <a:rect b="b" l="l" r="r" t="t"/>
              <a:pathLst>
                <a:path extrusionOk="0" h="167" w="167">
                  <a:moveTo>
                    <a:pt x="167" y="83"/>
                  </a:moveTo>
                  <a:cubicBezTo>
                    <a:pt x="167" y="130"/>
                    <a:pt x="130" y="167"/>
                    <a:pt x="84" y="167"/>
                  </a:cubicBezTo>
                  <a:cubicBezTo>
                    <a:pt x="37" y="167"/>
                    <a:pt x="0" y="130"/>
                    <a:pt x="0" y="83"/>
                  </a:cubicBezTo>
                  <a:cubicBezTo>
                    <a:pt x="0" y="37"/>
                    <a:pt x="37" y="0"/>
                    <a:pt x="84" y="0"/>
                  </a:cubicBezTo>
                  <a:cubicBezTo>
                    <a:pt x="130" y="0"/>
                    <a:pt x="167" y="37"/>
                    <a:pt x="167" y="83"/>
                  </a:cubicBezTo>
                  <a:close/>
                </a:path>
              </a:pathLst>
            </a:custGeom>
            <a:solidFill>
              <a:schemeClr val="lt1"/>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98" name="Google Shape;2198;p53"/>
            <p:cNvSpPr/>
            <p:nvPr/>
          </p:nvSpPr>
          <p:spPr>
            <a:xfrm>
              <a:off x="6227280" y="1201680"/>
              <a:ext cx="113040" cy="68760"/>
            </a:xfrm>
            <a:custGeom>
              <a:rect b="b" l="l" r="r" t="t"/>
              <a:pathLst>
                <a:path extrusionOk="0" h="191" w="314">
                  <a:moveTo>
                    <a:pt x="31" y="191"/>
                  </a:moveTo>
                  <a:lnTo>
                    <a:pt x="282" y="191"/>
                  </a:lnTo>
                  <a:cubicBezTo>
                    <a:pt x="300" y="191"/>
                    <a:pt x="314" y="176"/>
                    <a:pt x="314" y="159"/>
                  </a:cubicBezTo>
                  <a:lnTo>
                    <a:pt x="314" y="117"/>
                  </a:lnTo>
                  <a:cubicBezTo>
                    <a:pt x="314" y="71"/>
                    <a:pt x="293" y="29"/>
                    <a:pt x="261" y="0"/>
                  </a:cubicBezTo>
                  <a:cubicBezTo>
                    <a:pt x="235" y="27"/>
                    <a:pt x="198" y="44"/>
                    <a:pt x="157" y="44"/>
                  </a:cubicBezTo>
                  <a:cubicBezTo>
                    <a:pt x="116" y="44"/>
                    <a:pt x="79" y="27"/>
                    <a:pt x="52" y="0"/>
                  </a:cubicBezTo>
                  <a:cubicBezTo>
                    <a:pt x="20" y="29"/>
                    <a:pt x="0" y="71"/>
                    <a:pt x="0" y="117"/>
                  </a:cubicBezTo>
                  <a:lnTo>
                    <a:pt x="0" y="159"/>
                  </a:lnTo>
                  <a:cubicBezTo>
                    <a:pt x="0" y="176"/>
                    <a:pt x="14" y="191"/>
                    <a:pt x="31" y="191"/>
                  </a:cubicBezTo>
                  <a:close/>
                </a:path>
              </a:pathLst>
            </a:custGeom>
            <a:solidFill>
              <a:schemeClr val="lt1"/>
            </a:solidFill>
            <a:ln>
              <a:noFill/>
            </a:ln>
          </p:spPr>
          <p:txBody>
            <a:bodyPr anchorCtr="1" anchor="ctr" bIns="23750" lIns="90000" spcFirstLastPara="1" rIns="90000" wrap="square" tIns="23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99" name="Google Shape;2199;p53"/>
            <p:cNvSpPr/>
            <p:nvPr/>
          </p:nvSpPr>
          <p:spPr>
            <a:xfrm>
              <a:off x="6390000" y="1166040"/>
              <a:ext cx="60480" cy="60480"/>
            </a:xfrm>
            <a:custGeom>
              <a:rect b="b" l="l" r="r" t="t"/>
              <a:pathLst>
                <a:path extrusionOk="0" h="168" w="168">
                  <a:moveTo>
                    <a:pt x="168" y="84"/>
                  </a:moveTo>
                  <a:cubicBezTo>
                    <a:pt x="168" y="131"/>
                    <a:pt x="130" y="168"/>
                    <a:pt x="84" y="168"/>
                  </a:cubicBezTo>
                  <a:cubicBezTo>
                    <a:pt x="37" y="168"/>
                    <a:pt x="0" y="131"/>
                    <a:pt x="0" y="84"/>
                  </a:cubicBezTo>
                  <a:cubicBezTo>
                    <a:pt x="0" y="38"/>
                    <a:pt x="37" y="0"/>
                    <a:pt x="84" y="0"/>
                  </a:cubicBezTo>
                  <a:cubicBezTo>
                    <a:pt x="130" y="0"/>
                    <a:pt x="168" y="38"/>
                    <a:pt x="168" y="84"/>
                  </a:cubicBezTo>
                  <a:close/>
                </a:path>
              </a:pathLst>
            </a:custGeom>
            <a:solidFill>
              <a:schemeClr val="lt1"/>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0" name="Google Shape;2200;p53"/>
            <p:cNvSpPr/>
            <p:nvPr/>
          </p:nvSpPr>
          <p:spPr>
            <a:xfrm>
              <a:off x="6363720" y="1233360"/>
              <a:ext cx="113040" cy="68400"/>
            </a:xfrm>
            <a:custGeom>
              <a:rect b="b" l="l" r="r" t="t"/>
              <a:pathLst>
                <a:path extrusionOk="0" h="190" w="314">
                  <a:moveTo>
                    <a:pt x="261" y="0"/>
                  </a:moveTo>
                  <a:cubicBezTo>
                    <a:pt x="235" y="27"/>
                    <a:pt x="198" y="44"/>
                    <a:pt x="157" y="44"/>
                  </a:cubicBezTo>
                  <a:cubicBezTo>
                    <a:pt x="116" y="44"/>
                    <a:pt x="79" y="27"/>
                    <a:pt x="52" y="0"/>
                  </a:cubicBezTo>
                  <a:cubicBezTo>
                    <a:pt x="20" y="29"/>
                    <a:pt x="0" y="71"/>
                    <a:pt x="0" y="117"/>
                  </a:cubicBezTo>
                  <a:lnTo>
                    <a:pt x="0" y="159"/>
                  </a:lnTo>
                  <a:cubicBezTo>
                    <a:pt x="0" y="176"/>
                    <a:pt x="14" y="190"/>
                    <a:pt x="31" y="190"/>
                  </a:cubicBezTo>
                  <a:lnTo>
                    <a:pt x="282" y="190"/>
                  </a:lnTo>
                  <a:cubicBezTo>
                    <a:pt x="300" y="190"/>
                    <a:pt x="314" y="176"/>
                    <a:pt x="314" y="159"/>
                  </a:cubicBezTo>
                  <a:lnTo>
                    <a:pt x="314" y="117"/>
                  </a:lnTo>
                  <a:cubicBezTo>
                    <a:pt x="314" y="71"/>
                    <a:pt x="294" y="29"/>
                    <a:pt x="261" y="0"/>
                  </a:cubicBezTo>
                  <a:close/>
                </a:path>
              </a:pathLst>
            </a:custGeom>
            <a:solidFill>
              <a:schemeClr val="lt1"/>
            </a:solidFill>
            <a:ln>
              <a:noFill/>
            </a:ln>
          </p:spPr>
          <p:txBody>
            <a:bodyPr anchorCtr="1" anchor="ctr" bIns="23400" lIns="90000" spcFirstLastPara="1" rIns="90000" wrap="square" tIns="23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1" name="Google Shape;2201;p53"/>
            <p:cNvSpPr/>
            <p:nvPr/>
          </p:nvSpPr>
          <p:spPr>
            <a:xfrm>
              <a:off x="6174360" y="1316880"/>
              <a:ext cx="60480" cy="45360"/>
            </a:xfrm>
            <a:custGeom>
              <a:rect b="b" l="l" r="r" t="t"/>
              <a:pathLst>
                <a:path extrusionOk="0" h="126" w="168">
                  <a:moveTo>
                    <a:pt x="0" y="32"/>
                  </a:moveTo>
                  <a:lnTo>
                    <a:pt x="0" y="126"/>
                  </a:lnTo>
                  <a:lnTo>
                    <a:pt x="168" y="126"/>
                  </a:lnTo>
                  <a:lnTo>
                    <a:pt x="168" y="32"/>
                  </a:lnTo>
                  <a:cubicBezTo>
                    <a:pt x="168" y="14"/>
                    <a:pt x="153" y="0"/>
                    <a:pt x="136" y="0"/>
                  </a:cubicBezTo>
                  <a:lnTo>
                    <a:pt x="31" y="0"/>
                  </a:lnTo>
                  <a:cubicBezTo>
                    <a:pt x="14" y="0"/>
                    <a:pt x="0" y="14"/>
                    <a:pt x="0" y="32"/>
                  </a:cubicBezTo>
                  <a:close/>
                </a:path>
              </a:pathLst>
            </a:custGeom>
            <a:solidFill>
              <a:schemeClr val="lt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2" name="Google Shape;2202;p53"/>
            <p:cNvSpPr/>
            <p:nvPr/>
          </p:nvSpPr>
          <p:spPr>
            <a:xfrm>
              <a:off x="6332760" y="1316880"/>
              <a:ext cx="60120" cy="45360"/>
            </a:xfrm>
            <a:custGeom>
              <a:rect b="b" l="l" r="r" t="t"/>
              <a:pathLst>
                <a:path extrusionOk="0" h="126" w="167">
                  <a:moveTo>
                    <a:pt x="136" y="0"/>
                  </a:moveTo>
                  <a:lnTo>
                    <a:pt x="31" y="0"/>
                  </a:lnTo>
                  <a:cubicBezTo>
                    <a:pt x="14" y="0"/>
                    <a:pt x="0" y="14"/>
                    <a:pt x="0" y="32"/>
                  </a:cubicBezTo>
                  <a:lnTo>
                    <a:pt x="0" y="126"/>
                  </a:lnTo>
                  <a:lnTo>
                    <a:pt x="167" y="126"/>
                  </a:lnTo>
                  <a:lnTo>
                    <a:pt x="167" y="32"/>
                  </a:lnTo>
                  <a:cubicBezTo>
                    <a:pt x="167" y="14"/>
                    <a:pt x="153" y="0"/>
                    <a:pt x="136" y="0"/>
                  </a:cubicBezTo>
                  <a:close/>
                </a:path>
              </a:pathLst>
            </a:custGeom>
            <a:solidFill>
              <a:schemeClr val="lt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3" name="Google Shape;2203;p53"/>
            <p:cNvSpPr/>
            <p:nvPr/>
          </p:nvSpPr>
          <p:spPr>
            <a:xfrm>
              <a:off x="6174360" y="1384920"/>
              <a:ext cx="218520" cy="135720"/>
            </a:xfrm>
            <a:custGeom>
              <a:rect b="b" l="l" r="r" t="t"/>
              <a:pathLst>
                <a:path extrusionOk="0" h="377" w="607">
                  <a:moveTo>
                    <a:pt x="440" y="73"/>
                  </a:moveTo>
                  <a:cubicBezTo>
                    <a:pt x="440" y="148"/>
                    <a:pt x="379" y="209"/>
                    <a:pt x="304" y="209"/>
                  </a:cubicBezTo>
                  <a:cubicBezTo>
                    <a:pt x="228" y="209"/>
                    <a:pt x="168" y="148"/>
                    <a:pt x="168" y="73"/>
                  </a:cubicBezTo>
                  <a:lnTo>
                    <a:pt x="168" y="0"/>
                  </a:lnTo>
                  <a:lnTo>
                    <a:pt x="0" y="0"/>
                  </a:lnTo>
                  <a:lnTo>
                    <a:pt x="0" y="73"/>
                  </a:lnTo>
                  <a:cubicBezTo>
                    <a:pt x="0" y="241"/>
                    <a:pt x="136" y="377"/>
                    <a:pt x="304" y="377"/>
                  </a:cubicBezTo>
                  <a:cubicBezTo>
                    <a:pt x="471" y="377"/>
                    <a:pt x="607" y="241"/>
                    <a:pt x="607" y="73"/>
                  </a:cubicBezTo>
                  <a:lnTo>
                    <a:pt x="607" y="0"/>
                  </a:lnTo>
                  <a:lnTo>
                    <a:pt x="440" y="0"/>
                  </a:lnTo>
                  <a:lnTo>
                    <a:pt x="440" y="7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04" name="Google Shape;2204;p53"/>
          <p:cNvGrpSpPr/>
          <p:nvPr/>
        </p:nvGrpSpPr>
        <p:grpSpPr>
          <a:xfrm>
            <a:off x="6270374" y="1477771"/>
            <a:ext cx="347058" cy="347058"/>
            <a:chOff x="6919200" y="1134720"/>
            <a:chExt cx="385920" cy="385920"/>
          </a:xfrm>
        </p:grpSpPr>
        <p:sp>
          <p:nvSpPr>
            <p:cNvPr id="2205" name="Google Shape;2205;p53"/>
            <p:cNvSpPr/>
            <p:nvPr/>
          </p:nvSpPr>
          <p:spPr>
            <a:xfrm>
              <a:off x="6992640" y="1460160"/>
              <a:ext cx="250200" cy="60480"/>
            </a:xfrm>
            <a:custGeom>
              <a:rect b="b" l="l" r="r" t="t"/>
              <a:pathLst>
                <a:path extrusionOk="0" h="168" w="695">
                  <a:moveTo>
                    <a:pt x="664" y="0"/>
                  </a:moveTo>
                  <a:lnTo>
                    <a:pt x="57" y="0"/>
                  </a:lnTo>
                  <a:cubicBezTo>
                    <a:pt x="40" y="0"/>
                    <a:pt x="26" y="14"/>
                    <a:pt x="26" y="32"/>
                  </a:cubicBezTo>
                  <a:lnTo>
                    <a:pt x="26" y="84"/>
                  </a:lnTo>
                  <a:cubicBezTo>
                    <a:pt x="26" y="115"/>
                    <a:pt x="16" y="144"/>
                    <a:pt x="0" y="168"/>
                  </a:cubicBezTo>
                  <a:lnTo>
                    <a:pt x="611" y="168"/>
                  </a:lnTo>
                  <a:cubicBezTo>
                    <a:pt x="658" y="168"/>
                    <a:pt x="695" y="130"/>
                    <a:pt x="695" y="84"/>
                  </a:cubicBezTo>
                  <a:lnTo>
                    <a:pt x="695" y="32"/>
                  </a:lnTo>
                  <a:cubicBezTo>
                    <a:pt x="695" y="14"/>
                    <a:pt x="681" y="0"/>
                    <a:pt x="664" y="0"/>
                  </a:cubicBezTo>
                  <a:close/>
                </a:path>
              </a:pathLst>
            </a:custGeom>
            <a:solidFill>
              <a:schemeClr val="lt1"/>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6" name="Google Shape;2206;p53"/>
            <p:cNvSpPr/>
            <p:nvPr/>
          </p:nvSpPr>
          <p:spPr>
            <a:xfrm>
              <a:off x="7115760" y="1312920"/>
              <a:ext cx="68040" cy="77760"/>
            </a:xfrm>
            <a:custGeom>
              <a:rect b="b" l="l" r="r" t="t"/>
              <a:pathLst>
                <a:path extrusionOk="0" h="216" w="189">
                  <a:moveTo>
                    <a:pt x="53" y="208"/>
                  </a:moveTo>
                  <a:lnTo>
                    <a:pt x="189" y="78"/>
                  </a:lnTo>
                  <a:lnTo>
                    <a:pt x="78" y="0"/>
                  </a:lnTo>
                  <a:lnTo>
                    <a:pt x="2" y="172"/>
                  </a:lnTo>
                  <a:cubicBezTo>
                    <a:pt x="-11" y="204"/>
                    <a:pt x="28" y="231"/>
                    <a:pt x="53" y="208"/>
                  </a:cubicBezTo>
                  <a:close/>
                </a:path>
              </a:pathLst>
            </a:custGeom>
            <a:solidFill>
              <a:schemeClr val="lt1"/>
            </a:solidFill>
            <a:ln>
              <a:noFill/>
            </a:ln>
          </p:spPr>
          <p:txBody>
            <a:bodyPr anchorCtr="1" anchor="ctr" bIns="32750" lIns="90000" spcFirstLastPara="1" rIns="90000" wrap="square" tIns="32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7" name="Google Shape;2207;p53"/>
            <p:cNvSpPr/>
            <p:nvPr/>
          </p:nvSpPr>
          <p:spPr>
            <a:xfrm>
              <a:off x="7243920" y="1136880"/>
              <a:ext cx="61200" cy="60120"/>
            </a:xfrm>
            <a:custGeom>
              <a:rect b="b" l="l" r="r" t="t"/>
              <a:pathLst>
                <a:path extrusionOk="0" h="167" w="170">
                  <a:moveTo>
                    <a:pt x="138" y="13"/>
                  </a:moveTo>
                  <a:cubicBezTo>
                    <a:pt x="104" y="-9"/>
                    <a:pt x="59" y="-2"/>
                    <a:pt x="36" y="31"/>
                  </a:cubicBezTo>
                  <a:lnTo>
                    <a:pt x="0" y="83"/>
                  </a:lnTo>
                  <a:lnTo>
                    <a:pt x="120" y="167"/>
                  </a:lnTo>
                  <a:lnTo>
                    <a:pt x="156" y="116"/>
                  </a:lnTo>
                  <a:cubicBezTo>
                    <a:pt x="179" y="82"/>
                    <a:pt x="171" y="37"/>
                    <a:pt x="138" y="13"/>
                  </a:cubicBezTo>
                  <a:close/>
                </a:path>
              </a:pathLst>
            </a:custGeom>
            <a:solidFill>
              <a:schemeClr val="lt1"/>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8" name="Google Shape;2208;p53"/>
            <p:cNvSpPr/>
            <p:nvPr/>
          </p:nvSpPr>
          <p:spPr>
            <a:xfrm>
              <a:off x="7155000" y="1185480"/>
              <a:ext cx="119160" cy="138240"/>
            </a:xfrm>
            <a:custGeom>
              <a:rect b="b" l="l" r="r" t="t"/>
              <a:pathLst>
                <a:path extrusionOk="0" h="384" w="331">
                  <a:moveTo>
                    <a:pt x="0" y="300"/>
                  </a:moveTo>
                  <a:lnTo>
                    <a:pt x="211" y="0"/>
                  </a:lnTo>
                  <a:lnTo>
                    <a:pt x="331" y="84"/>
                  </a:lnTo>
                  <a:lnTo>
                    <a:pt x="121" y="384"/>
                  </a:lnTo>
                  <a:lnTo>
                    <a:pt x="0" y="30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9" name="Google Shape;2209;p53"/>
            <p:cNvSpPr/>
            <p:nvPr/>
          </p:nvSpPr>
          <p:spPr>
            <a:xfrm>
              <a:off x="6919200" y="1134720"/>
              <a:ext cx="278280" cy="385920"/>
            </a:xfrm>
            <a:custGeom>
              <a:rect b="b" l="l" r="r" t="t"/>
              <a:pathLst>
                <a:path extrusionOk="0" h="1072" w="773">
                  <a:moveTo>
                    <a:pt x="157" y="691"/>
                  </a:moveTo>
                  <a:cubicBezTo>
                    <a:pt x="139" y="691"/>
                    <a:pt x="125" y="677"/>
                    <a:pt x="125" y="659"/>
                  </a:cubicBezTo>
                  <a:cubicBezTo>
                    <a:pt x="125" y="642"/>
                    <a:pt x="139" y="628"/>
                    <a:pt x="157" y="628"/>
                  </a:cubicBezTo>
                  <a:lnTo>
                    <a:pt x="324" y="628"/>
                  </a:lnTo>
                  <a:cubicBezTo>
                    <a:pt x="342" y="628"/>
                    <a:pt x="356" y="642"/>
                    <a:pt x="356" y="659"/>
                  </a:cubicBezTo>
                  <a:cubicBezTo>
                    <a:pt x="356" y="677"/>
                    <a:pt x="342" y="691"/>
                    <a:pt x="324" y="691"/>
                  </a:cubicBezTo>
                  <a:lnTo>
                    <a:pt x="157" y="691"/>
                  </a:lnTo>
                  <a:moveTo>
                    <a:pt x="157" y="251"/>
                  </a:moveTo>
                  <a:lnTo>
                    <a:pt x="616" y="251"/>
                  </a:lnTo>
                  <a:cubicBezTo>
                    <a:pt x="634" y="251"/>
                    <a:pt x="648" y="265"/>
                    <a:pt x="648" y="282"/>
                  </a:cubicBezTo>
                  <a:cubicBezTo>
                    <a:pt x="648" y="300"/>
                    <a:pt x="634" y="314"/>
                    <a:pt x="616" y="314"/>
                  </a:cubicBezTo>
                  <a:lnTo>
                    <a:pt x="157" y="314"/>
                  </a:lnTo>
                  <a:cubicBezTo>
                    <a:pt x="139" y="314"/>
                    <a:pt x="125" y="300"/>
                    <a:pt x="125" y="282"/>
                  </a:cubicBezTo>
                  <a:cubicBezTo>
                    <a:pt x="125" y="265"/>
                    <a:pt x="139" y="251"/>
                    <a:pt x="157" y="251"/>
                  </a:cubicBezTo>
                  <a:moveTo>
                    <a:pt x="282" y="125"/>
                  </a:moveTo>
                  <a:lnTo>
                    <a:pt x="491" y="125"/>
                  </a:lnTo>
                  <a:cubicBezTo>
                    <a:pt x="508" y="125"/>
                    <a:pt x="522" y="139"/>
                    <a:pt x="522" y="157"/>
                  </a:cubicBezTo>
                  <a:cubicBezTo>
                    <a:pt x="522" y="174"/>
                    <a:pt x="508" y="188"/>
                    <a:pt x="491" y="188"/>
                  </a:cubicBezTo>
                  <a:lnTo>
                    <a:pt x="282" y="188"/>
                  </a:lnTo>
                  <a:cubicBezTo>
                    <a:pt x="265" y="188"/>
                    <a:pt x="251" y="174"/>
                    <a:pt x="251" y="157"/>
                  </a:cubicBezTo>
                  <a:cubicBezTo>
                    <a:pt x="251" y="139"/>
                    <a:pt x="265" y="125"/>
                    <a:pt x="282" y="125"/>
                  </a:cubicBezTo>
                  <a:moveTo>
                    <a:pt x="773" y="842"/>
                  </a:moveTo>
                  <a:lnTo>
                    <a:pt x="773" y="623"/>
                  </a:lnTo>
                  <a:lnTo>
                    <a:pt x="642" y="748"/>
                  </a:lnTo>
                  <a:cubicBezTo>
                    <a:pt x="624" y="765"/>
                    <a:pt x="601" y="774"/>
                    <a:pt x="577" y="774"/>
                  </a:cubicBezTo>
                  <a:lnTo>
                    <a:pt x="577" y="774"/>
                  </a:lnTo>
                  <a:lnTo>
                    <a:pt x="428" y="774"/>
                  </a:lnTo>
                  <a:cubicBezTo>
                    <a:pt x="410" y="774"/>
                    <a:pt x="396" y="760"/>
                    <a:pt x="397" y="742"/>
                  </a:cubicBezTo>
                  <a:cubicBezTo>
                    <a:pt x="397" y="725"/>
                    <a:pt x="412" y="712"/>
                    <a:pt x="429" y="712"/>
                  </a:cubicBezTo>
                  <a:lnTo>
                    <a:pt x="488" y="712"/>
                  </a:lnTo>
                  <a:cubicBezTo>
                    <a:pt x="480" y="689"/>
                    <a:pt x="481" y="665"/>
                    <a:pt x="491" y="642"/>
                  </a:cubicBezTo>
                  <a:lnTo>
                    <a:pt x="525" y="565"/>
                  </a:lnTo>
                  <a:lnTo>
                    <a:pt x="157" y="565"/>
                  </a:lnTo>
                  <a:cubicBezTo>
                    <a:pt x="141" y="565"/>
                    <a:pt x="126" y="552"/>
                    <a:pt x="125" y="535"/>
                  </a:cubicBezTo>
                  <a:cubicBezTo>
                    <a:pt x="124" y="517"/>
                    <a:pt x="139" y="502"/>
                    <a:pt x="157" y="502"/>
                  </a:cubicBezTo>
                  <a:lnTo>
                    <a:pt x="552" y="502"/>
                  </a:lnTo>
                  <a:lnTo>
                    <a:pt x="580" y="439"/>
                  </a:lnTo>
                  <a:lnTo>
                    <a:pt x="157" y="439"/>
                  </a:lnTo>
                  <a:cubicBezTo>
                    <a:pt x="141" y="439"/>
                    <a:pt x="126" y="426"/>
                    <a:pt x="125" y="409"/>
                  </a:cubicBezTo>
                  <a:cubicBezTo>
                    <a:pt x="124" y="391"/>
                    <a:pt x="139" y="377"/>
                    <a:pt x="157" y="377"/>
                  </a:cubicBezTo>
                  <a:lnTo>
                    <a:pt x="623" y="377"/>
                  </a:lnTo>
                  <a:lnTo>
                    <a:pt x="773" y="162"/>
                  </a:lnTo>
                  <a:lnTo>
                    <a:pt x="773" y="31"/>
                  </a:lnTo>
                  <a:cubicBezTo>
                    <a:pt x="773" y="14"/>
                    <a:pt x="759" y="0"/>
                    <a:pt x="742" y="0"/>
                  </a:cubicBezTo>
                  <a:lnTo>
                    <a:pt x="31" y="0"/>
                  </a:lnTo>
                  <a:cubicBezTo>
                    <a:pt x="14" y="0"/>
                    <a:pt x="0" y="14"/>
                    <a:pt x="0" y="31"/>
                  </a:cubicBezTo>
                  <a:lnTo>
                    <a:pt x="0" y="986"/>
                  </a:lnTo>
                  <a:cubicBezTo>
                    <a:pt x="0" y="1033"/>
                    <a:pt x="38" y="1073"/>
                    <a:pt x="85" y="1072"/>
                  </a:cubicBezTo>
                  <a:cubicBezTo>
                    <a:pt x="130" y="1071"/>
                    <a:pt x="167" y="1034"/>
                    <a:pt x="167" y="988"/>
                  </a:cubicBezTo>
                  <a:lnTo>
                    <a:pt x="167" y="936"/>
                  </a:lnTo>
                  <a:cubicBezTo>
                    <a:pt x="167" y="884"/>
                    <a:pt x="209" y="842"/>
                    <a:pt x="261" y="842"/>
                  </a:cubicBezTo>
                  <a:lnTo>
                    <a:pt x="773" y="842"/>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10" name="Google Shape;2210;p53"/>
          <p:cNvGrpSpPr/>
          <p:nvPr/>
        </p:nvGrpSpPr>
        <p:grpSpPr>
          <a:xfrm>
            <a:off x="7039275" y="1480360"/>
            <a:ext cx="388821" cy="341554"/>
            <a:chOff x="7774200" y="1137600"/>
            <a:chExt cx="432360" cy="379800"/>
          </a:xfrm>
        </p:grpSpPr>
        <p:sp>
          <p:nvSpPr>
            <p:cNvPr id="2211" name="Google Shape;2211;p53"/>
            <p:cNvSpPr/>
            <p:nvPr/>
          </p:nvSpPr>
          <p:spPr>
            <a:xfrm>
              <a:off x="7774200" y="1467000"/>
              <a:ext cx="432360" cy="50400"/>
            </a:xfrm>
            <a:custGeom>
              <a:rect b="b" l="l" r="r" t="t"/>
              <a:pathLst>
                <a:path extrusionOk="0" h="140" w="1201">
                  <a:moveTo>
                    <a:pt x="0" y="0"/>
                  </a:moveTo>
                  <a:lnTo>
                    <a:pt x="0" y="35"/>
                  </a:lnTo>
                  <a:cubicBezTo>
                    <a:pt x="0" y="93"/>
                    <a:pt x="48" y="140"/>
                    <a:pt x="106" y="140"/>
                  </a:cubicBezTo>
                  <a:lnTo>
                    <a:pt x="1095" y="140"/>
                  </a:lnTo>
                  <a:cubicBezTo>
                    <a:pt x="1153" y="140"/>
                    <a:pt x="1201" y="93"/>
                    <a:pt x="1201" y="35"/>
                  </a:cubicBezTo>
                  <a:lnTo>
                    <a:pt x="1201" y="0"/>
                  </a:lnTo>
                  <a:lnTo>
                    <a:pt x="0" y="0"/>
                  </a:lnTo>
                  <a:close/>
                </a:path>
              </a:pathLst>
            </a:custGeom>
            <a:solidFill>
              <a:schemeClr val="lt1"/>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12" name="Google Shape;2212;p53"/>
            <p:cNvSpPr/>
            <p:nvPr/>
          </p:nvSpPr>
          <p:spPr>
            <a:xfrm>
              <a:off x="7778160" y="1399320"/>
              <a:ext cx="424440" cy="42120"/>
            </a:xfrm>
            <a:custGeom>
              <a:rect b="b" l="l" r="r" t="t"/>
              <a:pathLst>
                <a:path extrusionOk="0" h="117" w="1179">
                  <a:moveTo>
                    <a:pt x="1135" y="0"/>
                  </a:moveTo>
                  <a:lnTo>
                    <a:pt x="44" y="0"/>
                  </a:lnTo>
                  <a:lnTo>
                    <a:pt x="0" y="117"/>
                  </a:lnTo>
                  <a:lnTo>
                    <a:pt x="1179" y="117"/>
                  </a:lnTo>
                  <a:lnTo>
                    <a:pt x="1135"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13" name="Google Shape;2213;p53"/>
            <p:cNvSpPr/>
            <p:nvPr/>
          </p:nvSpPr>
          <p:spPr>
            <a:xfrm>
              <a:off x="7799760" y="1137600"/>
              <a:ext cx="381240" cy="236520"/>
            </a:xfrm>
            <a:custGeom>
              <a:rect b="b" l="l" r="r" t="t"/>
              <a:pathLst>
                <a:path extrusionOk="0" h="657" w="1059">
                  <a:moveTo>
                    <a:pt x="759" y="475"/>
                  </a:moveTo>
                  <a:cubicBezTo>
                    <a:pt x="678" y="475"/>
                    <a:pt x="613" y="409"/>
                    <a:pt x="613" y="328"/>
                  </a:cubicBezTo>
                  <a:cubicBezTo>
                    <a:pt x="613" y="248"/>
                    <a:pt x="678" y="182"/>
                    <a:pt x="759" y="182"/>
                  </a:cubicBezTo>
                  <a:cubicBezTo>
                    <a:pt x="840" y="182"/>
                    <a:pt x="906" y="248"/>
                    <a:pt x="906" y="328"/>
                  </a:cubicBezTo>
                  <a:cubicBezTo>
                    <a:pt x="906" y="409"/>
                    <a:pt x="840" y="475"/>
                    <a:pt x="759" y="475"/>
                  </a:cubicBezTo>
                  <a:moveTo>
                    <a:pt x="536" y="299"/>
                  </a:moveTo>
                  <a:cubicBezTo>
                    <a:pt x="553" y="299"/>
                    <a:pt x="566" y="312"/>
                    <a:pt x="566" y="328"/>
                  </a:cubicBezTo>
                  <a:cubicBezTo>
                    <a:pt x="566" y="345"/>
                    <a:pt x="553" y="358"/>
                    <a:pt x="536" y="358"/>
                  </a:cubicBezTo>
                  <a:lnTo>
                    <a:pt x="474" y="358"/>
                  </a:lnTo>
                  <a:lnTo>
                    <a:pt x="474" y="416"/>
                  </a:lnTo>
                  <a:lnTo>
                    <a:pt x="544" y="416"/>
                  </a:lnTo>
                  <a:cubicBezTo>
                    <a:pt x="560" y="416"/>
                    <a:pt x="573" y="429"/>
                    <a:pt x="573" y="446"/>
                  </a:cubicBezTo>
                  <a:cubicBezTo>
                    <a:pt x="573" y="462"/>
                    <a:pt x="560" y="475"/>
                    <a:pt x="544" y="475"/>
                  </a:cubicBezTo>
                  <a:lnTo>
                    <a:pt x="445" y="475"/>
                  </a:lnTo>
                  <a:cubicBezTo>
                    <a:pt x="429" y="475"/>
                    <a:pt x="416" y="462"/>
                    <a:pt x="416" y="446"/>
                  </a:cubicBezTo>
                  <a:lnTo>
                    <a:pt x="416" y="211"/>
                  </a:lnTo>
                  <a:cubicBezTo>
                    <a:pt x="416" y="195"/>
                    <a:pt x="429" y="182"/>
                    <a:pt x="445" y="182"/>
                  </a:cubicBezTo>
                  <a:lnTo>
                    <a:pt x="544" y="182"/>
                  </a:lnTo>
                  <a:cubicBezTo>
                    <a:pt x="560" y="182"/>
                    <a:pt x="573" y="195"/>
                    <a:pt x="573" y="211"/>
                  </a:cubicBezTo>
                  <a:cubicBezTo>
                    <a:pt x="573" y="227"/>
                    <a:pt x="560" y="241"/>
                    <a:pt x="544" y="241"/>
                  </a:cubicBezTo>
                  <a:lnTo>
                    <a:pt x="474" y="241"/>
                  </a:lnTo>
                  <a:lnTo>
                    <a:pt x="474" y="299"/>
                  </a:lnTo>
                  <a:lnTo>
                    <a:pt x="536" y="299"/>
                  </a:lnTo>
                  <a:moveTo>
                    <a:pt x="363" y="400"/>
                  </a:moveTo>
                  <a:cubicBezTo>
                    <a:pt x="355" y="443"/>
                    <a:pt x="313" y="475"/>
                    <a:pt x="264" y="475"/>
                  </a:cubicBezTo>
                  <a:cubicBezTo>
                    <a:pt x="225" y="475"/>
                    <a:pt x="186" y="458"/>
                    <a:pt x="161" y="431"/>
                  </a:cubicBezTo>
                  <a:cubicBezTo>
                    <a:pt x="150" y="419"/>
                    <a:pt x="151" y="400"/>
                    <a:pt x="163" y="389"/>
                  </a:cubicBezTo>
                  <a:cubicBezTo>
                    <a:pt x="175" y="378"/>
                    <a:pt x="193" y="379"/>
                    <a:pt x="204" y="391"/>
                  </a:cubicBezTo>
                  <a:cubicBezTo>
                    <a:pt x="218" y="407"/>
                    <a:pt x="241" y="416"/>
                    <a:pt x="264" y="416"/>
                  </a:cubicBezTo>
                  <a:cubicBezTo>
                    <a:pt x="287" y="416"/>
                    <a:pt x="303" y="403"/>
                    <a:pt x="305" y="390"/>
                  </a:cubicBezTo>
                  <a:cubicBezTo>
                    <a:pt x="308" y="372"/>
                    <a:pt x="284" y="362"/>
                    <a:pt x="274" y="358"/>
                  </a:cubicBezTo>
                  <a:cubicBezTo>
                    <a:pt x="238" y="345"/>
                    <a:pt x="206" y="330"/>
                    <a:pt x="204" y="330"/>
                  </a:cubicBezTo>
                  <a:cubicBezTo>
                    <a:pt x="203" y="329"/>
                    <a:pt x="202" y="328"/>
                    <a:pt x="200" y="328"/>
                  </a:cubicBezTo>
                  <a:cubicBezTo>
                    <a:pt x="176" y="311"/>
                    <a:pt x="163" y="283"/>
                    <a:pt x="167" y="254"/>
                  </a:cubicBezTo>
                  <a:cubicBezTo>
                    <a:pt x="172" y="223"/>
                    <a:pt x="194" y="197"/>
                    <a:pt x="227" y="187"/>
                  </a:cubicBezTo>
                  <a:cubicBezTo>
                    <a:pt x="287" y="169"/>
                    <a:pt x="341" y="201"/>
                    <a:pt x="353" y="222"/>
                  </a:cubicBezTo>
                  <a:cubicBezTo>
                    <a:pt x="360" y="236"/>
                    <a:pt x="355" y="254"/>
                    <a:pt x="341" y="262"/>
                  </a:cubicBezTo>
                  <a:cubicBezTo>
                    <a:pt x="328" y="269"/>
                    <a:pt x="312" y="265"/>
                    <a:pt x="303" y="253"/>
                  </a:cubicBezTo>
                  <a:cubicBezTo>
                    <a:pt x="297" y="249"/>
                    <a:pt x="273" y="235"/>
                    <a:pt x="244" y="244"/>
                  </a:cubicBezTo>
                  <a:cubicBezTo>
                    <a:pt x="229" y="248"/>
                    <a:pt x="226" y="258"/>
                    <a:pt x="225" y="262"/>
                  </a:cubicBezTo>
                  <a:cubicBezTo>
                    <a:pt x="225" y="265"/>
                    <a:pt x="225" y="272"/>
                    <a:pt x="231" y="277"/>
                  </a:cubicBezTo>
                  <a:cubicBezTo>
                    <a:pt x="239" y="281"/>
                    <a:pt x="266" y="292"/>
                    <a:pt x="295" y="303"/>
                  </a:cubicBezTo>
                  <a:cubicBezTo>
                    <a:pt x="354" y="325"/>
                    <a:pt x="368" y="367"/>
                    <a:pt x="363" y="400"/>
                  </a:cubicBezTo>
                  <a:moveTo>
                    <a:pt x="1059" y="106"/>
                  </a:moveTo>
                  <a:cubicBezTo>
                    <a:pt x="1059" y="48"/>
                    <a:pt x="1012" y="0"/>
                    <a:pt x="954" y="0"/>
                  </a:cubicBezTo>
                  <a:lnTo>
                    <a:pt x="105" y="0"/>
                  </a:lnTo>
                  <a:cubicBezTo>
                    <a:pt x="47" y="0"/>
                    <a:pt x="0" y="48"/>
                    <a:pt x="0" y="106"/>
                  </a:cubicBezTo>
                  <a:lnTo>
                    <a:pt x="0" y="657"/>
                  </a:lnTo>
                  <a:lnTo>
                    <a:pt x="1059" y="657"/>
                  </a:lnTo>
                  <a:lnTo>
                    <a:pt x="1059" y="106"/>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14" name="Google Shape;2214;p53"/>
            <p:cNvSpPr/>
            <p:nvPr/>
          </p:nvSpPr>
          <p:spPr>
            <a:xfrm>
              <a:off x="8041320" y="1224360"/>
              <a:ext cx="63360" cy="63000"/>
            </a:xfrm>
            <a:custGeom>
              <a:rect b="b" l="l" r="r" t="t"/>
              <a:pathLst>
                <a:path extrusionOk="0" h="175" w="176">
                  <a:moveTo>
                    <a:pt x="176" y="87"/>
                  </a:moveTo>
                  <a:cubicBezTo>
                    <a:pt x="176" y="136"/>
                    <a:pt x="137" y="175"/>
                    <a:pt x="88" y="175"/>
                  </a:cubicBezTo>
                  <a:cubicBezTo>
                    <a:pt x="40" y="175"/>
                    <a:pt x="0" y="136"/>
                    <a:pt x="0" y="87"/>
                  </a:cubicBezTo>
                  <a:cubicBezTo>
                    <a:pt x="0" y="39"/>
                    <a:pt x="40" y="0"/>
                    <a:pt x="88" y="0"/>
                  </a:cubicBezTo>
                  <a:cubicBezTo>
                    <a:pt x="137" y="0"/>
                    <a:pt x="176" y="39"/>
                    <a:pt x="176" y="87"/>
                  </a:cubicBezTo>
                  <a:close/>
                </a:path>
              </a:pathLst>
            </a:custGeom>
            <a:solidFill>
              <a:schemeClr val="lt1"/>
            </a:solidFill>
            <a:ln>
              <a:noFill/>
            </a:ln>
          </p:spPr>
          <p:txBody>
            <a:bodyPr anchorCtr="1" anchor="ctr" bIns="18000" lIns="90000" spcFirstLastPara="1" rIns="90000" wrap="square" tIns="18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15" name="Google Shape;2215;p53"/>
          <p:cNvGrpSpPr/>
          <p:nvPr/>
        </p:nvGrpSpPr>
        <p:grpSpPr>
          <a:xfrm>
            <a:off x="7850588" y="1477771"/>
            <a:ext cx="345763" cy="347058"/>
            <a:chOff x="8676360" y="1134720"/>
            <a:chExt cx="384480" cy="385920"/>
          </a:xfrm>
        </p:grpSpPr>
        <p:sp>
          <p:nvSpPr>
            <p:cNvPr id="2216" name="Google Shape;2216;p53"/>
            <p:cNvSpPr/>
            <p:nvPr/>
          </p:nvSpPr>
          <p:spPr>
            <a:xfrm>
              <a:off x="8857440" y="1287360"/>
              <a:ext cx="22680" cy="74880"/>
            </a:xfrm>
            <a:custGeom>
              <a:rect b="b" l="l" r="r" t="t"/>
              <a:pathLst>
                <a:path extrusionOk="0" h="208" w="63">
                  <a:moveTo>
                    <a:pt x="63" y="208"/>
                  </a:moveTo>
                  <a:lnTo>
                    <a:pt x="63" y="0"/>
                  </a:lnTo>
                  <a:cubicBezTo>
                    <a:pt x="58" y="3"/>
                    <a:pt x="54" y="6"/>
                    <a:pt x="50" y="9"/>
                  </a:cubicBezTo>
                  <a:cubicBezTo>
                    <a:pt x="39" y="17"/>
                    <a:pt x="23" y="17"/>
                    <a:pt x="12" y="9"/>
                  </a:cubicBezTo>
                  <a:cubicBezTo>
                    <a:pt x="9" y="7"/>
                    <a:pt x="5" y="4"/>
                    <a:pt x="0" y="0"/>
                  </a:cubicBezTo>
                  <a:lnTo>
                    <a:pt x="0" y="208"/>
                  </a:lnTo>
                  <a:lnTo>
                    <a:pt x="63" y="208"/>
                  </a:lnTo>
                  <a:close/>
                </a:path>
              </a:pathLst>
            </a:custGeom>
            <a:solidFill>
              <a:schemeClr val="lt1"/>
            </a:solidFill>
            <a:ln>
              <a:noFill/>
            </a:ln>
          </p:spPr>
          <p:txBody>
            <a:bodyPr anchorCtr="1" anchor="ctr" bIns="29875" lIns="90000" spcFirstLastPara="1" rIns="90000" wrap="square" tIns="29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17" name="Google Shape;2217;p53"/>
            <p:cNvSpPr/>
            <p:nvPr/>
          </p:nvSpPr>
          <p:spPr>
            <a:xfrm>
              <a:off x="8857440" y="1384920"/>
              <a:ext cx="22680" cy="35280"/>
            </a:xfrm>
            <a:custGeom>
              <a:rect b="b" l="l" r="r" t="t"/>
              <a:pathLst>
                <a:path extrusionOk="0" h="98" w="63">
                  <a:moveTo>
                    <a:pt x="0" y="98"/>
                  </a:moveTo>
                  <a:lnTo>
                    <a:pt x="14" y="89"/>
                  </a:lnTo>
                  <a:cubicBezTo>
                    <a:pt x="24" y="82"/>
                    <a:pt x="38" y="82"/>
                    <a:pt x="49" y="89"/>
                  </a:cubicBezTo>
                  <a:lnTo>
                    <a:pt x="63" y="98"/>
                  </a:lnTo>
                  <a:lnTo>
                    <a:pt x="63" y="0"/>
                  </a:lnTo>
                  <a:lnTo>
                    <a:pt x="0" y="0"/>
                  </a:lnTo>
                  <a:lnTo>
                    <a:pt x="0" y="98"/>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18" name="Google Shape;2218;p53"/>
            <p:cNvSpPr/>
            <p:nvPr/>
          </p:nvSpPr>
          <p:spPr>
            <a:xfrm>
              <a:off x="8868600" y="1134720"/>
              <a:ext cx="192240" cy="227520"/>
            </a:xfrm>
            <a:custGeom>
              <a:rect b="b" l="l" r="r" t="t"/>
              <a:pathLst>
                <a:path extrusionOk="0" h="632" w="534">
                  <a:moveTo>
                    <a:pt x="375" y="116"/>
                  </a:moveTo>
                  <a:cubicBezTo>
                    <a:pt x="274" y="41"/>
                    <a:pt x="141" y="0"/>
                    <a:pt x="0" y="0"/>
                  </a:cubicBezTo>
                  <a:cubicBezTo>
                    <a:pt x="78" y="0"/>
                    <a:pt x="151" y="44"/>
                    <a:pt x="204" y="124"/>
                  </a:cubicBezTo>
                  <a:cubicBezTo>
                    <a:pt x="255" y="200"/>
                    <a:pt x="283" y="301"/>
                    <a:pt x="283" y="408"/>
                  </a:cubicBezTo>
                  <a:cubicBezTo>
                    <a:pt x="283" y="414"/>
                    <a:pt x="283" y="419"/>
                    <a:pt x="283" y="425"/>
                  </a:cubicBezTo>
                  <a:cubicBezTo>
                    <a:pt x="320" y="401"/>
                    <a:pt x="357" y="397"/>
                    <a:pt x="377" y="397"/>
                  </a:cubicBezTo>
                  <a:cubicBezTo>
                    <a:pt x="410" y="397"/>
                    <a:pt x="438" y="407"/>
                    <a:pt x="457" y="417"/>
                  </a:cubicBezTo>
                  <a:lnTo>
                    <a:pt x="298" y="632"/>
                  </a:lnTo>
                  <a:lnTo>
                    <a:pt x="377" y="632"/>
                  </a:lnTo>
                  <a:lnTo>
                    <a:pt x="527" y="428"/>
                  </a:lnTo>
                  <a:cubicBezTo>
                    <a:pt x="532" y="423"/>
                    <a:pt x="534" y="416"/>
                    <a:pt x="534" y="408"/>
                  </a:cubicBezTo>
                  <a:cubicBezTo>
                    <a:pt x="534" y="297"/>
                    <a:pt x="478" y="193"/>
                    <a:pt x="375" y="116"/>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19" name="Google Shape;2219;p53"/>
            <p:cNvSpPr/>
            <p:nvPr/>
          </p:nvSpPr>
          <p:spPr>
            <a:xfrm>
              <a:off x="8744400" y="1384920"/>
              <a:ext cx="248760" cy="135720"/>
            </a:xfrm>
            <a:custGeom>
              <a:rect b="b" l="l" r="r" t="t"/>
              <a:pathLst>
                <a:path extrusionOk="0" h="377" w="691">
                  <a:moveTo>
                    <a:pt x="659" y="0"/>
                  </a:moveTo>
                  <a:lnTo>
                    <a:pt x="439" y="0"/>
                  </a:lnTo>
                  <a:lnTo>
                    <a:pt x="439" y="157"/>
                  </a:lnTo>
                  <a:cubicBezTo>
                    <a:pt x="439" y="182"/>
                    <a:pt x="411" y="197"/>
                    <a:pt x="391" y="183"/>
                  </a:cubicBezTo>
                  <a:lnTo>
                    <a:pt x="345" y="153"/>
                  </a:lnTo>
                  <a:lnTo>
                    <a:pt x="300" y="183"/>
                  </a:lnTo>
                  <a:cubicBezTo>
                    <a:pt x="279" y="197"/>
                    <a:pt x="251" y="182"/>
                    <a:pt x="251" y="157"/>
                  </a:cubicBezTo>
                  <a:lnTo>
                    <a:pt x="251" y="0"/>
                  </a:lnTo>
                  <a:lnTo>
                    <a:pt x="31" y="0"/>
                  </a:lnTo>
                  <a:cubicBezTo>
                    <a:pt x="14" y="0"/>
                    <a:pt x="0" y="14"/>
                    <a:pt x="0" y="31"/>
                  </a:cubicBezTo>
                  <a:lnTo>
                    <a:pt x="0" y="346"/>
                  </a:lnTo>
                  <a:cubicBezTo>
                    <a:pt x="0" y="363"/>
                    <a:pt x="14" y="377"/>
                    <a:pt x="31" y="377"/>
                  </a:cubicBezTo>
                  <a:lnTo>
                    <a:pt x="659" y="377"/>
                  </a:lnTo>
                  <a:cubicBezTo>
                    <a:pt x="677" y="377"/>
                    <a:pt x="691" y="363"/>
                    <a:pt x="691" y="346"/>
                  </a:cubicBezTo>
                  <a:lnTo>
                    <a:pt x="691" y="31"/>
                  </a:lnTo>
                  <a:cubicBezTo>
                    <a:pt x="691" y="14"/>
                    <a:pt x="677" y="0"/>
                    <a:pt x="659"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0" name="Google Shape;2220;p53"/>
            <p:cNvSpPr/>
            <p:nvPr/>
          </p:nvSpPr>
          <p:spPr>
            <a:xfrm>
              <a:off x="8767080" y="1158480"/>
              <a:ext cx="90360" cy="203760"/>
            </a:xfrm>
            <a:custGeom>
              <a:rect b="b" l="l" r="r" t="t"/>
              <a:pathLst>
                <a:path extrusionOk="0" h="566" w="251">
                  <a:moveTo>
                    <a:pt x="12" y="367"/>
                  </a:moveTo>
                  <a:cubicBezTo>
                    <a:pt x="10" y="366"/>
                    <a:pt x="2" y="360"/>
                    <a:pt x="0" y="359"/>
                  </a:cubicBezTo>
                  <a:lnTo>
                    <a:pt x="106" y="566"/>
                  </a:lnTo>
                  <a:lnTo>
                    <a:pt x="176" y="566"/>
                  </a:lnTo>
                  <a:lnTo>
                    <a:pt x="62" y="358"/>
                  </a:lnTo>
                  <a:cubicBezTo>
                    <a:pt x="97" y="340"/>
                    <a:pt x="138" y="331"/>
                    <a:pt x="157" y="331"/>
                  </a:cubicBezTo>
                  <a:cubicBezTo>
                    <a:pt x="198" y="331"/>
                    <a:pt x="230" y="346"/>
                    <a:pt x="251" y="359"/>
                  </a:cubicBezTo>
                  <a:lnTo>
                    <a:pt x="251" y="0"/>
                  </a:lnTo>
                  <a:cubicBezTo>
                    <a:pt x="206" y="10"/>
                    <a:pt x="164" y="42"/>
                    <a:pt x="131" y="93"/>
                  </a:cubicBezTo>
                  <a:cubicBezTo>
                    <a:pt x="87" y="159"/>
                    <a:pt x="62" y="247"/>
                    <a:pt x="62" y="342"/>
                  </a:cubicBezTo>
                  <a:cubicBezTo>
                    <a:pt x="62" y="347"/>
                    <a:pt x="62" y="353"/>
                    <a:pt x="62" y="358"/>
                  </a:cubicBezTo>
                  <a:cubicBezTo>
                    <a:pt x="58" y="361"/>
                    <a:pt x="54" y="364"/>
                    <a:pt x="50" y="367"/>
                  </a:cubicBezTo>
                  <a:cubicBezTo>
                    <a:pt x="39" y="375"/>
                    <a:pt x="23" y="375"/>
                    <a:pt x="12" y="367"/>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1" name="Google Shape;2221;p53"/>
            <p:cNvSpPr/>
            <p:nvPr/>
          </p:nvSpPr>
          <p:spPr>
            <a:xfrm>
              <a:off x="8880120" y="1158480"/>
              <a:ext cx="90360" cy="203760"/>
            </a:xfrm>
            <a:custGeom>
              <a:rect b="b" l="l" r="r" t="t"/>
              <a:pathLst>
                <a:path extrusionOk="0" h="566" w="251">
                  <a:moveTo>
                    <a:pt x="188" y="358"/>
                  </a:moveTo>
                  <a:lnTo>
                    <a:pt x="74" y="566"/>
                  </a:lnTo>
                  <a:lnTo>
                    <a:pt x="144" y="566"/>
                  </a:lnTo>
                  <a:lnTo>
                    <a:pt x="251" y="359"/>
                  </a:lnTo>
                  <a:cubicBezTo>
                    <a:pt x="249" y="360"/>
                    <a:pt x="240" y="366"/>
                    <a:pt x="238" y="367"/>
                  </a:cubicBezTo>
                  <a:cubicBezTo>
                    <a:pt x="227" y="375"/>
                    <a:pt x="212" y="375"/>
                    <a:pt x="201" y="367"/>
                  </a:cubicBezTo>
                  <a:cubicBezTo>
                    <a:pt x="197" y="364"/>
                    <a:pt x="188" y="358"/>
                    <a:pt x="188" y="358"/>
                  </a:cubicBezTo>
                  <a:cubicBezTo>
                    <a:pt x="188" y="353"/>
                    <a:pt x="188" y="347"/>
                    <a:pt x="188" y="342"/>
                  </a:cubicBezTo>
                  <a:cubicBezTo>
                    <a:pt x="188" y="247"/>
                    <a:pt x="164" y="159"/>
                    <a:pt x="120" y="93"/>
                  </a:cubicBezTo>
                  <a:cubicBezTo>
                    <a:pt x="86" y="42"/>
                    <a:pt x="44" y="10"/>
                    <a:pt x="0" y="0"/>
                  </a:cubicBezTo>
                  <a:lnTo>
                    <a:pt x="0" y="358"/>
                  </a:lnTo>
                  <a:cubicBezTo>
                    <a:pt x="37" y="335"/>
                    <a:pt x="74" y="331"/>
                    <a:pt x="94" y="331"/>
                  </a:cubicBezTo>
                  <a:cubicBezTo>
                    <a:pt x="130" y="331"/>
                    <a:pt x="168" y="347"/>
                    <a:pt x="188" y="35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2" name="Google Shape;2222;p53"/>
            <p:cNvSpPr/>
            <p:nvPr/>
          </p:nvSpPr>
          <p:spPr>
            <a:xfrm>
              <a:off x="8676360" y="1134720"/>
              <a:ext cx="192240" cy="227520"/>
            </a:xfrm>
            <a:custGeom>
              <a:rect b="b" l="l" r="r" t="t"/>
              <a:pathLst>
                <a:path extrusionOk="0" h="632" w="534">
                  <a:moveTo>
                    <a:pt x="0" y="408"/>
                  </a:moveTo>
                  <a:cubicBezTo>
                    <a:pt x="0" y="416"/>
                    <a:pt x="3" y="423"/>
                    <a:pt x="7" y="428"/>
                  </a:cubicBezTo>
                  <a:lnTo>
                    <a:pt x="158" y="632"/>
                  </a:lnTo>
                  <a:lnTo>
                    <a:pt x="236" y="632"/>
                  </a:lnTo>
                  <a:lnTo>
                    <a:pt x="77" y="417"/>
                  </a:lnTo>
                  <a:cubicBezTo>
                    <a:pt x="109" y="400"/>
                    <a:pt x="140" y="397"/>
                    <a:pt x="157" y="397"/>
                  </a:cubicBezTo>
                  <a:cubicBezTo>
                    <a:pt x="199" y="397"/>
                    <a:pt x="231" y="412"/>
                    <a:pt x="252" y="425"/>
                  </a:cubicBezTo>
                  <a:cubicBezTo>
                    <a:pt x="251" y="419"/>
                    <a:pt x="251" y="414"/>
                    <a:pt x="251" y="408"/>
                  </a:cubicBezTo>
                  <a:cubicBezTo>
                    <a:pt x="251" y="301"/>
                    <a:pt x="279" y="200"/>
                    <a:pt x="330" y="124"/>
                  </a:cubicBezTo>
                  <a:cubicBezTo>
                    <a:pt x="384" y="44"/>
                    <a:pt x="456" y="0"/>
                    <a:pt x="534" y="0"/>
                  </a:cubicBezTo>
                  <a:cubicBezTo>
                    <a:pt x="393" y="0"/>
                    <a:pt x="260" y="41"/>
                    <a:pt x="160" y="116"/>
                  </a:cubicBezTo>
                  <a:cubicBezTo>
                    <a:pt x="57" y="193"/>
                    <a:pt x="0" y="297"/>
                    <a:pt x="0" y="40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23" name="Google Shape;2223;p53"/>
          <p:cNvGrpSpPr/>
          <p:nvPr/>
        </p:nvGrpSpPr>
        <p:grpSpPr>
          <a:xfrm>
            <a:off x="955079" y="2167677"/>
            <a:ext cx="345763" cy="345439"/>
            <a:chOff x="1008720" y="1901880"/>
            <a:chExt cx="384480" cy="384120"/>
          </a:xfrm>
        </p:grpSpPr>
        <p:sp>
          <p:nvSpPr>
            <p:cNvPr id="2224" name="Google Shape;2224;p53"/>
            <p:cNvSpPr/>
            <p:nvPr/>
          </p:nvSpPr>
          <p:spPr>
            <a:xfrm>
              <a:off x="1137240" y="2090880"/>
              <a:ext cx="127440" cy="127440"/>
            </a:xfrm>
            <a:custGeom>
              <a:rect b="b" l="l" r="r" t="t"/>
              <a:pathLst>
                <a:path extrusionOk="0" h="354" w="354">
                  <a:moveTo>
                    <a:pt x="354" y="177"/>
                  </a:moveTo>
                  <a:cubicBezTo>
                    <a:pt x="354" y="275"/>
                    <a:pt x="275" y="354"/>
                    <a:pt x="177" y="354"/>
                  </a:cubicBezTo>
                  <a:cubicBezTo>
                    <a:pt x="79" y="354"/>
                    <a:pt x="0" y="275"/>
                    <a:pt x="0" y="177"/>
                  </a:cubicBezTo>
                  <a:cubicBezTo>
                    <a:pt x="0" y="79"/>
                    <a:pt x="79" y="0"/>
                    <a:pt x="177" y="0"/>
                  </a:cubicBezTo>
                  <a:cubicBezTo>
                    <a:pt x="224" y="0"/>
                    <a:pt x="269" y="18"/>
                    <a:pt x="302" y="52"/>
                  </a:cubicBezTo>
                  <a:cubicBezTo>
                    <a:pt x="336" y="85"/>
                    <a:pt x="354" y="130"/>
                    <a:pt x="354" y="177"/>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5" name="Google Shape;2225;p53"/>
            <p:cNvSpPr/>
            <p:nvPr/>
          </p:nvSpPr>
          <p:spPr>
            <a:xfrm>
              <a:off x="1069560" y="2023200"/>
              <a:ext cx="262800" cy="262800"/>
            </a:xfrm>
            <a:custGeom>
              <a:rect b="b" l="l" r="r" t="t"/>
              <a:pathLst>
                <a:path extrusionOk="0" h="730" w="730">
                  <a:moveTo>
                    <a:pt x="365" y="605"/>
                  </a:moveTo>
                  <a:cubicBezTo>
                    <a:pt x="233" y="605"/>
                    <a:pt x="125" y="497"/>
                    <a:pt x="125" y="365"/>
                  </a:cubicBezTo>
                  <a:cubicBezTo>
                    <a:pt x="125" y="233"/>
                    <a:pt x="233" y="125"/>
                    <a:pt x="365" y="125"/>
                  </a:cubicBezTo>
                  <a:cubicBezTo>
                    <a:pt x="497" y="125"/>
                    <a:pt x="605" y="233"/>
                    <a:pt x="605" y="365"/>
                  </a:cubicBezTo>
                  <a:cubicBezTo>
                    <a:pt x="605" y="497"/>
                    <a:pt x="497" y="605"/>
                    <a:pt x="365" y="605"/>
                  </a:cubicBezTo>
                  <a:moveTo>
                    <a:pt x="365" y="0"/>
                  </a:moveTo>
                  <a:cubicBezTo>
                    <a:pt x="164" y="0"/>
                    <a:pt x="0" y="164"/>
                    <a:pt x="0" y="365"/>
                  </a:cubicBezTo>
                  <a:cubicBezTo>
                    <a:pt x="0" y="566"/>
                    <a:pt x="164" y="730"/>
                    <a:pt x="365" y="730"/>
                  </a:cubicBezTo>
                  <a:cubicBezTo>
                    <a:pt x="566" y="730"/>
                    <a:pt x="730" y="566"/>
                    <a:pt x="730" y="365"/>
                  </a:cubicBezTo>
                  <a:cubicBezTo>
                    <a:pt x="730" y="164"/>
                    <a:pt x="566" y="0"/>
                    <a:pt x="365"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6" name="Google Shape;2226;p53"/>
            <p:cNvSpPr/>
            <p:nvPr/>
          </p:nvSpPr>
          <p:spPr>
            <a:xfrm>
              <a:off x="1124640" y="1901880"/>
              <a:ext cx="152640" cy="60120"/>
            </a:xfrm>
            <a:custGeom>
              <a:rect b="b" l="l" r="r" t="t"/>
              <a:pathLst>
                <a:path extrusionOk="0" h="167" w="424">
                  <a:moveTo>
                    <a:pt x="13" y="120"/>
                  </a:moveTo>
                  <a:cubicBezTo>
                    <a:pt x="19" y="147"/>
                    <a:pt x="44" y="167"/>
                    <a:pt x="73" y="167"/>
                  </a:cubicBezTo>
                  <a:lnTo>
                    <a:pt x="351" y="167"/>
                  </a:lnTo>
                  <a:cubicBezTo>
                    <a:pt x="380" y="167"/>
                    <a:pt x="405" y="147"/>
                    <a:pt x="412" y="120"/>
                  </a:cubicBezTo>
                  <a:lnTo>
                    <a:pt x="422" y="78"/>
                  </a:lnTo>
                  <a:cubicBezTo>
                    <a:pt x="432" y="38"/>
                    <a:pt x="402" y="0"/>
                    <a:pt x="361" y="0"/>
                  </a:cubicBezTo>
                  <a:lnTo>
                    <a:pt x="63" y="0"/>
                  </a:lnTo>
                  <a:cubicBezTo>
                    <a:pt x="22" y="0"/>
                    <a:pt x="-8" y="38"/>
                    <a:pt x="2" y="78"/>
                  </a:cubicBezTo>
                  <a:lnTo>
                    <a:pt x="13" y="120"/>
                  </a:lnTo>
                  <a:close/>
                </a:path>
              </a:pathLst>
            </a:custGeom>
            <a:solidFill>
              <a:schemeClr val="lt1"/>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7" name="Google Shape;2227;p53"/>
            <p:cNvSpPr/>
            <p:nvPr/>
          </p:nvSpPr>
          <p:spPr>
            <a:xfrm>
              <a:off x="1280880" y="2023200"/>
              <a:ext cx="112320" cy="247680"/>
            </a:xfrm>
            <a:custGeom>
              <a:rect b="b" l="l" r="r" t="t"/>
              <a:pathLst>
                <a:path extrusionOk="0" h="688" w="312">
                  <a:moveTo>
                    <a:pt x="197" y="0"/>
                  </a:moveTo>
                  <a:lnTo>
                    <a:pt x="0" y="0"/>
                  </a:lnTo>
                  <a:cubicBezTo>
                    <a:pt x="123" y="75"/>
                    <a:pt x="205" y="211"/>
                    <a:pt x="205" y="365"/>
                  </a:cubicBezTo>
                  <a:cubicBezTo>
                    <a:pt x="205" y="494"/>
                    <a:pt x="148" y="610"/>
                    <a:pt x="58" y="688"/>
                  </a:cubicBezTo>
                  <a:lnTo>
                    <a:pt x="197" y="688"/>
                  </a:lnTo>
                  <a:cubicBezTo>
                    <a:pt x="260" y="688"/>
                    <a:pt x="312" y="637"/>
                    <a:pt x="312" y="573"/>
                  </a:cubicBezTo>
                  <a:lnTo>
                    <a:pt x="312" y="115"/>
                  </a:lnTo>
                  <a:cubicBezTo>
                    <a:pt x="312" y="51"/>
                    <a:pt x="260" y="0"/>
                    <a:pt x="197"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8" name="Google Shape;2228;p53"/>
            <p:cNvSpPr/>
            <p:nvPr/>
          </p:nvSpPr>
          <p:spPr>
            <a:xfrm>
              <a:off x="1058400" y="1978560"/>
              <a:ext cx="45000" cy="21960"/>
            </a:xfrm>
            <a:custGeom>
              <a:rect b="b" l="l" r="r" t="t"/>
              <a:pathLst>
                <a:path extrusionOk="0" h="61" w="125">
                  <a:moveTo>
                    <a:pt x="125" y="41"/>
                  </a:moveTo>
                  <a:cubicBezTo>
                    <a:pt x="125" y="18"/>
                    <a:pt x="106" y="0"/>
                    <a:pt x="83" y="0"/>
                  </a:cubicBezTo>
                  <a:lnTo>
                    <a:pt x="42" y="0"/>
                  </a:lnTo>
                  <a:cubicBezTo>
                    <a:pt x="19" y="0"/>
                    <a:pt x="0" y="18"/>
                    <a:pt x="0" y="41"/>
                  </a:cubicBezTo>
                  <a:lnTo>
                    <a:pt x="0" y="61"/>
                  </a:lnTo>
                  <a:lnTo>
                    <a:pt x="125" y="61"/>
                  </a:lnTo>
                  <a:lnTo>
                    <a:pt x="125" y="41"/>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29" name="Google Shape;2229;p53"/>
            <p:cNvSpPr/>
            <p:nvPr/>
          </p:nvSpPr>
          <p:spPr>
            <a:xfrm>
              <a:off x="1152000" y="1984320"/>
              <a:ext cx="97920" cy="24120"/>
            </a:xfrm>
            <a:custGeom>
              <a:rect b="b" l="l" r="r" t="t"/>
              <a:pathLst>
                <a:path extrusionOk="0" h="67" w="272">
                  <a:moveTo>
                    <a:pt x="136" y="45"/>
                  </a:moveTo>
                  <a:cubicBezTo>
                    <a:pt x="183" y="45"/>
                    <a:pt x="229" y="53"/>
                    <a:pt x="272" y="67"/>
                  </a:cubicBezTo>
                  <a:lnTo>
                    <a:pt x="272" y="0"/>
                  </a:lnTo>
                  <a:lnTo>
                    <a:pt x="0" y="0"/>
                  </a:lnTo>
                  <a:lnTo>
                    <a:pt x="0" y="67"/>
                  </a:lnTo>
                  <a:cubicBezTo>
                    <a:pt x="43" y="53"/>
                    <a:pt x="89" y="45"/>
                    <a:pt x="136" y="4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0" name="Google Shape;2230;p53"/>
            <p:cNvSpPr/>
            <p:nvPr/>
          </p:nvSpPr>
          <p:spPr>
            <a:xfrm>
              <a:off x="1008720" y="2023200"/>
              <a:ext cx="112320" cy="247680"/>
            </a:xfrm>
            <a:custGeom>
              <a:rect b="b" l="l" r="r" t="t"/>
              <a:pathLst>
                <a:path extrusionOk="0" h="688" w="312">
                  <a:moveTo>
                    <a:pt x="96" y="104"/>
                  </a:moveTo>
                  <a:cubicBezTo>
                    <a:pt x="96" y="87"/>
                    <a:pt x="110" y="73"/>
                    <a:pt x="127" y="73"/>
                  </a:cubicBezTo>
                  <a:cubicBezTo>
                    <a:pt x="145" y="73"/>
                    <a:pt x="159" y="87"/>
                    <a:pt x="159" y="104"/>
                  </a:cubicBezTo>
                  <a:cubicBezTo>
                    <a:pt x="159" y="122"/>
                    <a:pt x="145" y="136"/>
                    <a:pt x="127" y="136"/>
                  </a:cubicBezTo>
                  <a:cubicBezTo>
                    <a:pt x="110" y="136"/>
                    <a:pt x="96" y="122"/>
                    <a:pt x="96" y="104"/>
                  </a:cubicBezTo>
                  <a:moveTo>
                    <a:pt x="107" y="365"/>
                  </a:moveTo>
                  <a:cubicBezTo>
                    <a:pt x="107" y="211"/>
                    <a:pt x="189" y="75"/>
                    <a:pt x="312" y="0"/>
                  </a:cubicBezTo>
                  <a:lnTo>
                    <a:pt x="115" y="0"/>
                  </a:lnTo>
                  <a:cubicBezTo>
                    <a:pt x="52" y="0"/>
                    <a:pt x="0" y="51"/>
                    <a:pt x="0" y="115"/>
                  </a:cubicBezTo>
                  <a:lnTo>
                    <a:pt x="0" y="573"/>
                  </a:lnTo>
                  <a:cubicBezTo>
                    <a:pt x="0" y="637"/>
                    <a:pt x="52" y="688"/>
                    <a:pt x="115" y="688"/>
                  </a:cubicBezTo>
                  <a:lnTo>
                    <a:pt x="255" y="688"/>
                  </a:lnTo>
                  <a:cubicBezTo>
                    <a:pt x="164" y="610"/>
                    <a:pt x="107" y="494"/>
                    <a:pt x="107" y="365"/>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31" name="Google Shape;2231;p53"/>
          <p:cNvGrpSpPr/>
          <p:nvPr/>
        </p:nvGrpSpPr>
        <p:grpSpPr>
          <a:xfrm>
            <a:off x="1767039" y="2160879"/>
            <a:ext cx="273567" cy="359037"/>
            <a:chOff x="1911600" y="1894320"/>
            <a:chExt cx="304200" cy="399240"/>
          </a:xfrm>
        </p:grpSpPr>
        <p:sp>
          <p:nvSpPr>
            <p:cNvPr id="2232" name="Google Shape;2232;p53"/>
            <p:cNvSpPr/>
            <p:nvPr/>
          </p:nvSpPr>
          <p:spPr>
            <a:xfrm>
              <a:off x="2028600" y="2104560"/>
              <a:ext cx="117000" cy="23400"/>
            </a:xfrm>
            <a:custGeom>
              <a:rect b="b" l="l" r="r" t="t"/>
              <a:pathLst>
                <a:path extrusionOk="0" h="65" w="325">
                  <a:moveTo>
                    <a:pt x="0" y="0"/>
                  </a:moveTo>
                  <a:lnTo>
                    <a:pt x="325" y="0"/>
                  </a:lnTo>
                  <a:lnTo>
                    <a:pt x="325" y="65"/>
                  </a:lnTo>
                  <a:lnTo>
                    <a:pt x="0" y="65"/>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3" name="Google Shape;2233;p53"/>
            <p:cNvSpPr/>
            <p:nvPr/>
          </p:nvSpPr>
          <p:spPr>
            <a:xfrm>
              <a:off x="2028600" y="2151360"/>
              <a:ext cx="117000" cy="70200"/>
            </a:xfrm>
            <a:custGeom>
              <a:rect b="b" l="l" r="r" t="t"/>
              <a:pathLst>
                <a:path extrusionOk="0" h="195" w="325">
                  <a:moveTo>
                    <a:pt x="0" y="0"/>
                  </a:moveTo>
                  <a:lnTo>
                    <a:pt x="325" y="0"/>
                  </a:lnTo>
                  <a:lnTo>
                    <a:pt x="325" y="195"/>
                  </a:lnTo>
                  <a:lnTo>
                    <a:pt x="0" y="195"/>
                  </a:lnTo>
                  <a:lnTo>
                    <a:pt x="0" y="0"/>
                  </a:lnTo>
                  <a:close/>
                </a:path>
              </a:pathLst>
            </a:custGeom>
            <a:solidFill>
              <a:schemeClr val="lt1"/>
            </a:solidFill>
            <a:ln>
              <a:noFill/>
            </a:ln>
          </p:spPr>
          <p:txBody>
            <a:bodyPr anchorCtr="1" anchor="ctr" bIns="25200" lIns="90000" spcFirstLastPara="1" rIns="90000" wrap="square" tIns="25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4" name="Google Shape;2234;p53"/>
            <p:cNvSpPr/>
            <p:nvPr/>
          </p:nvSpPr>
          <p:spPr>
            <a:xfrm>
              <a:off x="1981800" y="2151360"/>
              <a:ext cx="23400" cy="70200"/>
            </a:xfrm>
            <a:custGeom>
              <a:rect b="b" l="l" r="r" t="t"/>
              <a:pathLst>
                <a:path extrusionOk="0" h="195" w="65">
                  <a:moveTo>
                    <a:pt x="0" y="0"/>
                  </a:moveTo>
                  <a:lnTo>
                    <a:pt x="65" y="0"/>
                  </a:lnTo>
                  <a:lnTo>
                    <a:pt x="65" y="195"/>
                  </a:lnTo>
                  <a:lnTo>
                    <a:pt x="0" y="195"/>
                  </a:lnTo>
                  <a:lnTo>
                    <a:pt x="0" y="0"/>
                  </a:lnTo>
                  <a:close/>
                </a:path>
              </a:pathLst>
            </a:custGeom>
            <a:solidFill>
              <a:schemeClr val="lt1"/>
            </a:solidFill>
            <a:ln>
              <a:noFill/>
            </a:ln>
          </p:spPr>
          <p:txBody>
            <a:bodyPr anchorCtr="1" anchor="ctr" bIns="25200" lIns="90000" spcFirstLastPara="1" rIns="90000" wrap="square" tIns="25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5" name="Google Shape;2235;p53"/>
            <p:cNvSpPr/>
            <p:nvPr/>
          </p:nvSpPr>
          <p:spPr>
            <a:xfrm>
              <a:off x="1981800" y="2104560"/>
              <a:ext cx="23400" cy="23400"/>
            </a:xfrm>
            <a:custGeom>
              <a:rect b="b" l="l" r="r" t="t"/>
              <a:pathLst>
                <a:path extrusionOk="0" h="65" w="65">
                  <a:moveTo>
                    <a:pt x="0" y="0"/>
                  </a:moveTo>
                  <a:lnTo>
                    <a:pt x="65" y="0"/>
                  </a:lnTo>
                  <a:lnTo>
                    <a:pt x="65" y="65"/>
                  </a:lnTo>
                  <a:lnTo>
                    <a:pt x="0" y="65"/>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6" name="Google Shape;2236;p53"/>
            <p:cNvSpPr/>
            <p:nvPr/>
          </p:nvSpPr>
          <p:spPr>
            <a:xfrm>
              <a:off x="1911600" y="1894320"/>
              <a:ext cx="304200" cy="399240"/>
            </a:xfrm>
            <a:custGeom>
              <a:rect b="b" l="l" r="r" t="t"/>
              <a:pathLst>
                <a:path extrusionOk="0" h="1109" w="845">
                  <a:moveTo>
                    <a:pt x="723" y="358"/>
                  </a:moveTo>
                  <a:cubicBezTo>
                    <a:pt x="718" y="388"/>
                    <a:pt x="695" y="419"/>
                    <a:pt x="659" y="428"/>
                  </a:cubicBezTo>
                  <a:lnTo>
                    <a:pt x="659" y="443"/>
                  </a:lnTo>
                  <a:cubicBezTo>
                    <a:pt x="659" y="455"/>
                    <a:pt x="649" y="465"/>
                    <a:pt x="637" y="465"/>
                  </a:cubicBezTo>
                  <a:cubicBezTo>
                    <a:pt x="625" y="465"/>
                    <a:pt x="616" y="455"/>
                    <a:pt x="616" y="443"/>
                  </a:cubicBezTo>
                  <a:lnTo>
                    <a:pt x="616" y="430"/>
                  </a:lnTo>
                  <a:cubicBezTo>
                    <a:pt x="598" y="429"/>
                    <a:pt x="584" y="424"/>
                    <a:pt x="563" y="410"/>
                  </a:cubicBezTo>
                  <a:cubicBezTo>
                    <a:pt x="553" y="404"/>
                    <a:pt x="550" y="390"/>
                    <a:pt x="557" y="380"/>
                  </a:cubicBezTo>
                  <a:cubicBezTo>
                    <a:pt x="563" y="370"/>
                    <a:pt x="577" y="368"/>
                    <a:pt x="587" y="374"/>
                  </a:cubicBezTo>
                  <a:cubicBezTo>
                    <a:pt x="599" y="382"/>
                    <a:pt x="606" y="385"/>
                    <a:pt x="616" y="386"/>
                  </a:cubicBezTo>
                  <a:lnTo>
                    <a:pt x="616" y="295"/>
                  </a:lnTo>
                  <a:cubicBezTo>
                    <a:pt x="602" y="289"/>
                    <a:pt x="592" y="282"/>
                    <a:pt x="583" y="276"/>
                  </a:cubicBezTo>
                  <a:cubicBezTo>
                    <a:pt x="565" y="262"/>
                    <a:pt x="557" y="238"/>
                    <a:pt x="562" y="213"/>
                  </a:cubicBezTo>
                  <a:cubicBezTo>
                    <a:pt x="567" y="185"/>
                    <a:pt x="586" y="164"/>
                    <a:pt x="612" y="156"/>
                  </a:cubicBezTo>
                  <a:cubicBezTo>
                    <a:pt x="613" y="155"/>
                    <a:pt x="614" y="155"/>
                    <a:pt x="616" y="155"/>
                  </a:cubicBezTo>
                  <a:lnTo>
                    <a:pt x="616" y="141"/>
                  </a:lnTo>
                  <a:cubicBezTo>
                    <a:pt x="616" y="129"/>
                    <a:pt x="625" y="119"/>
                    <a:pt x="637" y="119"/>
                  </a:cubicBezTo>
                  <a:cubicBezTo>
                    <a:pt x="649" y="119"/>
                    <a:pt x="659" y="129"/>
                    <a:pt x="659" y="141"/>
                  </a:cubicBezTo>
                  <a:lnTo>
                    <a:pt x="659" y="152"/>
                  </a:lnTo>
                  <a:cubicBezTo>
                    <a:pt x="680" y="156"/>
                    <a:pt x="695" y="166"/>
                    <a:pt x="702" y="175"/>
                  </a:cubicBezTo>
                  <a:cubicBezTo>
                    <a:pt x="710" y="184"/>
                    <a:pt x="709" y="197"/>
                    <a:pt x="700" y="205"/>
                  </a:cubicBezTo>
                  <a:cubicBezTo>
                    <a:pt x="691" y="213"/>
                    <a:pt x="678" y="212"/>
                    <a:pt x="670" y="203"/>
                  </a:cubicBezTo>
                  <a:cubicBezTo>
                    <a:pt x="669" y="203"/>
                    <a:pt x="666" y="199"/>
                    <a:pt x="659" y="197"/>
                  </a:cubicBezTo>
                  <a:lnTo>
                    <a:pt x="659" y="266"/>
                  </a:lnTo>
                  <a:cubicBezTo>
                    <a:pt x="663" y="267"/>
                    <a:pt x="667" y="269"/>
                    <a:pt x="671" y="270"/>
                  </a:cubicBezTo>
                  <a:cubicBezTo>
                    <a:pt x="709" y="284"/>
                    <a:pt x="730" y="319"/>
                    <a:pt x="723" y="358"/>
                  </a:cubicBezTo>
                  <a:moveTo>
                    <a:pt x="715" y="942"/>
                  </a:moveTo>
                  <a:cubicBezTo>
                    <a:pt x="715" y="960"/>
                    <a:pt x="700" y="974"/>
                    <a:pt x="682" y="974"/>
                  </a:cubicBezTo>
                  <a:lnTo>
                    <a:pt x="162" y="974"/>
                  </a:lnTo>
                  <a:cubicBezTo>
                    <a:pt x="144" y="974"/>
                    <a:pt x="130" y="960"/>
                    <a:pt x="130" y="942"/>
                  </a:cubicBezTo>
                  <a:lnTo>
                    <a:pt x="130" y="552"/>
                  </a:lnTo>
                  <a:cubicBezTo>
                    <a:pt x="130" y="534"/>
                    <a:pt x="144" y="519"/>
                    <a:pt x="162" y="519"/>
                  </a:cubicBezTo>
                  <a:lnTo>
                    <a:pt x="682" y="519"/>
                  </a:lnTo>
                  <a:cubicBezTo>
                    <a:pt x="700" y="519"/>
                    <a:pt x="715" y="534"/>
                    <a:pt x="715" y="552"/>
                  </a:cubicBezTo>
                  <a:lnTo>
                    <a:pt x="715" y="942"/>
                  </a:lnTo>
                  <a:moveTo>
                    <a:pt x="162" y="389"/>
                  </a:moveTo>
                  <a:lnTo>
                    <a:pt x="466" y="389"/>
                  </a:lnTo>
                  <a:cubicBezTo>
                    <a:pt x="484" y="389"/>
                    <a:pt x="498" y="404"/>
                    <a:pt x="498" y="422"/>
                  </a:cubicBezTo>
                  <a:cubicBezTo>
                    <a:pt x="498" y="440"/>
                    <a:pt x="484" y="454"/>
                    <a:pt x="466" y="454"/>
                  </a:cubicBezTo>
                  <a:lnTo>
                    <a:pt x="162" y="454"/>
                  </a:lnTo>
                  <a:cubicBezTo>
                    <a:pt x="144" y="454"/>
                    <a:pt x="130" y="440"/>
                    <a:pt x="130" y="422"/>
                  </a:cubicBezTo>
                  <a:cubicBezTo>
                    <a:pt x="130" y="404"/>
                    <a:pt x="144" y="389"/>
                    <a:pt x="162" y="389"/>
                  </a:cubicBezTo>
                  <a:moveTo>
                    <a:pt x="162" y="259"/>
                  </a:moveTo>
                  <a:lnTo>
                    <a:pt x="466" y="259"/>
                  </a:lnTo>
                  <a:cubicBezTo>
                    <a:pt x="484" y="259"/>
                    <a:pt x="498" y="274"/>
                    <a:pt x="498" y="292"/>
                  </a:cubicBezTo>
                  <a:cubicBezTo>
                    <a:pt x="498" y="310"/>
                    <a:pt x="484" y="324"/>
                    <a:pt x="466" y="324"/>
                  </a:cubicBezTo>
                  <a:lnTo>
                    <a:pt x="162" y="324"/>
                  </a:lnTo>
                  <a:cubicBezTo>
                    <a:pt x="144" y="324"/>
                    <a:pt x="130" y="310"/>
                    <a:pt x="130" y="292"/>
                  </a:cubicBezTo>
                  <a:cubicBezTo>
                    <a:pt x="130" y="274"/>
                    <a:pt x="144" y="259"/>
                    <a:pt x="162" y="259"/>
                  </a:cubicBezTo>
                  <a:moveTo>
                    <a:pt x="162" y="130"/>
                  </a:moveTo>
                  <a:lnTo>
                    <a:pt x="466" y="130"/>
                  </a:lnTo>
                  <a:cubicBezTo>
                    <a:pt x="484" y="130"/>
                    <a:pt x="498" y="145"/>
                    <a:pt x="498" y="163"/>
                  </a:cubicBezTo>
                  <a:cubicBezTo>
                    <a:pt x="498" y="181"/>
                    <a:pt x="484" y="195"/>
                    <a:pt x="466" y="195"/>
                  </a:cubicBezTo>
                  <a:lnTo>
                    <a:pt x="162" y="195"/>
                  </a:lnTo>
                  <a:cubicBezTo>
                    <a:pt x="144" y="195"/>
                    <a:pt x="130" y="181"/>
                    <a:pt x="130" y="163"/>
                  </a:cubicBezTo>
                  <a:cubicBezTo>
                    <a:pt x="130" y="145"/>
                    <a:pt x="144" y="130"/>
                    <a:pt x="162" y="130"/>
                  </a:cubicBezTo>
                  <a:moveTo>
                    <a:pt x="812" y="0"/>
                  </a:moveTo>
                  <a:lnTo>
                    <a:pt x="32" y="0"/>
                  </a:lnTo>
                  <a:cubicBezTo>
                    <a:pt x="14" y="0"/>
                    <a:pt x="0" y="15"/>
                    <a:pt x="0" y="33"/>
                  </a:cubicBezTo>
                  <a:lnTo>
                    <a:pt x="0" y="1076"/>
                  </a:lnTo>
                  <a:cubicBezTo>
                    <a:pt x="0" y="1094"/>
                    <a:pt x="14" y="1109"/>
                    <a:pt x="32" y="1109"/>
                  </a:cubicBezTo>
                  <a:lnTo>
                    <a:pt x="812" y="1109"/>
                  </a:lnTo>
                  <a:cubicBezTo>
                    <a:pt x="830" y="1109"/>
                    <a:pt x="845" y="1094"/>
                    <a:pt x="845" y="1076"/>
                  </a:cubicBezTo>
                  <a:lnTo>
                    <a:pt x="845" y="33"/>
                  </a:lnTo>
                  <a:cubicBezTo>
                    <a:pt x="845" y="15"/>
                    <a:pt x="830" y="0"/>
                    <a:pt x="812"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7" name="Google Shape;2237;p53"/>
            <p:cNvSpPr/>
            <p:nvPr/>
          </p:nvSpPr>
          <p:spPr>
            <a:xfrm>
              <a:off x="2148840" y="2006640"/>
              <a:ext cx="7920" cy="25200"/>
            </a:xfrm>
            <a:custGeom>
              <a:rect b="b" l="l" r="r" t="t"/>
              <a:pathLst>
                <a:path extrusionOk="0" h="70" w="22">
                  <a:moveTo>
                    <a:pt x="0" y="0"/>
                  </a:moveTo>
                  <a:lnTo>
                    <a:pt x="0" y="70"/>
                  </a:lnTo>
                  <a:cubicBezTo>
                    <a:pt x="12" y="63"/>
                    <a:pt x="20" y="50"/>
                    <a:pt x="22" y="39"/>
                  </a:cubicBezTo>
                  <a:cubicBezTo>
                    <a:pt x="23" y="30"/>
                    <a:pt x="23" y="10"/>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8" name="Google Shape;2238;p53"/>
            <p:cNvSpPr/>
            <p:nvPr/>
          </p:nvSpPr>
          <p:spPr>
            <a:xfrm>
              <a:off x="2128680" y="1967040"/>
              <a:ext cx="4680" cy="16200"/>
            </a:xfrm>
            <a:custGeom>
              <a:rect b="b" l="l" r="r" t="t"/>
              <a:pathLst>
                <a:path extrusionOk="0" h="45" w="13">
                  <a:moveTo>
                    <a:pt x="1" y="19"/>
                  </a:moveTo>
                  <a:cubicBezTo>
                    <a:pt x="-1" y="28"/>
                    <a:pt x="2" y="37"/>
                    <a:pt x="7" y="41"/>
                  </a:cubicBezTo>
                  <a:cubicBezTo>
                    <a:pt x="9" y="42"/>
                    <a:pt x="11" y="44"/>
                    <a:pt x="13" y="45"/>
                  </a:cubicBezTo>
                  <a:lnTo>
                    <a:pt x="13" y="0"/>
                  </a:lnTo>
                  <a:cubicBezTo>
                    <a:pt x="6" y="5"/>
                    <a:pt x="2" y="12"/>
                    <a:pt x="1" y="19"/>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39" name="Google Shape;2239;p53"/>
          <p:cNvGrpSpPr/>
          <p:nvPr/>
        </p:nvGrpSpPr>
        <p:grpSpPr>
          <a:xfrm>
            <a:off x="2482522" y="2165088"/>
            <a:ext cx="399181" cy="350619"/>
            <a:chOff x="2707200" y="1899000"/>
            <a:chExt cx="443880" cy="389880"/>
          </a:xfrm>
        </p:grpSpPr>
        <p:sp>
          <p:nvSpPr>
            <p:cNvPr id="2240" name="Google Shape;2240;p53"/>
            <p:cNvSpPr/>
            <p:nvPr/>
          </p:nvSpPr>
          <p:spPr>
            <a:xfrm>
              <a:off x="2707200" y="2237040"/>
              <a:ext cx="443880" cy="51840"/>
            </a:xfrm>
            <a:custGeom>
              <a:rect b="b" l="l" r="r" t="t"/>
              <a:pathLst>
                <a:path extrusionOk="0" h="144" w="1233">
                  <a:moveTo>
                    <a:pt x="0" y="0"/>
                  </a:moveTo>
                  <a:lnTo>
                    <a:pt x="0" y="36"/>
                  </a:lnTo>
                  <a:cubicBezTo>
                    <a:pt x="0" y="96"/>
                    <a:pt x="49" y="144"/>
                    <a:pt x="109" y="144"/>
                  </a:cubicBezTo>
                  <a:lnTo>
                    <a:pt x="1125" y="144"/>
                  </a:lnTo>
                  <a:cubicBezTo>
                    <a:pt x="1184" y="144"/>
                    <a:pt x="1233" y="96"/>
                    <a:pt x="1233" y="36"/>
                  </a:cubicBezTo>
                  <a:lnTo>
                    <a:pt x="1233" y="0"/>
                  </a:lnTo>
                  <a:lnTo>
                    <a:pt x="0" y="0"/>
                  </a:ln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1" name="Google Shape;2241;p53"/>
            <p:cNvSpPr/>
            <p:nvPr/>
          </p:nvSpPr>
          <p:spPr>
            <a:xfrm>
              <a:off x="2711160" y="2167560"/>
              <a:ext cx="435960" cy="43200"/>
            </a:xfrm>
            <a:custGeom>
              <a:rect b="b" l="l" r="r" t="t"/>
              <a:pathLst>
                <a:path extrusionOk="0" h="120" w="1211">
                  <a:moveTo>
                    <a:pt x="1166" y="0"/>
                  </a:moveTo>
                  <a:lnTo>
                    <a:pt x="45" y="0"/>
                  </a:lnTo>
                  <a:lnTo>
                    <a:pt x="0" y="120"/>
                  </a:lnTo>
                  <a:lnTo>
                    <a:pt x="1211" y="120"/>
                  </a:lnTo>
                  <a:lnTo>
                    <a:pt x="1166"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2" name="Google Shape;2242;p53"/>
            <p:cNvSpPr/>
            <p:nvPr/>
          </p:nvSpPr>
          <p:spPr>
            <a:xfrm>
              <a:off x="2733120" y="1899000"/>
              <a:ext cx="392040" cy="242640"/>
            </a:xfrm>
            <a:custGeom>
              <a:rect b="b" l="l" r="r" t="t"/>
              <a:pathLst>
                <a:path extrusionOk="0" h="674" w="1089">
                  <a:moveTo>
                    <a:pt x="849" y="359"/>
                  </a:moveTo>
                  <a:lnTo>
                    <a:pt x="754" y="479"/>
                  </a:lnTo>
                  <a:cubicBezTo>
                    <a:pt x="742" y="495"/>
                    <a:pt x="719" y="497"/>
                    <a:pt x="703" y="485"/>
                  </a:cubicBezTo>
                  <a:cubicBezTo>
                    <a:pt x="688" y="472"/>
                    <a:pt x="685" y="450"/>
                    <a:pt x="698" y="434"/>
                  </a:cubicBezTo>
                  <a:lnTo>
                    <a:pt x="775" y="336"/>
                  </a:lnTo>
                  <a:lnTo>
                    <a:pt x="698" y="238"/>
                  </a:lnTo>
                  <a:cubicBezTo>
                    <a:pt x="685" y="224"/>
                    <a:pt x="688" y="201"/>
                    <a:pt x="703" y="188"/>
                  </a:cubicBezTo>
                  <a:cubicBezTo>
                    <a:pt x="719" y="176"/>
                    <a:pt x="742" y="178"/>
                    <a:pt x="754" y="194"/>
                  </a:cubicBezTo>
                  <a:lnTo>
                    <a:pt x="849" y="314"/>
                  </a:lnTo>
                  <a:cubicBezTo>
                    <a:pt x="860" y="327"/>
                    <a:pt x="860" y="346"/>
                    <a:pt x="849" y="359"/>
                  </a:cubicBezTo>
                  <a:moveTo>
                    <a:pt x="628" y="141"/>
                  </a:moveTo>
                  <a:lnTo>
                    <a:pt x="532" y="549"/>
                  </a:lnTo>
                  <a:cubicBezTo>
                    <a:pt x="528" y="569"/>
                    <a:pt x="508" y="581"/>
                    <a:pt x="489" y="576"/>
                  </a:cubicBezTo>
                  <a:cubicBezTo>
                    <a:pt x="469" y="572"/>
                    <a:pt x="457" y="552"/>
                    <a:pt x="462" y="533"/>
                  </a:cubicBezTo>
                  <a:lnTo>
                    <a:pt x="558" y="124"/>
                  </a:lnTo>
                  <a:cubicBezTo>
                    <a:pt x="563" y="105"/>
                    <a:pt x="582" y="93"/>
                    <a:pt x="602" y="97"/>
                  </a:cubicBezTo>
                  <a:cubicBezTo>
                    <a:pt x="621" y="102"/>
                    <a:pt x="633" y="121"/>
                    <a:pt x="628" y="141"/>
                  </a:cubicBezTo>
                  <a:moveTo>
                    <a:pt x="393" y="434"/>
                  </a:moveTo>
                  <a:cubicBezTo>
                    <a:pt x="405" y="450"/>
                    <a:pt x="403" y="472"/>
                    <a:pt x="387" y="485"/>
                  </a:cubicBezTo>
                  <a:cubicBezTo>
                    <a:pt x="371" y="497"/>
                    <a:pt x="349" y="495"/>
                    <a:pt x="336" y="479"/>
                  </a:cubicBezTo>
                  <a:lnTo>
                    <a:pt x="240" y="359"/>
                  </a:lnTo>
                  <a:cubicBezTo>
                    <a:pt x="229" y="346"/>
                    <a:pt x="229" y="327"/>
                    <a:pt x="240" y="314"/>
                  </a:cubicBezTo>
                  <a:lnTo>
                    <a:pt x="336" y="194"/>
                  </a:lnTo>
                  <a:cubicBezTo>
                    <a:pt x="349" y="178"/>
                    <a:pt x="371" y="176"/>
                    <a:pt x="387" y="188"/>
                  </a:cubicBezTo>
                  <a:cubicBezTo>
                    <a:pt x="403" y="201"/>
                    <a:pt x="405" y="224"/>
                    <a:pt x="393" y="238"/>
                  </a:cubicBezTo>
                  <a:lnTo>
                    <a:pt x="314" y="336"/>
                  </a:lnTo>
                  <a:lnTo>
                    <a:pt x="393" y="434"/>
                  </a:lnTo>
                  <a:moveTo>
                    <a:pt x="1089" y="108"/>
                  </a:moveTo>
                  <a:cubicBezTo>
                    <a:pt x="1089" y="48"/>
                    <a:pt x="1040" y="0"/>
                    <a:pt x="980" y="0"/>
                  </a:cubicBezTo>
                  <a:lnTo>
                    <a:pt x="109" y="0"/>
                  </a:lnTo>
                  <a:cubicBezTo>
                    <a:pt x="49" y="0"/>
                    <a:pt x="0" y="48"/>
                    <a:pt x="0" y="108"/>
                  </a:cubicBezTo>
                  <a:lnTo>
                    <a:pt x="0" y="674"/>
                  </a:lnTo>
                  <a:lnTo>
                    <a:pt x="1089" y="674"/>
                  </a:lnTo>
                  <a:lnTo>
                    <a:pt x="1089" y="108"/>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43" name="Google Shape;2243;p53"/>
          <p:cNvGrpSpPr/>
          <p:nvPr/>
        </p:nvGrpSpPr>
        <p:grpSpPr>
          <a:xfrm>
            <a:off x="3247539" y="2173829"/>
            <a:ext cx="348677" cy="333137"/>
            <a:chOff x="3557880" y="1908720"/>
            <a:chExt cx="387720" cy="370440"/>
          </a:xfrm>
        </p:grpSpPr>
        <p:sp>
          <p:nvSpPr>
            <p:cNvPr id="2244" name="Google Shape;2244;p53"/>
            <p:cNvSpPr/>
            <p:nvPr/>
          </p:nvSpPr>
          <p:spPr>
            <a:xfrm>
              <a:off x="3869640" y="2067120"/>
              <a:ext cx="73800" cy="53280"/>
            </a:xfrm>
            <a:custGeom>
              <a:rect b="b" l="l" r="r" t="t"/>
              <a:pathLst>
                <a:path extrusionOk="0" h="148" w="205">
                  <a:moveTo>
                    <a:pt x="0" y="148"/>
                  </a:moveTo>
                  <a:lnTo>
                    <a:pt x="205" y="148"/>
                  </a:lnTo>
                  <a:lnTo>
                    <a:pt x="178" y="0"/>
                  </a:lnTo>
                  <a:lnTo>
                    <a:pt x="0" y="0"/>
                  </a:lnTo>
                  <a:lnTo>
                    <a:pt x="0" y="148"/>
                  </a:lnTo>
                  <a:close/>
                </a:path>
              </a:pathLst>
            </a:custGeom>
            <a:solidFill>
              <a:schemeClr val="lt1"/>
            </a:solidFill>
            <a:ln>
              <a:noFill/>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5" name="Google Shape;2245;p53"/>
            <p:cNvSpPr/>
            <p:nvPr/>
          </p:nvSpPr>
          <p:spPr>
            <a:xfrm>
              <a:off x="3686400" y="2067120"/>
              <a:ext cx="45360" cy="53280"/>
            </a:xfrm>
            <a:custGeom>
              <a:rect b="b" l="l" r="r" t="t"/>
              <a:pathLst>
                <a:path extrusionOk="0" h="148" w="126">
                  <a:moveTo>
                    <a:pt x="0" y="0"/>
                  </a:moveTo>
                  <a:lnTo>
                    <a:pt x="126" y="0"/>
                  </a:lnTo>
                  <a:lnTo>
                    <a:pt x="126" y="148"/>
                  </a:lnTo>
                  <a:lnTo>
                    <a:pt x="0" y="148"/>
                  </a:lnTo>
                  <a:lnTo>
                    <a:pt x="0" y="0"/>
                  </a:lnTo>
                  <a:close/>
                </a:path>
              </a:pathLst>
            </a:custGeom>
            <a:solidFill>
              <a:schemeClr val="lt1"/>
            </a:solidFill>
            <a:ln>
              <a:noFill/>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6" name="Google Shape;2246;p53"/>
            <p:cNvSpPr/>
            <p:nvPr/>
          </p:nvSpPr>
          <p:spPr>
            <a:xfrm>
              <a:off x="3559680" y="1976760"/>
              <a:ext cx="369720" cy="143640"/>
            </a:xfrm>
            <a:custGeom>
              <a:rect b="b" l="l" r="r" t="t"/>
              <a:pathLst>
                <a:path extrusionOk="0" h="399" w="1027">
                  <a:moveTo>
                    <a:pt x="163" y="214"/>
                  </a:moveTo>
                  <a:cubicBezTo>
                    <a:pt x="166" y="199"/>
                    <a:pt x="179" y="188"/>
                    <a:pt x="194" y="188"/>
                  </a:cubicBezTo>
                  <a:lnTo>
                    <a:pt x="699" y="188"/>
                  </a:lnTo>
                  <a:cubicBezTo>
                    <a:pt x="717" y="188"/>
                    <a:pt x="731" y="202"/>
                    <a:pt x="731" y="220"/>
                  </a:cubicBezTo>
                  <a:lnTo>
                    <a:pt x="731" y="399"/>
                  </a:lnTo>
                  <a:lnTo>
                    <a:pt x="798" y="399"/>
                  </a:lnTo>
                  <a:lnTo>
                    <a:pt x="798" y="220"/>
                  </a:lnTo>
                  <a:cubicBezTo>
                    <a:pt x="798" y="202"/>
                    <a:pt x="812" y="188"/>
                    <a:pt x="830" y="188"/>
                  </a:cubicBezTo>
                  <a:lnTo>
                    <a:pt x="1027" y="188"/>
                  </a:lnTo>
                  <a:lnTo>
                    <a:pt x="1021" y="156"/>
                  </a:lnTo>
                  <a:cubicBezTo>
                    <a:pt x="1011" y="102"/>
                    <a:pt x="963" y="62"/>
                    <a:pt x="907" y="62"/>
                  </a:cubicBezTo>
                  <a:lnTo>
                    <a:pt x="798" y="62"/>
                  </a:lnTo>
                  <a:lnTo>
                    <a:pt x="798" y="0"/>
                  </a:lnTo>
                  <a:lnTo>
                    <a:pt x="735" y="0"/>
                  </a:lnTo>
                  <a:lnTo>
                    <a:pt x="735" y="62"/>
                  </a:lnTo>
                  <a:lnTo>
                    <a:pt x="331" y="62"/>
                  </a:lnTo>
                  <a:lnTo>
                    <a:pt x="331" y="0"/>
                  </a:lnTo>
                  <a:lnTo>
                    <a:pt x="268" y="0"/>
                  </a:lnTo>
                  <a:lnTo>
                    <a:pt x="268" y="62"/>
                  </a:lnTo>
                  <a:lnTo>
                    <a:pt x="159" y="62"/>
                  </a:lnTo>
                  <a:cubicBezTo>
                    <a:pt x="103" y="62"/>
                    <a:pt x="56" y="102"/>
                    <a:pt x="45" y="156"/>
                  </a:cubicBezTo>
                  <a:lnTo>
                    <a:pt x="0" y="399"/>
                  </a:lnTo>
                  <a:lnTo>
                    <a:pt x="128" y="399"/>
                  </a:lnTo>
                  <a:lnTo>
                    <a:pt x="163" y="214"/>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7" name="Google Shape;2247;p53"/>
            <p:cNvSpPr/>
            <p:nvPr/>
          </p:nvSpPr>
          <p:spPr>
            <a:xfrm>
              <a:off x="3629160" y="2067120"/>
              <a:ext cx="34560" cy="53280"/>
            </a:xfrm>
            <a:custGeom>
              <a:rect b="b" l="l" r="r" t="t"/>
              <a:pathLst>
                <a:path extrusionOk="0" h="148" w="96">
                  <a:moveTo>
                    <a:pt x="96" y="148"/>
                  </a:moveTo>
                  <a:lnTo>
                    <a:pt x="96" y="0"/>
                  </a:lnTo>
                  <a:lnTo>
                    <a:pt x="27" y="0"/>
                  </a:lnTo>
                  <a:lnTo>
                    <a:pt x="0" y="148"/>
                  </a:lnTo>
                  <a:lnTo>
                    <a:pt x="96" y="148"/>
                  </a:lnTo>
                  <a:close/>
                </a:path>
              </a:pathLst>
            </a:custGeom>
            <a:solidFill>
              <a:schemeClr val="lt1"/>
            </a:solidFill>
            <a:ln>
              <a:noFill/>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8" name="Google Shape;2248;p53"/>
            <p:cNvSpPr/>
            <p:nvPr/>
          </p:nvSpPr>
          <p:spPr>
            <a:xfrm>
              <a:off x="3754800" y="2067120"/>
              <a:ext cx="45360" cy="53280"/>
            </a:xfrm>
            <a:custGeom>
              <a:rect b="b" l="l" r="r" t="t"/>
              <a:pathLst>
                <a:path extrusionOk="0" h="148" w="126">
                  <a:moveTo>
                    <a:pt x="0" y="0"/>
                  </a:moveTo>
                  <a:lnTo>
                    <a:pt x="126" y="0"/>
                  </a:lnTo>
                  <a:lnTo>
                    <a:pt x="126" y="148"/>
                  </a:lnTo>
                  <a:lnTo>
                    <a:pt x="0" y="148"/>
                  </a:lnTo>
                  <a:lnTo>
                    <a:pt x="0" y="0"/>
                  </a:lnTo>
                  <a:close/>
                </a:path>
              </a:pathLst>
            </a:custGeom>
            <a:solidFill>
              <a:schemeClr val="lt1"/>
            </a:solidFill>
            <a:ln>
              <a:noFill/>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9" name="Google Shape;2249;p53"/>
            <p:cNvSpPr/>
            <p:nvPr/>
          </p:nvSpPr>
          <p:spPr>
            <a:xfrm>
              <a:off x="3820680" y="2203560"/>
              <a:ext cx="75600" cy="75600"/>
            </a:xfrm>
            <a:custGeom>
              <a:rect b="b" l="l" r="r" t="t"/>
              <a:pathLst>
                <a:path extrusionOk="0" h="210" w="210">
                  <a:moveTo>
                    <a:pt x="210" y="105"/>
                  </a:moveTo>
                  <a:cubicBezTo>
                    <a:pt x="210" y="163"/>
                    <a:pt x="163" y="210"/>
                    <a:pt x="105" y="210"/>
                  </a:cubicBezTo>
                  <a:cubicBezTo>
                    <a:pt x="47" y="210"/>
                    <a:pt x="0" y="163"/>
                    <a:pt x="0" y="105"/>
                  </a:cubicBezTo>
                  <a:cubicBezTo>
                    <a:pt x="0" y="47"/>
                    <a:pt x="47" y="0"/>
                    <a:pt x="105" y="0"/>
                  </a:cubicBezTo>
                  <a:cubicBezTo>
                    <a:pt x="163" y="0"/>
                    <a:pt x="210" y="47"/>
                    <a:pt x="210" y="105"/>
                  </a:cubicBezTo>
                  <a:close/>
                </a:path>
              </a:pathLst>
            </a:custGeom>
            <a:solidFill>
              <a:schemeClr val="lt1"/>
            </a:solidFill>
            <a:ln>
              <a:noFill/>
            </a:ln>
          </p:spPr>
          <p:txBody>
            <a:bodyPr anchorCtr="1" anchor="ctr" bIns="30600" lIns="90000" spcFirstLastPara="1" rIns="90000" wrap="square" tIns="30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0" name="Google Shape;2250;p53"/>
            <p:cNvSpPr/>
            <p:nvPr/>
          </p:nvSpPr>
          <p:spPr>
            <a:xfrm>
              <a:off x="3606840" y="2203560"/>
              <a:ext cx="75960" cy="75600"/>
            </a:xfrm>
            <a:custGeom>
              <a:rect b="b" l="l" r="r" t="t"/>
              <a:pathLst>
                <a:path extrusionOk="0" h="210" w="211">
                  <a:moveTo>
                    <a:pt x="211" y="105"/>
                  </a:moveTo>
                  <a:cubicBezTo>
                    <a:pt x="211" y="163"/>
                    <a:pt x="164" y="210"/>
                    <a:pt x="106" y="210"/>
                  </a:cubicBezTo>
                  <a:cubicBezTo>
                    <a:pt x="47" y="210"/>
                    <a:pt x="0" y="163"/>
                    <a:pt x="0" y="105"/>
                  </a:cubicBezTo>
                  <a:cubicBezTo>
                    <a:pt x="0" y="47"/>
                    <a:pt x="47" y="0"/>
                    <a:pt x="106" y="0"/>
                  </a:cubicBezTo>
                  <a:cubicBezTo>
                    <a:pt x="133" y="0"/>
                    <a:pt x="160" y="11"/>
                    <a:pt x="180" y="31"/>
                  </a:cubicBezTo>
                  <a:cubicBezTo>
                    <a:pt x="200" y="51"/>
                    <a:pt x="211" y="77"/>
                    <a:pt x="211" y="105"/>
                  </a:cubicBezTo>
                  <a:close/>
                </a:path>
              </a:pathLst>
            </a:custGeom>
            <a:solidFill>
              <a:schemeClr val="lt1"/>
            </a:solidFill>
            <a:ln>
              <a:noFill/>
            </a:ln>
          </p:spPr>
          <p:txBody>
            <a:bodyPr anchorCtr="1" anchor="ctr" bIns="30600" lIns="90000" spcFirstLastPara="1" rIns="90000" wrap="square" tIns="30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1" name="Google Shape;2251;p53"/>
            <p:cNvSpPr/>
            <p:nvPr/>
          </p:nvSpPr>
          <p:spPr>
            <a:xfrm>
              <a:off x="3605040" y="1908720"/>
              <a:ext cx="293760" cy="45360"/>
            </a:xfrm>
            <a:custGeom>
              <a:rect b="b" l="l" r="r" t="t"/>
              <a:pathLst>
                <a:path extrusionOk="0" h="126" w="816">
                  <a:moveTo>
                    <a:pt x="31" y="126"/>
                  </a:moveTo>
                  <a:lnTo>
                    <a:pt x="783" y="126"/>
                  </a:lnTo>
                  <a:cubicBezTo>
                    <a:pt x="809" y="126"/>
                    <a:pt x="824" y="98"/>
                    <a:pt x="810" y="77"/>
                  </a:cubicBezTo>
                  <a:cubicBezTo>
                    <a:pt x="777" y="29"/>
                    <a:pt x="723" y="0"/>
                    <a:pt x="665" y="0"/>
                  </a:cubicBezTo>
                  <a:lnTo>
                    <a:pt x="149" y="0"/>
                  </a:lnTo>
                  <a:cubicBezTo>
                    <a:pt x="91" y="0"/>
                    <a:pt x="37" y="29"/>
                    <a:pt x="5" y="77"/>
                  </a:cubicBezTo>
                  <a:cubicBezTo>
                    <a:pt x="-9" y="98"/>
                    <a:pt x="6" y="126"/>
                    <a:pt x="31" y="126"/>
                  </a:cubicBezTo>
                  <a:close/>
                </a:path>
              </a:pathLst>
            </a:custGeom>
            <a:solidFill>
              <a:schemeClr val="lt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2" name="Google Shape;2252;p53"/>
            <p:cNvSpPr/>
            <p:nvPr/>
          </p:nvSpPr>
          <p:spPr>
            <a:xfrm>
              <a:off x="3557880" y="2143080"/>
              <a:ext cx="387720" cy="98280"/>
            </a:xfrm>
            <a:custGeom>
              <a:rect b="b" l="l" r="r" t="t"/>
              <a:pathLst>
                <a:path extrusionOk="0" h="273" w="1077">
                  <a:moveTo>
                    <a:pt x="1013" y="42"/>
                  </a:moveTo>
                  <a:lnTo>
                    <a:pt x="1077" y="42"/>
                  </a:lnTo>
                  <a:lnTo>
                    <a:pt x="1077" y="0"/>
                  </a:lnTo>
                  <a:lnTo>
                    <a:pt x="0" y="0"/>
                  </a:lnTo>
                  <a:lnTo>
                    <a:pt x="0" y="42"/>
                  </a:lnTo>
                  <a:lnTo>
                    <a:pt x="63" y="42"/>
                  </a:lnTo>
                  <a:cubicBezTo>
                    <a:pt x="80" y="42"/>
                    <a:pt x="94" y="56"/>
                    <a:pt x="94" y="73"/>
                  </a:cubicBezTo>
                  <a:cubicBezTo>
                    <a:pt x="94" y="91"/>
                    <a:pt x="80" y="105"/>
                    <a:pt x="63" y="105"/>
                  </a:cubicBezTo>
                  <a:lnTo>
                    <a:pt x="0" y="105"/>
                  </a:lnTo>
                  <a:lnTo>
                    <a:pt x="0" y="242"/>
                  </a:lnTo>
                  <a:cubicBezTo>
                    <a:pt x="0" y="259"/>
                    <a:pt x="14" y="273"/>
                    <a:pt x="31" y="273"/>
                  </a:cubicBezTo>
                  <a:lnTo>
                    <a:pt x="73" y="273"/>
                  </a:lnTo>
                  <a:cubicBezTo>
                    <a:pt x="73" y="180"/>
                    <a:pt x="149" y="105"/>
                    <a:pt x="241" y="105"/>
                  </a:cubicBezTo>
                  <a:cubicBezTo>
                    <a:pt x="334" y="105"/>
                    <a:pt x="410" y="180"/>
                    <a:pt x="410" y="273"/>
                  </a:cubicBezTo>
                  <a:lnTo>
                    <a:pt x="666" y="273"/>
                  </a:lnTo>
                  <a:cubicBezTo>
                    <a:pt x="666" y="180"/>
                    <a:pt x="742" y="105"/>
                    <a:pt x="835" y="105"/>
                  </a:cubicBezTo>
                  <a:cubicBezTo>
                    <a:pt x="927" y="105"/>
                    <a:pt x="1003" y="180"/>
                    <a:pt x="1003" y="273"/>
                  </a:cubicBezTo>
                  <a:lnTo>
                    <a:pt x="1045" y="273"/>
                  </a:lnTo>
                  <a:cubicBezTo>
                    <a:pt x="1062" y="273"/>
                    <a:pt x="1077" y="259"/>
                    <a:pt x="1077" y="242"/>
                  </a:cubicBezTo>
                  <a:lnTo>
                    <a:pt x="1077" y="105"/>
                  </a:lnTo>
                  <a:lnTo>
                    <a:pt x="1013" y="105"/>
                  </a:lnTo>
                  <a:cubicBezTo>
                    <a:pt x="996" y="105"/>
                    <a:pt x="982" y="91"/>
                    <a:pt x="982" y="73"/>
                  </a:cubicBezTo>
                  <a:cubicBezTo>
                    <a:pt x="982" y="56"/>
                    <a:pt x="996" y="42"/>
                    <a:pt x="1013" y="42"/>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53" name="Google Shape;2253;p53"/>
          <p:cNvGrpSpPr/>
          <p:nvPr/>
        </p:nvGrpSpPr>
        <p:grpSpPr>
          <a:xfrm>
            <a:off x="4020649" y="2168972"/>
            <a:ext cx="343497" cy="342849"/>
            <a:chOff x="4417560" y="1903320"/>
            <a:chExt cx="381960" cy="381240"/>
          </a:xfrm>
        </p:grpSpPr>
        <p:sp>
          <p:nvSpPr>
            <p:cNvPr id="2254" name="Google Shape;2254;p53"/>
            <p:cNvSpPr/>
            <p:nvPr/>
          </p:nvSpPr>
          <p:spPr>
            <a:xfrm>
              <a:off x="4632840" y="2116440"/>
              <a:ext cx="27720" cy="37800"/>
            </a:xfrm>
            <a:custGeom>
              <a:rect b="b" l="l" r="r" t="t"/>
              <a:pathLst>
                <a:path extrusionOk="0" h="105" w="77">
                  <a:moveTo>
                    <a:pt x="0" y="105"/>
                  </a:moveTo>
                  <a:lnTo>
                    <a:pt x="60" y="105"/>
                  </a:lnTo>
                  <a:cubicBezTo>
                    <a:pt x="62" y="67"/>
                    <a:pt x="67" y="31"/>
                    <a:pt x="77" y="0"/>
                  </a:cubicBezTo>
                  <a:cubicBezTo>
                    <a:pt x="38" y="22"/>
                    <a:pt x="9" y="60"/>
                    <a:pt x="0" y="10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5" name="Google Shape;2255;p53"/>
            <p:cNvSpPr/>
            <p:nvPr/>
          </p:nvSpPr>
          <p:spPr>
            <a:xfrm>
              <a:off x="4676760" y="2176560"/>
              <a:ext cx="21600" cy="43560"/>
            </a:xfrm>
            <a:custGeom>
              <a:rect b="b" l="l" r="r" t="t"/>
              <a:pathLst>
                <a:path extrusionOk="0" h="121" w="60">
                  <a:moveTo>
                    <a:pt x="30" y="121"/>
                  </a:moveTo>
                  <a:cubicBezTo>
                    <a:pt x="40" y="109"/>
                    <a:pt x="56" y="67"/>
                    <a:pt x="60" y="0"/>
                  </a:cubicBezTo>
                  <a:lnTo>
                    <a:pt x="0" y="0"/>
                  </a:lnTo>
                  <a:cubicBezTo>
                    <a:pt x="4" y="67"/>
                    <a:pt x="20" y="109"/>
                    <a:pt x="30" y="12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6" name="Google Shape;2256;p53"/>
            <p:cNvSpPr/>
            <p:nvPr/>
          </p:nvSpPr>
          <p:spPr>
            <a:xfrm>
              <a:off x="4632840" y="2176560"/>
              <a:ext cx="27720" cy="37800"/>
            </a:xfrm>
            <a:custGeom>
              <a:rect b="b" l="l" r="r" t="t"/>
              <a:pathLst>
                <a:path extrusionOk="0" h="105" w="77">
                  <a:moveTo>
                    <a:pt x="0" y="0"/>
                  </a:moveTo>
                  <a:cubicBezTo>
                    <a:pt x="9" y="45"/>
                    <a:pt x="38" y="83"/>
                    <a:pt x="77" y="105"/>
                  </a:cubicBezTo>
                  <a:cubicBezTo>
                    <a:pt x="67" y="74"/>
                    <a:pt x="62" y="38"/>
                    <a:pt x="60" y="0"/>
                  </a:cubicBez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7" name="Google Shape;2257;p53"/>
            <p:cNvSpPr/>
            <p:nvPr/>
          </p:nvSpPr>
          <p:spPr>
            <a:xfrm>
              <a:off x="4676760" y="2110320"/>
              <a:ext cx="21600" cy="43920"/>
            </a:xfrm>
            <a:custGeom>
              <a:rect b="b" l="l" r="r" t="t"/>
              <a:pathLst>
                <a:path extrusionOk="0" h="122" w="60">
                  <a:moveTo>
                    <a:pt x="0" y="122"/>
                  </a:moveTo>
                  <a:lnTo>
                    <a:pt x="60" y="122"/>
                  </a:lnTo>
                  <a:cubicBezTo>
                    <a:pt x="56" y="54"/>
                    <a:pt x="40" y="13"/>
                    <a:pt x="30" y="0"/>
                  </a:cubicBezTo>
                  <a:cubicBezTo>
                    <a:pt x="20" y="13"/>
                    <a:pt x="4" y="54"/>
                    <a:pt x="0" y="122"/>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8" name="Google Shape;2258;p53"/>
            <p:cNvSpPr/>
            <p:nvPr/>
          </p:nvSpPr>
          <p:spPr>
            <a:xfrm>
              <a:off x="4714560" y="2116440"/>
              <a:ext cx="27720" cy="37800"/>
            </a:xfrm>
            <a:custGeom>
              <a:rect b="b" l="l" r="r" t="t"/>
              <a:pathLst>
                <a:path extrusionOk="0" h="105" w="77">
                  <a:moveTo>
                    <a:pt x="0" y="0"/>
                  </a:moveTo>
                  <a:cubicBezTo>
                    <a:pt x="10" y="31"/>
                    <a:pt x="16" y="67"/>
                    <a:pt x="18" y="105"/>
                  </a:cubicBezTo>
                  <a:lnTo>
                    <a:pt x="77" y="105"/>
                  </a:lnTo>
                  <a:cubicBezTo>
                    <a:pt x="68" y="60"/>
                    <a:pt x="39" y="22"/>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9" name="Google Shape;2259;p53"/>
            <p:cNvSpPr/>
            <p:nvPr/>
          </p:nvSpPr>
          <p:spPr>
            <a:xfrm>
              <a:off x="4714560" y="2176560"/>
              <a:ext cx="27720" cy="37800"/>
            </a:xfrm>
            <a:custGeom>
              <a:rect b="b" l="l" r="r" t="t"/>
              <a:pathLst>
                <a:path extrusionOk="0" h="105" w="77">
                  <a:moveTo>
                    <a:pt x="0" y="105"/>
                  </a:moveTo>
                  <a:cubicBezTo>
                    <a:pt x="39" y="83"/>
                    <a:pt x="68" y="45"/>
                    <a:pt x="77" y="0"/>
                  </a:cubicBezTo>
                  <a:lnTo>
                    <a:pt x="18" y="0"/>
                  </a:lnTo>
                  <a:cubicBezTo>
                    <a:pt x="16" y="38"/>
                    <a:pt x="10" y="74"/>
                    <a:pt x="0" y="10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60" name="Google Shape;2260;p53"/>
            <p:cNvSpPr/>
            <p:nvPr/>
          </p:nvSpPr>
          <p:spPr>
            <a:xfrm>
              <a:off x="4575600" y="2001240"/>
              <a:ext cx="223920" cy="283320"/>
            </a:xfrm>
            <a:custGeom>
              <a:rect b="b" l="l" r="r" t="t"/>
              <a:pathLst>
                <a:path extrusionOk="0" h="787" w="622">
                  <a:moveTo>
                    <a:pt x="498" y="155"/>
                  </a:moveTo>
                  <a:lnTo>
                    <a:pt x="125" y="155"/>
                  </a:lnTo>
                  <a:cubicBezTo>
                    <a:pt x="107" y="155"/>
                    <a:pt x="94" y="142"/>
                    <a:pt x="94" y="124"/>
                  </a:cubicBezTo>
                  <a:cubicBezTo>
                    <a:pt x="94" y="107"/>
                    <a:pt x="107" y="93"/>
                    <a:pt x="125" y="93"/>
                  </a:cubicBezTo>
                  <a:lnTo>
                    <a:pt x="498" y="93"/>
                  </a:lnTo>
                  <a:cubicBezTo>
                    <a:pt x="515" y="93"/>
                    <a:pt x="529" y="107"/>
                    <a:pt x="529" y="124"/>
                  </a:cubicBezTo>
                  <a:cubicBezTo>
                    <a:pt x="529" y="142"/>
                    <a:pt x="515" y="155"/>
                    <a:pt x="498" y="155"/>
                  </a:cubicBezTo>
                  <a:moveTo>
                    <a:pt x="311" y="673"/>
                  </a:moveTo>
                  <a:cubicBezTo>
                    <a:pt x="191" y="673"/>
                    <a:pt x="94" y="576"/>
                    <a:pt x="94" y="456"/>
                  </a:cubicBezTo>
                  <a:cubicBezTo>
                    <a:pt x="94" y="336"/>
                    <a:pt x="191" y="238"/>
                    <a:pt x="311" y="238"/>
                  </a:cubicBezTo>
                  <a:cubicBezTo>
                    <a:pt x="431" y="238"/>
                    <a:pt x="529" y="336"/>
                    <a:pt x="529" y="456"/>
                  </a:cubicBezTo>
                  <a:cubicBezTo>
                    <a:pt x="529" y="576"/>
                    <a:pt x="431" y="673"/>
                    <a:pt x="311" y="673"/>
                  </a:cubicBezTo>
                  <a:moveTo>
                    <a:pt x="529" y="0"/>
                  </a:moveTo>
                  <a:lnTo>
                    <a:pt x="31" y="0"/>
                  </a:lnTo>
                  <a:cubicBezTo>
                    <a:pt x="14" y="0"/>
                    <a:pt x="0" y="14"/>
                    <a:pt x="0" y="31"/>
                  </a:cubicBezTo>
                  <a:lnTo>
                    <a:pt x="0" y="787"/>
                  </a:lnTo>
                  <a:lnTo>
                    <a:pt x="529" y="787"/>
                  </a:lnTo>
                  <a:cubicBezTo>
                    <a:pt x="580" y="787"/>
                    <a:pt x="622" y="746"/>
                    <a:pt x="622" y="694"/>
                  </a:cubicBezTo>
                  <a:lnTo>
                    <a:pt x="622" y="93"/>
                  </a:lnTo>
                  <a:cubicBezTo>
                    <a:pt x="622" y="42"/>
                    <a:pt x="580" y="0"/>
                    <a:pt x="529"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61" name="Google Shape;2261;p53"/>
            <p:cNvSpPr/>
            <p:nvPr/>
          </p:nvSpPr>
          <p:spPr>
            <a:xfrm>
              <a:off x="4417560" y="1903320"/>
              <a:ext cx="201600" cy="381240"/>
            </a:xfrm>
            <a:custGeom>
              <a:rect b="b" l="l" r="r" t="t"/>
              <a:pathLst>
                <a:path extrusionOk="0" h="1059" w="560">
                  <a:moveTo>
                    <a:pt x="280" y="355"/>
                  </a:moveTo>
                  <a:lnTo>
                    <a:pt x="218" y="355"/>
                  </a:lnTo>
                  <a:cubicBezTo>
                    <a:pt x="201" y="355"/>
                    <a:pt x="187" y="341"/>
                    <a:pt x="187" y="324"/>
                  </a:cubicBezTo>
                  <a:cubicBezTo>
                    <a:pt x="187" y="307"/>
                    <a:pt x="201" y="293"/>
                    <a:pt x="218" y="293"/>
                  </a:cubicBezTo>
                  <a:lnTo>
                    <a:pt x="280" y="293"/>
                  </a:lnTo>
                  <a:cubicBezTo>
                    <a:pt x="297" y="293"/>
                    <a:pt x="311" y="307"/>
                    <a:pt x="311" y="324"/>
                  </a:cubicBezTo>
                  <a:cubicBezTo>
                    <a:pt x="311" y="341"/>
                    <a:pt x="297" y="355"/>
                    <a:pt x="280" y="355"/>
                  </a:cubicBezTo>
                  <a:moveTo>
                    <a:pt x="311" y="935"/>
                  </a:moveTo>
                  <a:cubicBezTo>
                    <a:pt x="311" y="952"/>
                    <a:pt x="297" y="966"/>
                    <a:pt x="280" y="966"/>
                  </a:cubicBezTo>
                  <a:cubicBezTo>
                    <a:pt x="263" y="966"/>
                    <a:pt x="249" y="952"/>
                    <a:pt x="249" y="935"/>
                  </a:cubicBezTo>
                  <a:lnTo>
                    <a:pt x="249" y="479"/>
                  </a:lnTo>
                  <a:cubicBezTo>
                    <a:pt x="249" y="462"/>
                    <a:pt x="263" y="448"/>
                    <a:pt x="280" y="448"/>
                  </a:cubicBezTo>
                  <a:cubicBezTo>
                    <a:pt x="297" y="448"/>
                    <a:pt x="311" y="462"/>
                    <a:pt x="311" y="479"/>
                  </a:cubicBezTo>
                  <a:lnTo>
                    <a:pt x="311" y="935"/>
                  </a:lnTo>
                  <a:moveTo>
                    <a:pt x="187" y="935"/>
                  </a:moveTo>
                  <a:cubicBezTo>
                    <a:pt x="187" y="952"/>
                    <a:pt x="173" y="966"/>
                    <a:pt x="156" y="966"/>
                  </a:cubicBezTo>
                  <a:cubicBezTo>
                    <a:pt x="138" y="966"/>
                    <a:pt x="124" y="952"/>
                    <a:pt x="124" y="935"/>
                  </a:cubicBezTo>
                  <a:lnTo>
                    <a:pt x="124" y="479"/>
                  </a:lnTo>
                  <a:cubicBezTo>
                    <a:pt x="124" y="462"/>
                    <a:pt x="138" y="448"/>
                    <a:pt x="156" y="448"/>
                  </a:cubicBezTo>
                  <a:cubicBezTo>
                    <a:pt x="173" y="448"/>
                    <a:pt x="187" y="462"/>
                    <a:pt x="187" y="479"/>
                  </a:cubicBezTo>
                  <a:lnTo>
                    <a:pt x="187" y="935"/>
                  </a:lnTo>
                  <a:moveTo>
                    <a:pt x="560" y="211"/>
                  </a:moveTo>
                  <a:lnTo>
                    <a:pt x="560" y="31"/>
                  </a:lnTo>
                  <a:cubicBezTo>
                    <a:pt x="560" y="14"/>
                    <a:pt x="546" y="0"/>
                    <a:pt x="528" y="0"/>
                  </a:cubicBezTo>
                  <a:lnTo>
                    <a:pt x="363" y="0"/>
                  </a:lnTo>
                  <a:cubicBezTo>
                    <a:pt x="346" y="0"/>
                    <a:pt x="332" y="13"/>
                    <a:pt x="332" y="31"/>
                  </a:cubicBezTo>
                  <a:cubicBezTo>
                    <a:pt x="332" y="59"/>
                    <a:pt x="308" y="82"/>
                    <a:pt x="280" y="82"/>
                  </a:cubicBezTo>
                  <a:cubicBezTo>
                    <a:pt x="251" y="82"/>
                    <a:pt x="228" y="59"/>
                    <a:pt x="228" y="31"/>
                  </a:cubicBezTo>
                  <a:cubicBezTo>
                    <a:pt x="228" y="13"/>
                    <a:pt x="214" y="0"/>
                    <a:pt x="197" y="0"/>
                  </a:cubicBezTo>
                  <a:lnTo>
                    <a:pt x="31" y="0"/>
                  </a:lnTo>
                  <a:cubicBezTo>
                    <a:pt x="14" y="0"/>
                    <a:pt x="0" y="14"/>
                    <a:pt x="0" y="31"/>
                  </a:cubicBezTo>
                  <a:lnTo>
                    <a:pt x="0" y="293"/>
                  </a:lnTo>
                  <a:lnTo>
                    <a:pt x="93" y="293"/>
                  </a:lnTo>
                  <a:cubicBezTo>
                    <a:pt x="111" y="293"/>
                    <a:pt x="124" y="307"/>
                    <a:pt x="124" y="324"/>
                  </a:cubicBezTo>
                  <a:cubicBezTo>
                    <a:pt x="124" y="341"/>
                    <a:pt x="111" y="355"/>
                    <a:pt x="93" y="355"/>
                  </a:cubicBezTo>
                  <a:lnTo>
                    <a:pt x="0" y="355"/>
                  </a:lnTo>
                  <a:lnTo>
                    <a:pt x="0" y="1028"/>
                  </a:lnTo>
                  <a:cubicBezTo>
                    <a:pt x="0" y="1045"/>
                    <a:pt x="14" y="1059"/>
                    <a:pt x="31" y="1059"/>
                  </a:cubicBezTo>
                  <a:lnTo>
                    <a:pt x="377" y="1059"/>
                  </a:lnTo>
                  <a:lnTo>
                    <a:pt x="377" y="303"/>
                  </a:lnTo>
                  <a:cubicBezTo>
                    <a:pt x="377" y="252"/>
                    <a:pt x="419" y="211"/>
                    <a:pt x="470" y="211"/>
                  </a:cubicBezTo>
                  <a:lnTo>
                    <a:pt x="560" y="211"/>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62" name="Google Shape;2262;p53"/>
          <p:cNvGrpSpPr/>
          <p:nvPr/>
        </p:nvGrpSpPr>
        <p:grpSpPr>
          <a:xfrm>
            <a:off x="4763003" y="2169620"/>
            <a:ext cx="406951" cy="341554"/>
            <a:chOff x="5243040" y="1904040"/>
            <a:chExt cx="452520" cy="379800"/>
          </a:xfrm>
        </p:grpSpPr>
        <p:sp>
          <p:nvSpPr>
            <p:cNvPr id="2263" name="Google Shape;2263;p53"/>
            <p:cNvSpPr/>
            <p:nvPr/>
          </p:nvSpPr>
          <p:spPr>
            <a:xfrm>
              <a:off x="5625000" y="1974960"/>
              <a:ext cx="70560" cy="308880"/>
            </a:xfrm>
            <a:custGeom>
              <a:rect b="b" l="l" r="r" t="t"/>
              <a:pathLst>
                <a:path extrusionOk="0" h="858" w="196">
                  <a:moveTo>
                    <a:pt x="61" y="0"/>
                  </a:moveTo>
                  <a:lnTo>
                    <a:pt x="0" y="0"/>
                  </a:lnTo>
                  <a:lnTo>
                    <a:pt x="0" y="858"/>
                  </a:lnTo>
                  <a:lnTo>
                    <a:pt x="61" y="858"/>
                  </a:lnTo>
                  <a:cubicBezTo>
                    <a:pt x="136" y="858"/>
                    <a:pt x="196" y="797"/>
                    <a:pt x="196" y="723"/>
                  </a:cubicBezTo>
                  <a:lnTo>
                    <a:pt x="196" y="134"/>
                  </a:lnTo>
                  <a:cubicBezTo>
                    <a:pt x="196" y="59"/>
                    <a:pt x="136" y="0"/>
                    <a:pt x="61"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64" name="Google Shape;2264;p53"/>
            <p:cNvSpPr/>
            <p:nvPr/>
          </p:nvSpPr>
          <p:spPr>
            <a:xfrm>
              <a:off x="5243040" y="1974960"/>
              <a:ext cx="70560" cy="308880"/>
            </a:xfrm>
            <a:custGeom>
              <a:rect b="b" l="l" r="r" t="t"/>
              <a:pathLst>
                <a:path extrusionOk="0" h="858" w="196">
                  <a:moveTo>
                    <a:pt x="0" y="134"/>
                  </a:moveTo>
                  <a:lnTo>
                    <a:pt x="0" y="723"/>
                  </a:lnTo>
                  <a:cubicBezTo>
                    <a:pt x="0" y="797"/>
                    <a:pt x="61" y="858"/>
                    <a:pt x="135" y="858"/>
                  </a:cubicBezTo>
                  <a:lnTo>
                    <a:pt x="196" y="858"/>
                  </a:lnTo>
                  <a:lnTo>
                    <a:pt x="196" y="0"/>
                  </a:lnTo>
                  <a:lnTo>
                    <a:pt x="135" y="0"/>
                  </a:lnTo>
                  <a:cubicBezTo>
                    <a:pt x="61" y="0"/>
                    <a:pt x="0" y="59"/>
                    <a:pt x="0" y="13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65" name="Google Shape;2265;p53"/>
            <p:cNvSpPr/>
            <p:nvPr/>
          </p:nvSpPr>
          <p:spPr>
            <a:xfrm>
              <a:off x="5340240" y="1904040"/>
              <a:ext cx="258120" cy="379800"/>
            </a:xfrm>
            <a:custGeom>
              <a:rect b="b" l="l" r="r" t="t"/>
              <a:pathLst>
                <a:path extrusionOk="0" h="1055" w="717">
                  <a:moveTo>
                    <a:pt x="641" y="453"/>
                  </a:moveTo>
                  <a:cubicBezTo>
                    <a:pt x="641" y="514"/>
                    <a:pt x="591" y="564"/>
                    <a:pt x="531" y="564"/>
                  </a:cubicBezTo>
                  <a:cubicBezTo>
                    <a:pt x="470" y="564"/>
                    <a:pt x="420" y="514"/>
                    <a:pt x="420" y="453"/>
                  </a:cubicBezTo>
                  <a:cubicBezTo>
                    <a:pt x="420" y="392"/>
                    <a:pt x="470" y="343"/>
                    <a:pt x="531" y="343"/>
                  </a:cubicBezTo>
                  <a:cubicBezTo>
                    <a:pt x="591" y="343"/>
                    <a:pt x="641" y="392"/>
                    <a:pt x="641" y="453"/>
                  </a:cubicBezTo>
                  <a:moveTo>
                    <a:pt x="437" y="706"/>
                  </a:moveTo>
                  <a:lnTo>
                    <a:pt x="267" y="804"/>
                  </a:lnTo>
                  <a:cubicBezTo>
                    <a:pt x="249" y="815"/>
                    <a:pt x="226" y="809"/>
                    <a:pt x="216" y="791"/>
                  </a:cubicBezTo>
                  <a:lnTo>
                    <a:pt x="81" y="557"/>
                  </a:lnTo>
                  <a:cubicBezTo>
                    <a:pt x="75" y="547"/>
                    <a:pt x="75" y="535"/>
                    <a:pt x="79" y="524"/>
                  </a:cubicBezTo>
                  <a:lnTo>
                    <a:pt x="119" y="432"/>
                  </a:lnTo>
                  <a:cubicBezTo>
                    <a:pt x="103" y="410"/>
                    <a:pt x="81" y="372"/>
                    <a:pt x="82" y="325"/>
                  </a:cubicBezTo>
                  <a:lnTo>
                    <a:pt x="82" y="325"/>
                  </a:lnTo>
                  <a:cubicBezTo>
                    <a:pt x="82" y="292"/>
                    <a:pt x="92" y="263"/>
                    <a:pt x="113" y="234"/>
                  </a:cubicBezTo>
                  <a:cubicBezTo>
                    <a:pt x="122" y="222"/>
                    <a:pt x="133" y="209"/>
                    <a:pt x="147" y="197"/>
                  </a:cubicBezTo>
                  <a:lnTo>
                    <a:pt x="199" y="197"/>
                  </a:lnTo>
                  <a:lnTo>
                    <a:pt x="199" y="111"/>
                  </a:lnTo>
                  <a:cubicBezTo>
                    <a:pt x="199" y="90"/>
                    <a:pt x="216" y="74"/>
                    <a:pt x="236" y="74"/>
                  </a:cubicBezTo>
                  <a:lnTo>
                    <a:pt x="481" y="74"/>
                  </a:lnTo>
                  <a:cubicBezTo>
                    <a:pt x="502" y="74"/>
                    <a:pt x="518" y="90"/>
                    <a:pt x="518" y="111"/>
                  </a:cubicBezTo>
                  <a:lnTo>
                    <a:pt x="518" y="197"/>
                  </a:lnTo>
                  <a:lnTo>
                    <a:pt x="283" y="197"/>
                  </a:lnTo>
                  <a:cubicBezTo>
                    <a:pt x="224" y="223"/>
                    <a:pt x="157" y="267"/>
                    <a:pt x="155" y="326"/>
                  </a:cubicBezTo>
                  <a:cubicBezTo>
                    <a:pt x="155" y="354"/>
                    <a:pt x="170" y="379"/>
                    <a:pt x="180" y="391"/>
                  </a:cubicBezTo>
                  <a:lnTo>
                    <a:pt x="288" y="404"/>
                  </a:lnTo>
                  <a:cubicBezTo>
                    <a:pt x="299" y="405"/>
                    <a:pt x="309" y="412"/>
                    <a:pt x="315" y="422"/>
                  </a:cubicBezTo>
                  <a:lnTo>
                    <a:pt x="450" y="656"/>
                  </a:lnTo>
                  <a:cubicBezTo>
                    <a:pt x="460" y="674"/>
                    <a:pt x="454" y="696"/>
                    <a:pt x="437" y="706"/>
                  </a:cubicBezTo>
                  <a:moveTo>
                    <a:pt x="592" y="111"/>
                  </a:moveTo>
                  <a:cubicBezTo>
                    <a:pt x="592" y="50"/>
                    <a:pt x="542" y="0"/>
                    <a:pt x="481" y="0"/>
                  </a:cubicBezTo>
                  <a:lnTo>
                    <a:pt x="236" y="0"/>
                  </a:lnTo>
                  <a:cubicBezTo>
                    <a:pt x="175" y="0"/>
                    <a:pt x="125" y="50"/>
                    <a:pt x="125" y="111"/>
                  </a:cubicBezTo>
                  <a:lnTo>
                    <a:pt x="125" y="197"/>
                  </a:lnTo>
                  <a:lnTo>
                    <a:pt x="0" y="197"/>
                  </a:lnTo>
                  <a:lnTo>
                    <a:pt x="0" y="1055"/>
                  </a:lnTo>
                  <a:lnTo>
                    <a:pt x="717" y="1055"/>
                  </a:lnTo>
                  <a:lnTo>
                    <a:pt x="717" y="197"/>
                  </a:lnTo>
                  <a:lnTo>
                    <a:pt x="592" y="197"/>
                  </a:lnTo>
                  <a:lnTo>
                    <a:pt x="592" y="111"/>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66" name="Google Shape;2266;p53"/>
            <p:cNvSpPr/>
            <p:nvPr/>
          </p:nvSpPr>
          <p:spPr>
            <a:xfrm>
              <a:off x="5395680" y="2071800"/>
              <a:ext cx="77040" cy="92160"/>
            </a:xfrm>
            <a:custGeom>
              <a:rect b="b" l="l" r="r" t="t"/>
              <a:pathLst>
                <a:path extrusionOk="0" h="256" w="214">
                  <a:moveTo>
                    <a:pt x="30" y="0"/>
                  </a:moveTo>
                  <a:lnTo>
                    <a:pt x="0" y="70"/>
                  </a:lnTo>
                  <a:lnTo>
                    <a:pt x="108" y="256"/>
                  </a:lnTo>
                  <a:lnTo>
                    <a:pt x="214" y="195"/>
                  </a:lnTo>
                  <a:lnTo>
                    <a:pt x="107" y="9"/>
                  </a:lnTo>
                  <a:lnTo>
                    <a:pt x="30"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67" name="Google Shape;2267;p53"/>
            <p:cNvSpPr/>
            <p:nvPr/>
          </p:nvSpPr>
          <p:spPr>
            <a:xfrm>
              <a:off x="5518080" y="2054160"/>
              <a:ext cx="26280" cy="26280"/>
            </a:xfrm>
            <a:custGeom>
              <a:rect b="b" l="l" r="r" t="t"/>
              <a:pathLst>
                <a:path extrusionOk="0" h="73" w="73">
                  <a:moveTo>
                    <a:pt x="73" y="36"/>
                  </a:moveTo>
                  <a:cubicBezTo>
                    <a:pt x="73" y="57"/>
                    <a:pt x="57" y="73"/>
                    <a:pt x="37" y="73"/>
                  </a:cubicBezTo>
                  <a:cubicBezTo>
                    <a:pt x="16" y="73"/>
                    <a:pt x="0" y="57"/>
                    <a:pt x="0" y="36"/>
                  </a:cubicBezTo>
                  <a:cubicBezTo>
                    <a:pt x="0" y="16"/>
                    <a:pt x="16" y="0"/>
                    <a:pt x="37" y="0"/>
                  </a:cubicBezTo>
                  <a:cubicBezTo>
                    <a:pt x="57" y="0"/>
                    <a:pt x="73" y="16"/>
                    <a:pt x="73" y="36"/>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68" name="Google Shape;2268;p53"/>
          <p:cNvGrpSpPr/>
          <p:nvPr/>
        </p:nvGrpSpPr>
        <p:grpSpPr>
          <a:xfrm>
            <a:off x="5518631" y="2168001"/>
            <a:ext cx="360655" cy="344792"/>
            <a:chOff x="6083280" y="1902240"/>
            <a:chExt cx="401040" cy="383400"/>
          </a:xfrm>
        </p:grpSpPr>
        <p:sp>
          <p:nvSpPr>
            <p:cNvPr id="2269" name="Google Shape;2269;p53"/>
            <p:cNvSpPr/>
            <p:nvPr/>
          </p:nvSpPr>
          <p:spPr>
            <a:xfrm>
              <a:off x="6083280" y="2097720"/>
              <a:ext cx="401040" cy="46800"/>
            </a:xfrm>
            <a:custGeom>
              <a:rect b="b" l="l" r="r" t="t"/>
              <a:pathLst>
                <a:path extrusionOk="0" h="130" w="1114">
                  <a:moveTo>
                    <a:pt x="1081" y="0"/>
                  </a:moveTo>
                  <a:lnTo>
                    <a:pt x="32" y="0"/>
                  </a:lnTo>
                  <a:cubicBezTo>
                    <a:pt x="14" y="0"/>
                    <a:pt x="0" y="14"/>
                    <a:pt x="0" y="33"/>
                  </a:cubicBezTo>
                  <a:lnTo>
                    <a:pt x="0" y="98"/>
                  </a:lnTo>
                  <a:cubicBezTo>
                    <a:pt x="0" y="116"/>
                    <a:pt x="14" y="130"/>
                    <a:pt x="32" y="130"/>
                  </a:cubicBezTo>
                  <a:lnTo>
                    <a:pt x="1081" y="130"/>
                  </a:lnTo>
                  <a:cubicBezTo>
                    <a:pt x="1099" y="130"/>
                    <a:pt x="1114" y="116"/>
                    <a:pt x="1114" y="98"/>
                  </a:cubicBezTo>
                  <a:lnTo>
                    <a:pt x="1114" y="33"/>
                  </a:lnTo>
                  <a:cubicBezTo>
                    <a:pt x="1114" y="14"/>
                    <a:pt x="1099" y="0"/>
                    <a:pt x="1081" y="0"/>
                  </a:cubicBezTo>
                  <a:close/>
                </a:path>
              </a:pathLst>
            </a:custGeom>
            <a:solidFill>
              <a:schemeClr val="lt1"/>
            </a:solidFill>
            <a:ln>
              <a:noFill/>
            </a:ln>
          </p:spPr>
          <p:txBody>
            <a:bodyPr anchorCtr="1" anchor="ctr" bIns="1800" lIns="90000" spcFirstLastPara="1" rIns="90000" wrap="square" tIns="1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0" name="Google Shape;2270;p53"/>
            <p:cNvSpPr/>
            <p:nvPr/>
          </p:nvSpPr>
          <p:spPr>
            <a:xfrm>
              <a:off x="6134040" y="1902240"/>
              <a:ext cx="187920" cy="107280"/>
            </a:xfrm>
            <a:custGeom>
              <a:rect b="b" l="l" r="r" t="t"/>
              <a:pathLst>
                <a:path extrusionOk="0" h="298" w="522">
                  <a:moveTo>
                    <a:pt x="522" y="43"/>
                  </a:moveTo>
                  <a:cubicBezTo>
                    <a:pt x="522" y="19"/>
                    <a:pt x="503" y="0"/>
                    <a:pt x="479" y="0"/>
                  </a:cubicBezTo>
                  <a:lnTo>
                    <a:pt x="44" y="0"/>
                  </a:lnTo>
                  <a:cubicBezTo>
                    <a:pt x="20" y="0"/>
                    <a:pt x="0" y="19"/>
                    <a:pt x="0" y="43"/>
                  </a:cubicBezTo>
                  <a:lnTo>
                    <a:pt x="0" y="298"/>
                  </a:lnTo>
                  <a:lnTo>
                    <a:pt x="522" y="298"/>
                  </a:lnTo>
                  <a:lnTo>
                    <a:pt x="522" y="4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1" name="Google Shape;2271;p53"/>
            <p:cNvSpPr/>
            <p:nvPr/>
          </p:nvSpPr>
          <p:spPr>
            <a:xfrm>
              <a:off x="6386400" y="2011680"/>
              <a:ext cx="78120" cy="62640"/>
            </a:xfrm>
            <a:custGeom>
              <a:rect b="b" l="l" r="r" t="t"/>
              <a:pathLst>
                <a:path extrusionOk="0" h="174" w="217">
                  <a:moveTo>
                    <a:pt x="43" y="174"/>
                  </a:moveTo>
                  <a:lnTo>
                    <a:pt x="108" y="174"/>
                  </a:lnTo>
                  <a:cubicBezTo>
                    <a:pt x="133" y="174"/>
                    <a:pt x="152" y="154"/>
                    <a:pt x="152" y="130"/>
                  </a:cubicBezTo>
                  <a:lnTo>
                    <a:pt x="152" y="97"/>
                  </a:lnTo>
                  <a:lnTo>
                    <a:pt x="185" y="97"/>
                  </a:lnTo>
                  <a:cubicBezTo>
                    <a:pt x="203" y="97"/>
                    <a:pt x="217" y="83"/>
                    <a:pt x="217" y="65"/>
                  </a:cubicBezTo>
                  <a:cubicBezTo>
                    <a:pt x="217" y="47"/>
                    <a:pt x="203" y="32"/>
                    <a:pt x="185" y="32"/>
                  </a:cubicBezTo>
                  <a:lnTo>
                    <a:pt x="152" y="32"/>
                  </a:lnTo>
                  <a:cubicBezTo>
                    <a:pt x="152" y="14"/>
                    <a:pt x="137" y="0"/>
                    <a:pt x="119" y="0"/>
                  </a:cubicBezTo>
                  <a:lnTo>
                    <a:pt x="32" y="0"/>
                  </a:lnTo>
                  <a:cubicBezTo>
                    <a:pt x="14" y="0"/>
                    <a:pt x="0" y="14"/>
                    <a:pt x="0" y="32"/>
                  </a:cubicBezTo>
                  <a:lnTo>
                    <a:pt x="0" y="130"/>
                  </a:lnTo>
                  <a:cubicBezTo>
                    <a:pt x="0" y="154"/>
                    <a:pt x="19" y="174"/>
                    <a:pt x="43" y="174"/>
                  </a:cubicBezTo>
                  <a:close/>
                </a:path>
              </a:pathLst>
            </a:custGeom>
            <a:solidFill>
              <a:schemeClr val="lt1"/>
            </a:solidFill>
            <a:ln>
              <a:noFill/>
            </a:ln>
          </p:spPr>
          <p:txBody>
            <a:bodyPr anchorCtr="1" anchor="ctr" bIns="17625" lIns="90000" spcFirstLastPara="1" rIns="90000" wrap="square" tIns="176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2" name="Google Shape;2272;p53"/>
            <p:cNvSpPr/>
            <p:nvPr/>
          </p:nvSpPr>
          <p:spPr>
            <a:xfrm>
              <a:off x="6118560" y="2032920"/>
              <a:ext cx="219240" cy="41400"/>
            </a:xfrm>
            <a:custGeom>
              <a:rect b="b" l="l" r="r" t="t"/>
              <a:pathLst>
                <a:path extrusionOk="0" h="115" w="609">
                  <a:moveTo>
                    <a:pt x="50" y="115"/>
                  </a:moveTo>
                  <a:lnTo>
                    <a:pt x="559" y="115"/>
                  </a:lnTo>
                  <a:cubicBezTo>
                    <a:pt x="586" y="115"/>
                    <a:pt x="609" y="92"/>
                    <a:pt x="609" y="64"/>
                  </a:cubicBezTo>
                  <a:cubicBezTo>
                    <a:pt x="609" y="55"/>
                    <a:pt x="606" y="45"/>
                    <a:pt x="600" y="37"/>
                  </a:cubicBezTo>
                  <a:lnTo>
                    <a:pt x="576" y="0"/>
                  </a:lnTo>
                  <a:lnTo>
                    <a:pt x="32" y="0"/>
                  </a:lnTo>
                  <a:lnTo>
                    <a:pt x="8" y="37"/>
                  </a:lnTo>
                  <a:cubicBezTo>
                    <a:pt x="2" y="45"/>
                    <a:pt x="0" y="55"/>
                    <a:pt x="0" y="64"/>
                  </a:cubicBezTo>
                  <a:cubicBezTo>
                    <a:pt x="0" y="92"/>
                    <a:pt x="22" y="115"/>
                    <a:pt x="50" y="11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3" name="Google Shape;2273;p53"/>
            <p:cNvSpPr/>
            <p:nvPr/>
          </p:nvSpPr>
          <p:spPr>
            <a:xfrm>
              <a:off x="6114600" y="2168280"/>
              <a:ext cx="50760" cy="117360"/>
            </a:xfrm>
            <a:custGeom>
              <a:rect b="b" l="l" r="r" t="t"/>
              <a:pathLst>
                <a:path extrusionOk="0" h="326" w="141">
                  <a:moveTo>
                    <a:pt x="0" y="293"/>
                  </a:moveTo>
                  <a:cubicBezTo>
                    <a:pt x="0" y="311"/>
                    <a:pt x="14" y="326"/>
                    <a:pt x="32" y="326"/>
                  </a:cubicBezTo>
                  <a:lnTo>
                    <a:pt x="76" y="326"/>
                  </a:lnTo>
                  <a:cubicBezTo>
                    <a:pt x="92" y="326"/>
                    <a:pt x="106" y="314"/>
                    <a:pt x="108" y="297"/>
                  </a:cubicBezTo>
                  <a:lnTo>
                    <a:pt x="141" y="0"/>
                  </a:lnTo>
                  <a:lnTo>
                    <a:pt x="0" y="0"/>
                  </a:lnTo>
                  <a:lnTo>
                    <a:pt x="0" y="29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4" name="Google Shape;2274;p53"/>
            <p:cNvSpPr/>
            <p:nvPr/>
          </p:nvSpPr>
          <p:spPr>
            <a:xfrm>
              <a:off x="6401880" y="2168280"/>
              <a:ext cx="51120" cy="117360"/>
            </a:xfrm>
            <a:custGeom>
              <a:rect b="b" l="l" r="r" t="t"/>
              <a:pathLst>
                <a:path extrusionOk="0" h="326" w="142">
                  <a:moveTo>
                    <a:pt x="33" y="297"/>
                  </a:moveTo>
                  <a:cubicBezTo>
                    <a:pt x="35" y="314"/>
                    <a:pt x="49" y="326"/>
                    <a:pt x="65" y="326"/>
                  </a:cubicBezTo>
                  <a:lnTo>
                    <a:pt x="109" y="326"/>
                  </a:lnTo>
                  <a:cubicBezTo>
                    <a:pt x="127" y="326"/>
                    <a:pt x="142" y="311"/>
                    <a:pt x="142" y="293"/>
                  </a:cubicBezTo>
                  <a:lnTo>
                    <a:pt x="142" y="0"/>
                  </a:lnTo>
                  <a:lnTo>
                    <a:pt x="0" y="0"/>
                  </a:lnTo>
                  <a:lnTo>
                    <a:pt x="33" y="29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5" name="Google Shape;2275;p53"/>
            <p:cNvSpPr/>
            <p:nvPr/>
          </p:nvSpPr>
          <p:spPr>
            <a:xfrm>
              <a:off x="6179400" y="2230920"/>
              <a:ext cx="208440" cy="23400"/>
            </a:xfrm>
            <a:custGeom>
              <a:rect b="b" l="l" r="r" t="t"/>
              <a:pathLst>
                <a:path extrusionOk="0" h="65" w="579">
                  <a:moveTo>
                    <a:pt x="8" y="0"/>
                  </a:moveTo>
                  <a:lnTo>
                    <a:pt x="0" y="65"/>
                  </a:lnTo>
                  <a:lnTo>
                    <a:pt x="579" y="65"/>
                  </a:lnTo>
                  <a:lnTo>
                    <a:pt x="572" y="0"/>
                  </a:lnTo>
                  <a:lnTo>
                    <a:pt x="8"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76" name="Google Shape;2276;p53"/>
          <p:cNvGrpSpPr/>
          <p:nvPr/>
        </p:nvGrpSpPr>
        <p:grpSpPr>
          <a:xfrm>
            <a:off x="6247388" y="2168001"/>
            <a:ext cx="392383" cy="344792"/>
            <a:chOff x="6893640" y="1902240"/>
            <a:chExt cx="436320" cy="383400"/>
          </a:xfrm>
        </p:grpSpPr>
        <p:sp>
          <p:nvSpPr>
            <p:cNvPr id="2277" name="Google Shape;2277;p53"/>
            <p:cNvSpPr/>
            <p:nvPr/>
          </p:nvSpPr>
          <p:spPr>
            <a:xfrm>
              <a:off x="6893640" y="2234520"/>
              <a:ext cx="436320" cy="51120"/>
            </a:xfrm>
            <a:custGeom>
              <a:rect b="b" l="l" r="r" t="t"/>
              <a:pathLst>
                <a:path extrusionOk="0" h="142" w="1212">
                  <a:moveTo>
                    <a:pt x="0" y="0"/>
                  </a:moveTo>
                  <a:lnTo>
                    <a:pt x="0" y="35"/>
                  </a:lnTo>
                  <a:cubicBezTo>
                    <a:pt x="0" y="94"/>
                    <a:pt x="48" y="142"/>
                    <a:pt x="107" y="142"/>
                  </a:cubicBezTo>
                  <a:lnTo>
                    <a:pt x="1106" y="142"/>
                  </a:lnTo>
                  <a:cubicBezTo>
                    <a:pt x="1164" y="142"/>
                    <a:pt x="1212" y="94"/>
                    <a:pt x="1212" y="35"/>
                  </a:cubicBezTo>
                  <a:lnTo>
                    <a:pt x="1212" y="0"/>
                  </a:lnTo>
                  <a:lnTo>
                    <a:pt x="0" y="0"/>
                  </a:ln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8" name="Google Shape;2278;p53"/>
            <p:cNvSpPr/>
            <p:nvPr/>
          </p:nvSpPr>
          <p:spPr>
            <a:xfrm>
              <a:off x="6897600" y="2166120"/>
              <a:ext cx="428400" cy="42840"/>
            </a:xfrm>
            <a:custGeom>
              <a:rect b="b" l="l" r="r" t="t"/>
              <a:pathLst>
                <a:path extrusionOk="0" h="119" w="1190">
                  <a:moveTo>
                    <a:pt x="1146" y="0"/>
                  </a:moveTo>
                  <a:lnTo>
                    <a:pt x="45" y="0"/>
                  </a:lnTo>
                  <a:lnTo>
                    <a:pt x="0" y="119"/>
                  </a:lnTo>
                  <a:lnTo>
                    <a:pt x="1190" y="119"/>
                  </a:lnTo>
                  <a:lnTo>
                    <a:pt x="1146"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79" name="Google Shape;2279;p53"/>
            <p:cNvSpPr/>
            <p:nvPr/>
          </p:nvSpPr>
          <p:spPr>
            <a:xfrm>
              <a:off x="6919200" y="1902240"/>
              <a:ext cx="385200" cy="51120"/>
            </a:xfrm>
            <a:custGeom>
              <a:rect b="b" l="l" r="r" t="t"/>
              <a:pathLst>
                <a:path extrusionOk="0" h="142" w="1070">
                  <a:moveTo>
                    <a:pt x="1070" y="107"/>
                  </a:moveTo>
                  <a:cubicBezTo>
                    <a:pt x="1070" y="48"/>
                    <a:pt x="1022" y="0"/>
                    <a:pt x="964" y="0"/>
                  </a:cubicBezTo>
                  <a:lnTo>
                    <a:pt x="107" y="0"/>
                  </a:lnTo>
                  <a:cubicBezTo>
                    <a:pt x="48" y="0"/>
                    <a:pt x="0" y="48"/>
                    <a:pt x="0" y="107"/>
                  </a:cubicBezTo>
                  <a:lnTo>
                    <a:pt x="0" y="142"/>
                  </a:lnTo>
                  <a:lnTo>
                    <a:pt x="1070" y="142"/>
                  </a:lnTo>
                  <a:lnTo>
                    <a:pt x="1070" y="107"/>
                  </a:ln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0" name="Google Shape;2280;p53"/>
            <p:cNvSpPr/>
            <p:nvPr/>
          </p:nvSpPr>
          <p:spPr>
            <a:xfrm>
              <a:off x="6919200" y="1978920"/>
              <a:ext cx="385200" cy="161640"/>
            </a:xfrm>
            <a:custGeom>
              <a:rect b="b" l="l" r="r" t="t"/>
              <a:pathLst>
                <a:path extrusionOk="0" h="449" w="1070">
                  <a:moveTo>
                    <a:pt x="892" y="141"/>
                  </a:moveTo>
                  <a:lnTo>
                    <a:pt x="584" y="141"/>
                  </a:lnTo>
                  <a:cubicBezTo>
                    <a:pt x="565" y="141"/>
                    <a:pt x="549" y="125"/>
                    <a:pt x="549" y="106"/>
                  </a:cubicBezTo>
                  <a:cubicBezTo>
                    <a:pt x="549" y="86"/>
                    <a:pt x="565" y="70"/>
                    <a:pt x="584" y="70"/>
                  </a:cubicBezTo>
                  <a:lnTo>
                    <a:pt x="892" y="70"/>
                  </a:lnTo>
                  <a:cubicBezTo>
                    <a:pt x="912" y="70"/>
                    <a:pt x="928" y="86"/>
                    <a:pt x="928" y="106"/>
                  </a:cubicBezTo>
                  <a:cubicBezTo>
                    <a:pt x="928" y="125"/>
                    <a:pt x="912" y="141"/>
                    <a:pt x="892" y="141"/>
                  </a:cubicBezTo>
                  <a:moveTo>
                    <a:pt x="892" y="283"/>
                  </a:moveTo>
                  <a:lnTo>
                    <a:pt x="584" y="283"/>
                  </a:lnTo>
                  <a:cubicBezTo>
                    <a:pt x="565" y="283"/>
                    <a:pt x="549" y="268"/>
                    <a:pt x="549" y="248"/>
                  </a:cubicBezTo>
                  <a:cubicBezTo>
                    <a:pt x="549" y="228"/>
                    <a:pt x="565" y="212"/>
                    <a:pt x="584" y="212"/>
                  </a:cubicBezTo>
                  <a:lnTo>
                    <a:pt x="892" y="212"/>
                  </a:lnTo>
                  <a:cubicBezTo>
                    <a:pt x="912" y="212"/>
                    <a:pt x="928" y="228"/>
                    <a:pt x="928" y="248"/>
                  </a:cubicBezTo>
                  <a:cubicBezTo>
                    <a:pt x="928" y="268"/>
                    <a:pt x="912" y="283"/>
                    <a:pt x="892" y="283"/>
                  </a:cubicBezTo>
                  <a:moveTo>
                    <a:pt x="473" y="343"/>
                  </a:moveTo>
                  <a:cubicBezTo>
                    <a:pt x="473" y="362"/>
                    <a:pt x="457" y="378"/>
                    <a:pt x="438" y="378"/>
                  </a:cubicBezTo>
                  <a:lnTo>
                    <a:pt x="178" y="378"/>
                  </a:lnTo>
                  <a:cubicBezTo>
                    <a:pt x="158" y="378"/>
                    <a:pt x="142" y="362"/>
                    <a:pt x="142" y="343"/>
                  </a:cubicBezTo>
                  <a:lnTo>
                    <a:pt x="142" y="106"/>
                  </a:lnTo>
                  <a:cubicBezTo>
                    <a:pt x="142" y="86"/>
                    <a:pt x="158" y="70"/>
                    <a:pt x="178" y="70"/>
                  </a:cubicBezTo>
                  <a:lnTo>
                    <a:pt x="438" y="70"/>
                  </a:lnTo>
                  <a:cubicBezTo>
                    <a:pt x="457" y="70"/>
                    <a:pt x="473" y="86"/>
                    <a:pt x="473" y="106"/>
                  </a:cubicBezTo>
                  <a:lnTo>
                    <a:pt x="473" y="343"/>
                  </a:lnTo>
                  <a:moveTo>
                    <a:pt x="1070" y="0"/>
                  </a:moveTo>
                  <a:lnTo>
                    <a:pt x="0" y="0"/>
                  </a:lnTo>
                  <a:lnTo>
                    <a:pt x="0" y="449"/>
                  </a:lnTo>
                  <a:lnTo>
                    <a:pt x="1070" y="449"/>
                  </a:lnTo>
                  <a:lnTo>
                    <a:pt x="1070"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1" name="Google Shape;2281;p53"/>
            <p:cNvSpPr/>
            <p:nvPr/>
          </p:nvSpPr>
          <p:spPr>
            <a:xfrm>
              <a:off x="6996240" y="2029680"/>
              <a:ext cx="67680" cy="59760"/>
            </a:xfrm>
            <a:custGeom>
              <a:rect b="b" l="l" r="r" t="t"/>
              <a:pathLst>
                <a:path extrusionOk="0" h="166" w="188">
                  <a:moveTo>
                    <a:pt x="0" y="0"/>
                  </a:moveTo>
                  <a:lnTo>
                    <a:pt x="188" y="0"/>
                  </a:lnTo>
                  <a:lnTo>
                    <a:pt x="188" y="166"/>
                  </a:lnTo>
                  <a:lnTo>
                    <a:pt x="0" y="166"/>
                  </a:lnTo>
                  <a:lnTo>
                    <a:pt x="0" y="0"/>
                  </a:lnTo>
                  <a:close/>
                </a:path>
              </a:pathLst>
            </a:custGeom>
            <a:solidFill>
              <a:schemeClr val="lt1"/>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82" name="Google Shape;2282;p53"/>
          <p:cNvGrpSpPr/>
          <p:nvPr/>
        </p:nvGrpSpPr>
        <p:grpSpPr>
          <a:xfrm>
            <a:off x="7057729" y="2164764"/>
            <a:ext cx="351914" cy="351267"/>
            <a:chOff x="7794720" y="1898640"/>
            <a:chExt cx="391320" cy="390600"/>
          </a:xfrm>
        </p:grpSpPr>
        <p:sp>
          <p:nvSpPr>
            <p:cNvPr id="2283" name="Google Shape;2283;p53"/>
            <p:cNvSpPr/>
            <p:nvPr/>
          </p:nvSpPr>
          <p:spPr>
            <a:xfrm>
              <a:off x="7829280" y="1898640"/>
              <a:ext cx="76320" cy="76320"/>
            </a:xfrm>
            <a:custGeom>
              <a:rect b="b" l="l" r="r" t="t"/>
              <a:pathLst>
                <a:path extrusionOk="0" h="212" w="212">
                  <a:moveTo>
                    <a:pt x="212" y="106"/>
                  </a:moveTo>
                  <a:cubicBezTo>
                    <a:pt x="212" y="165"/>
                    <a:pt x="165" y="212"/>
                    <a:pt x="106" y="212"/>
                  </a:cubicBezTo>
                  <a:cubicBezTo>
                    <a:pt x="47" y="212"/>
                    <a:pt x="0" y="165"/>
                    <a:pt x="0" y="106"/>
                  </a:cubicBezTo>
                  <a:cubicBezTo>
                    <a:pt x="0" y="47"/>
                    <a:pt x="47" y="0"/>
                    <a:pt x="106" y="0"/>
                  </a:cubicBezTo>
                  <a:cubicBezTo>
                    <a:pt x="134" y="0"/>
                    <a:pt x="161" y="11"/>
                    <a:pt x="181" y="31"/>
                  </a:cubicBezTo>
                  <a:cubicBezTo>
                    <a:pt x="201" y="51"/>
                    <a:pt x="212" y="78"/>
                    <a:pt x="212" y="106"/>
                  </a:cubicBezTo>
                  <a:close/>
                </a:path>
              </a:pathLst>
            </a:custGeom>
            <a:solidFill>
              <a:schemeClr val="lt1"/>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4" name="Google Shape;2284;p53"/>
            <p:cNvSpPr/>
            <p:nvPr/>
          </p:nvSpPr>
          <p:spPr>
            <a:xfrm>
              <a:off x="7794720" y="1981080"/>
              <a:ext cx="145440" cy="137160"/>
            </a:xfrm>
            <a:custGeom>
              <a:rect b="b" l="l" r="r" t="t"/>
              <a:pathLst>
                <a:path extrusionOk="0" h="381" w="404">
                  <a:moveTo>
                    <a:pt x="319" y="0"/>
                  </a:moveTo>
                  <a:cubicBezTo>
                    <a:pt x="289" y="28"/>
                    <a:pt x="247" y="46"/>
                    <a:pt x="202" y="46"/>
                  </a:cubicBezTo>
                  <a:cubicBezTo>
                    <a:pt x="157" y="46"/>
                    <a:pt x="115" y="28"/>
                    <a:pt x="85" y="0"/>
                  </a:cubicBezTo>
                  <a:cubicBezTo>
                    <a:pt x="34" y="35"/>
                    <a:pt x="0" y="95"/>
                    <a:pt x="0" y="162"/>
                  </a:cubicBezTo>
                  <a:lnTo>
                    <a:pt x="0" y="226"/>
                  </a:lnTo>
                  <a:cubicBezTo>
                    <a:pt x="0" y="244"/>
                    <a:pt x="15" y="258"/>
                    <a:pt x="32" y="258"/>
                  </a:cubicBezTo>
                  <a:lnTo>
                    <a:pt x="59" y="258"/>
                  </a:lnTo>
                  <a:cubicBezTo>
                    <a:pt x="57" y="276"/>
                    <a:pt x="56" y="295"/>
                    <a:pt x="56" y="313"/>
                  </a:cubicBezTo>
                  <a:cubicBezTo>
                    <a:pt x="56" y="336"/>
                    <a:pt x="57" y="358"/>
                    <a:pt x="60" y="381"/>
                  </a:cubicBezTo>
                  <a:cubicBezTo>
                    <a:pt x="75" y="358"/>
                    <a:pt x="96" y="339"/>
                    <a:pt x="120" y="326"/>
                  </a:cubicBezTo>
                  <a:cubicBezTo>
                    <a:pt x="119" y="322"/>
                    <a:pt x="119" y="317"/>
                    <a:pt x="119" y="313"/>
                  </a:cubicBezTo>
                  <a:cubicBezTo>
                    <a:pt x="119" y="295"/>
                    <a:pt x="120" y="276"/>
                    <a:pt x="123" y="258"/>
                  </a:cubicBezTo>
                  <a:lnTo>
                    <a:pt x="372" y="258"/>
                  </a:lnTo>
                  <a:cubicBezTo>
                    <a:pt x="389" y="258"/>
                    <a:pt x="404" y="244"/>
                    <a:pt x="404" y="226"/>
                  </a:cubicBezTo>
                  <a:lnTo>
                    <a:pt x="404" y="162"/>
                  </a:lnTo>
                  <a:cubicBezTo>
                    <a:pt x="404" y="95"/>
                    <a:pt x="370" y="35"/>
                    <a:pt x="319"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5" name="Google Shape;2285;p53"/>
            <p:cNvSpPr/>
            <p:nvPr/>
          </p:nvSpPr>
          <p:spPr>
            <a:xfrm>
              <a:off x="8075160" y="1898640"/>
              <a:ext cx="76320" cy="76320"/>
            </a:xfrm>
            <a:custGeom>
              <a:rect b="b" l="l" r="r" t="t"/>
              <a:pathLst>
                <a:path extrusionOk="0" h="212" w="212">
                  <a:moveTo>
                    <a:pt x="212" y="106"/>
                  </a:moveTo>
                  <a:cubicBezTo>
                    <a:pt x="212" y="165"/>
                    <a:pt x="165" y="212"/>
                    <a:pt x="106" y="212"/>
                  </a:cubicBezTo>
                  <a:cubicBezTo>
                    <a:pt x="47" y="212"/>
                    <a:pt x="0" y="165"/>
                    <a:pt x="0" y="106"/>
                  </a:cubicBezTo>
                  <a:cubicBezTo>
                    <a:pt x="0" y="47"/>
                    <a:pt x="47" y="0"/>
                    <a:pt x="106" y="0"/>
                  </a:cubicBezTo>
                  <a:cubicBezTo>
                    <a:pt x="165" y="0"/>
                    <a:pt x="212" y="47"/>
                    <a:pt x="212" y="106"/>
                  </a:cubicBezTo>
                  <a:close/>
                </a:path>
              </a:pathLst>
            </a:custGeom>
            <a:solidFill>
              <a:schemeClr val="lt1"/>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6" name="Google Shape;2286;p53"/>
            <p:cNvSpPr/>
            <p:nvPr/>
          </p:nvSpPr>
          <p:spPr>
            <a:xfrm>
              <a:off x="8040960" y="1981080"/>
              <a:ext cx="145080" cy="137160"/>
            </a:xfrm>
            <a:custGeom>
              <a:rect b="b" l="l" r="r" t="t"/>
              <a:pathLst>
                <a:path extrusionOk="0" h="381" w="403">
                  <a:moveTo>
                    <a:pt x="318" y="0"/>
                  </a:moveTo>
                  <a:cubicBezTo>
                    <a:pt x="288" y="28"/>
                    <a:pt x="246" y="46"/>
                    <a:pt x="201" y="46"/>
                  </a:cubicBezTo>
                  <a:cubicBezTo>
                    <a:pt x="156" y="46"/>
                    <a:pt x="114" y="28"/>
                    <a:pt x="84" y="0"/>
                  </a:cubicBezTo>
                  <a:cubicBezTo>
                    <a:pt x="33" y="35"/>
                    <a:pt x="0" y="95"/>
                    <a:pt x="0" y="162"/>
                  </a:cubicBezTo>
                  <a:lnTo>
                    <a:pt x="0" y="226"/>
                  </a:lnTo>
                  <a:cubicBezTo>
                    <a:pt x="0" y="244"/>
                    <a:pt x="14" y="258"/>
                    <a:pt x="31" y="258"/>
                  </a:cubicBezTo>
                  <a:lnTo>
                    <a:pt x="280" y="258"/>
                  </a:lnTo>
                  <a:cubicBezTo>
                    <a:pt x="283" y="276"/>
                    <a:pt x="284" y="295"/>
                    <a:pt x="284" y="313"/>
                  </a:cubicBezTo>
                  <a:cubicBezTo>
                    <a:pt x="284" y="317"/>
                    <a:pt x="284" y="322"/>
                    <a:pt x="284" y="326"/>
                  </a:cubicBezTo>
                  <a:cubicBezTo>
                    <a:pt x="307" y="339"/>
                    <a:pt x="328" y="358"/>
                    <a:pt x="343" y="381"/>
                  </a:cubicBezTo>
                  <a:cubicBezTo>
                    <a:pt x="346" y="358"/>
                    <a:pt x="347" y="336"/>
                    <a:pt x="347" y="313"/>
                  </a:cubicBezTo>
                  <a:cubicBezTo>
                    <a:pt x="347" y="295"/>
                    <a:pt x="346" y="276"/>
                    <a:pt x="344" y="258"/>
                  </a:cubicBezTo>
                  <a:lnTo>
                    <a:pt x="371" y="258"/>
                  </a:lnTo>
                  <a:cubicBezTo>
                    <a:pt x="388" y="258"/>
                    <a:pt x="403" y="244"/>
                    <a:pt x="403" y="226"/>
                  </a:cubicBezTo>
                  <a:lnTo>
                    <a:pt x="403" y="162"/>
                  </a:lnTo>
                  <a:cubicBezTo>
                    <a:pt x="403" y="95"/>
                    <a:pt x="369" y="35"/>
                    <a:pt x="318"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7" name="Google Shape;2287;p53"/>
            <p:cNvSpPr/>
            <p:nvPr/>
          </p:nvSpPr>
          <p:spPr>
            <a:xfrm>
              <a:off x="8075160" y="2113560"/>
              <a:ext cx="76320" cy="76320"/>
            </a:xfrm>
            <a:custGeom>
              <a:rect b="b" l="l" r="r" t="t"/>
              <a:pathLst>
                <a:path extrusionOk="0" h="212" w="212">
                  <a:moveTo>
                    <a:pt x="212" y="106"/>
                  </a:moveTo>
                  <a:cubicBezTo>
                    <a:pt x="212" y="165"/>
                    <a:pt x="165" y="212"/>
                    <a:pt x="106" y="212"/>
                  </a:cubicBezTo>
                  <a:cubicBezTo>
                    <a:pt x="47" y="212"/>
                    <a:pt x="0" y="165"/>
                    <a:pt x="0" y="106"/>
                  </a:cubicBezTo>
                  <a:cubicBezTo>
                    <a:pt x="0" y="48"/>
                    <a:pt x="47" y="0"/>
                    <a:pt x="106" y="0"/>
                  </a:cubicBezTo>
                  <a:cubicBezTo>
                    <a:pt x="165" y="0"/>
                    <a:pt x="212" y="48"/>
                    <a:pt x="212" y="106"/>
                  </a:cubicBezTo>
                  <a:close/>
                </a:path>
              </a:pathLst>
            </a:custGeom>
            <a:solidFill>
              <a:schemeClr val="lt1"/>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8" name="Google Shape;2288;p53"/>
            <p:cNvSpPr/>
            <p:nvPr/>
          </p:nvSpPr>
          <p:spPr>
            <a:xfrm>
              <a:off x="8040960" y="2196000"/>
              <a:ext cx="145080" cy="93240"/>
            </a:xfrm>
            <a:custGeom>
              <a:rect b="b" l="l" r="r" t="t"/>
              <a:pathLst>
                <a:path extrusionOk="0" h="259" w="403">
                  <a:moveTo>
                    <a:pt x="318" y="0"/>
                  </a:moveTo>
                  <a:cubicBezTo>
                    <a:pt x="288" y="29"/>
                    <a:pt x="246" y="47"/>
                    <a:pt x="201" y="47"/>
                  </a:cubicBezTo>
                  <a:cubicBezTo>
                    <a:pt x="156" y="47"/>
                    <a:pt x="114" y="29"/>
                    <a:pt x="84" y="0"/>
                  </a:cubicBezTo>
                  <a:cubicBezTo>
                    <a:pt x="33" y="36"/>
                    <a:pt x="0" y="96"/>
                    <a:pt x="0" y="164"/>
                  </a:cubicBezTo>
                  <a:lnTo>
                    <a:pt x="0" y="227"/>
                  </a:lnTo>
                  <a:cubicBezTo>
                    <a:pt x="0" y="245"/>
                    <a:pt x="14" y="259"/>
                    <a:pt x="31" y="259"/>
                  </a:cubicBezTo>
                  <a:lnTo>
                    <a:pt x="371" y="259"/>
                  </a:lnTo>
                  <a:cubicBezTo>
                    <a:pt x="388" y="259"/>
                    <a:pt x="403" y="245"/>
                    <a:pt x="403" y="227"/>
                  </a:cubicBezTo>
                  <a:lnTo>
                    <a:pt x="403" y="164"/>
                  </a:lnTo>
                  <a:cubicBezTo>
                    <a:pt x="403" y="96"/>
                    <a:pt x="369" y="36"/>
                    <a:pt x="318"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89" name="Google Shape;2289;p53"/>
            <p:cNvSpPr/>
            <p:nvPr/>
          </p:nvSpPr>
          <p:spPr>
            <a:xfrm>
              <a:off x="7829280" y="2113560"/>
              <a:ext cx="76320" cy="76320"/>
            </a:xfrm>
            <a:custGeom>
              <a:rect b="b" l="l" r="r" t="t"/>
              <a:pathLst>
                <a:path extrusionOk="0" h="212" w="212">
                  <a:moveTo>
                    <a:pt x="212" y="106"/>
                  </a:moveTo>
                  <a:cubicBezTo>
                    <a:pt x="212" y="165"/>
                    <a:pt x="165" y="212"/>
                    <a:pt x="106" y="212"/>
                  </a:cubicBezTo>
                  <a:cubicBezTo>
                    <a:pt x="47" y="212"/>
                    <a:pt x="0" y="165"/>
                    <a:pt x="0" y="106"/>
                  </a:cubicBezTo>
                  <a:cubicBezTo>
                    <a:pt x="0" y="48"/>
                    <a:pt x="47" y="0"/>
                    <a:pt x="106" y="0"/>
                  </a:cubicBezTo>
                  <a:cubicBezTo>
                    <a:pt x="134" y="0"/>
                    <a:pt x="161" y="11"/>
                    <a:pt x="181" y="31"/>
                  </a:cubicBezTo>
                  <a:cubicBezTo>
                    <a:pt x="201" y="51"/>
                    <a:pt x="212" y="78"/>
                    <a:pt x="212" y="106"/>
                  </a:cubicBezTo>
                  <a:close/>
                </a:path>
              </a:pathLst>
            </a:custGeom>
            <a:solidFill>
              <a:schemeClr val="lt1"/>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0" name="Google Shape;2290;p53"/>
            <p:cNvSpPr/>
            <p:nvPr/>
          </p:nvSpPr>
          <p:spPr>
            <a:xfrm>
              <a:off x="7794720" y="2196000"/>
              <a:ext cx="145440" cy="93240"/>
            </a:xfrm>
            <a:custGeom>
              <a:rect b="b" l="l" r="r" t="t"/>
              <a:pathLst>
                <a:path extrusionOk="0" h="259" w="404">
                  <a:moveTo>
                    <a:pt x="319" y="0"/>
                  </a:moveTo>
                  <a:cubicBezTo>
                    <a:pt x="289" y="29"/>
                    <a:pt x="247" y="47"/>
                    <a:pt x="202" y="47"/>
                  </a:cubicBezTo>
                  <a:cubicBezTo>
                    <a:pt x="157" y="47"/>
                    <a:pt x="115" y="29"/>
                    <a:pt x="85" y="0"/>
                  </a:cubicBezTo>
                  <a:cubicBezTo>
                    <a:pt x="34" y="36"/>
                    <a:pt x="0" y="96"/>
                    <a:pt x="0" y="164"/>
                  </a:cubicBezTo>
                  <a:lnTo>
                    <a:pt x="0" y="227"/>
                  </a:lnTo>
                  <a:cubicBezTo>
                    <a:pt x="0" y="245"/>
                    <a:pt x="15" y="259"/>
                    <a:pt x="32" y="259"/>
                  </a:cubicBezTo>
                  <a:lnTo>
                    <a:pt x="372" y="259"/>
                  </a:lnTo>
                  <a:cubicBezTo>
                    <a:pt x="389" y="259"/>
                    <a:pt x="404" y="245"/>
                    <a:pt x="404" y="227"/>
                  </a:cubicBezTo>
                  <a:lnTo>
                    <a:pt x="404" y="164"/>
                  </a:lnTo>
                  <a:cubicBezTo>
                    <a:pt x="404" y="96"/>
                    <a:pt x="370" y="36"/>
                    <a:pt x="319"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1" name="Google Shape;2291;p53"/>
            <p:cNvSpPr/>
            <p:nvPr/>
          </p:nvSpPr>
          <p:spPr>
            <a:xfrm>
              <a:off x="7925400" y="1918440"/>
              <a:ext cx="129960" cy="37440"/>
            </a:xfrm>
            <a:custGeom>
              <a:rect b="b" l="l" r="r" t="t"/>
              <a:pathLst>
                <a:path extrusionOk="0" h="104" w="361">
                  <a:moveTo>
                    <a:pt x="181" y="64"/>
                  </a:moveTo>
                  <a:cubicBezTo>
                    <a:pt x="243" y="64"/>
                    <a:pt x="305" y="78"/>
                    <a:pt x="361" y="104"/>
                  </a:cubicBezTo>
                  <a:cubicBezTo>
                    <a:pt x="355" y="87"/>
                    <a:pt x="352" y="69"/>
                    <a:pt x="352" y="51"/>
                  </a:cubicBezTo>
                  <a:cubicBezTo>
                    <a:pt x="352" y="44"/>
                    <a:pt x="353" y="38"/>
                    <a:pt x="353" y="32"/>
                  </a:cubicBezTo>
                  <a:cubicBezTo>
                    <a:pt x="299" y="11"/>
                    <a:pt x="240" y="0"/>
                    <a:pt x="181" y="0"/>
                  </a:cubicBezTo>
                  <a:cubicBezTo>
                    <a:pt x="121" y="0"/>
                    <a:pt x="62" y="11"/>
                    <a:pt x="8" y="32"/>
                  </a:cubicBezTo>
                  <a:cubicBezTo>
                    <a:pt x="8" y="38"/>
                    <a:pt x="9" y="44"/>
                    <a:pt x="9" y="51"/>
                  </a:cubicBezTo>
                  <a:cubicBezTo>
                    <a:pt x="9" y="69"/>
                    <a:pt x="6" y="87"/>
                    <a:pt x="0" y="104"/>
                  </a:cubicBezTo>
                  <a:cubicBezTo>
                    <a:pt x="56" y="78"/>
                    <a:pt x="118" y="64"/>
                    <a:pt x="181" y="64"/>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2" name="Google Shape;2292;p53"/>
            <p:cNvSpPr/>
            <p:nvPr/>
          </p:nvSpPr>
          <p:spPr>
            <a:xfrm>
              <a:off x="7962120" y="2243880"/>
              <a:ext cx="56520" cy="25560"/>
            </a:xfrm>
            <a:custGeom>
              <a:rect b="b" l="l" r="r" t="t"/>
              <a:pathLst>
                <a:path extrusionOk="0" h="71" w="157">
                  <a:moveTo>
                    <a:pt x="0" y="0"/>
                  </a:moveTo>
                  <a:cubicBezTo>
                    <a:pt x="2" y="10"/>
                    <a:pt x="2" y="20"/>
                    <a:pt x="2" y="31"/>
                  </a:cubicBezTo>
                  <a:lnTo>
                    <a:pt x="2" y="65"/>
                  </a:lnTo>
                  <a:cubicBezTo>
                    <a:pt x="27" y="69"/>
                    <a:pt x="53" y="71"/>
                    <a:pt x="79" y="71"/>
                  </a:cubicBezTo>
                  <a:cubicBezTo>
                    <a:pt x="104" y="71"/>
                    <a:pt x="130" y="69"/>
                    <a:pt x="155" y="65"/>
                  </a:cubicBezTo>
                  <a:lnTo>
                    <a:pt x="155" y="31"/>
                  </a:lnTo>
                  <a:cubicBezTo>
                    <a:pt x="155" y="20"/>
                    <a:pt x="156" y="10"/>
                    <a:pt x="157" y="0"/>
                  </a:cubicBezTo>
                  <a:cubicBezTo>
                    <a:pt x="131" y="5"/>
                    <a:pt x="105" y="7"/>
                    <a:pt x="79" y="7"/>
                  </a:cubicBezTo>
                  <a:cubicBezTo>
                    <a:pt x="52" y="7"/>
                    <a:pt x="26" y="5"/>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293" name="Google Shape;2293;p53"/>
          <p:cNvGrpSpPr/>
          <p:nvPr/>
        </p:nvGrpSpPr>
        <p:grpSpPr>
          <a:xfrm>
            <a:off x="7850912" y="2166706"/>
            <a:ext cx="345439" cy="347058"/>
            <a:chOff x="8676720" y="1900800"/>
            <a:chExt cx="384120" cy="385920"/>
          </a:xfrm>
        </p:grpSpPr>
        <p:sp>
          <p:nvSpPr>
            <p:cNvPr id="2294" name="Google Shape;2294;p53"/>
            <p:cNvSpPr/>
            <p:nvPr/>
          </p:nvSpPr>
          <p:spPr>
            <a:xfrm>
              <a:off x="8845920" y="1969200"/>
              <a:ext cx="45360" cy="44640"/>
            </a:xfrm>
            <a:custGeom>
              <a:rect b="b" l="l" r="r" t="t"/>
              <a:pathLst>
                <a:path extrusionOk="0" h="124" w="126">
                  <a:moveTo>
                    <a:pt x="126" y="61"/>
                  </a:moveTo>
                  <a:cubicBezTo>
                    <a:pt x="126" y="96"/>
                    <a:pt x="98" y="124"/>
                    <a:pt x="63" y="124"/>
                  </a:cubicBezTo>
                  <a:cubicBezTo>
                    <a:pt x="29" y="124"/>
                    <a:pt x="0" y="96"/>
                    <a:pt x="0" y="61"/>
                  </a:cubicBezTo>
                  <a:cubicBezTo>
                    <a:pt x="0" y="28"/>
                    <a:pt x="29" y="0"/>
                    <a:pt x="63" y="0"/>
                  </a:cubicBezTo>
                  <a:cubicBezTo>
                    <a:pt x="98" y="0"/>
                    <a:pt x="126" y="28"/>
                    <a:pt x="126" y="6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5" name="Google Shape;2295;p53"/>
            <p:cNvSpPr/>
            <p:nvPr/>
          </p:nvSpPr>
          <p:spPr>
            <a:xfrm>
              <a:off x="8721720" y="1966320"/>
              <a:ext cx="103680" cy="58320"/>
            </a:xfrm>
            <a:custGeom>
              <a:rect b="b" l="l" r="r" t="t"/>
              <a:pathLst>
                <a:path extrusionOk="0" h="162" w="288">
                  <a:moveTo>
                    <a:pt x="23" y="117"/>
                  </a:moveTo>
                  <a:lnTo>
                    <a:pt x="190" y="162"/>
                  </a:lnTo>
                  <a:cubicBezTo>
                    <a:pt x="199" y="114"/>
                    <a:pt x="236" y="75"/>
                    <a:pt x="283" y="63"/>
                  </a:cubicBezTo>
                  <a:cubicBezTo>
                    <a:pt x="283" y="52"/>
                    <a:pt x="285" y="43"/>
                    <a:pt x="288" y="34"/>
                  </a:cubicBezTo>
                  <a:cubicBezTo>
                    <a:pt x="270" y="24"/>
                    <a:pt x="250" y="17"/>
                    <a:pt x="229" y="11"/>
                  </a:cubicBezTo>
                  <a:cubicBezTo>
                    <a:pt x="132" y="-15"/>
                    <a:pt x="37" y="11"/>
                    <a:pt x="4" y="72"/>
                  </a:cubicBezTo>
                  <a:cubicBezTo>
                    <a:pt x="-1" y="81"/>
                    <a:pt x="-1" y="91"/>
                    <a:pt x="3" y="99"/>
                  </a:cubicBezTo>
                  <a:cubicBezTo>
                    <a:pt x="7" y="108"/>
                    <a:pt x="14" y="115"/>
                    <a:pt x="23" y="117"/>
                  </a:cubicBezTo>
                  <a:close/>
                </a:path>
              </a:pathLst>
            </a:custGeom>
            <a:solidFill>
              <a:schemeClr val="lt1"/>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6" name="Google Shape;2296;p53"/>
            <p:cNvSpPr/>
            <p:nvPr/>
          </p:nvSpPr>
          <p:spPr>
            <a:xfrm>
              <a:off x="8911800" y="1966320"/>
              <a:ext cx="104040" cy="58320"/>
            </a:xfrm>
            <a:custGeom>
              <a:rect b="b" l="l" r="r" t="t"/>
              <a:pathLst>
                <a:path extrusionOk="0" h="162" w="289">
                  <a:moveTo>
                    <a:pt x="59" y="11"/>
                  </a:moveTo>
                  <a:cubicBezTo>
                    <a:pt x="38" y="16"/>
                    <a:pt x="19" y="24"/>
                    <a:pt x="0" y="34"/>
                  </a:cubicBezTo>
                  <a:cubicBezTo>
                    <a:pt x="3" y="43"/>
                    <a:pt x="5" y="52"/>
                    <a:pt x="6" y="63"/>
                  </a:cubicBezTo>
                  <a:cubicBezTo>
                    <a:pt x="53" y="75"/>
                    <a:pt x="89" y="114"/>
                    <a:pt x="98" y="162"/>
                  </a:cubicBezTo>
                  <a:lnTo>
                    <a:pt x="265" y="117"/>
                  </a:lnTo>
                  <a:cubicBezTo>
                    <a:pt x="274" y="115"/>
                    <a:pt x="282" y="108"/>
                    <a:pt x="286" y="99"/>
                  </a:cubicBezTo>
                  <a:cubicBezTo>
                    <a:pt x="290" y="91"/>
                    <a:pt x="289" y="81"/>
                    <a:pt x="285" y="72"/>
                  </a:cubicBezTo>
                  <a:cubicBezTo>
                    <a:pt x="251" y="11"/>
                    <a:pt x="157" y="-15"/>
                    <a:pt x="59" y="11"/>
                  </a:cubicBezTo>
                  <a:close/>
                </a:path>
              </a:pathLst>
            </a:custGeom>
            <a:solidFill>
              <a:schemeClr val="lt1"/>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7" name="Google Shape;2297;p53"/>
            <p:cNvSpPr/>
            <p:nvPr/>
          </p:nvSpPr>
          <p:spPr>
            <a:xfrm>
              <a:off x="8879400" y="1900800"/>
              <a:ext cx="95400" cy="58320"/>
            </a:xfrm>
            <a:custGeom>
              <a:rect b="b" l="l" r="r" t="t"/>
              <a:pathLst>
                <a:path extrusionOk="0" h="162" w="265">
                  <a:moveTo>
                    <a:pt x="133" y="132"/>
                  </a:moveTo>
                  <a:cubicBezTo>
                    <a:pt x="158" y="126"/>
                    <a:pt x="183" y="122"/>
                    <a:pt x="208" y="120"/>
                  </a:cubicBezTo>
                  <a:lnTo>
                    <a:pt x="258" y="62"/>
                  </a:lnTo>
                  <a:cubicBezTo>
                    <a:pt x="264" y="54"/>
                    <a:pt x="266" y="45"/>
                    <a:pt x="264" y="35"/>
                  </a:cubicBezTo>
                  <a:cubicBezTo>
                    <a:pt x="262" y="26"/>
                    <a:pt x="256" y="18"/>
                    <a:pt x="248" y="13"/>
                  </a:cubicBezTo>
                  <a:cubicBezTo>
                    <a:pt x="185" y="-19"/>
                    <a:pt x="92" y="14"/>
                    <a:pt x="28" y="92"/>
                  </a:cubicBezTo>
                  <a:cubicBezTo>
                    <a:pt x="17" y="104"/>
                    <a:pt x="8" y="117"/>
                    <a:pt x="0" y="130"/>
                  </a:cubicBezTo>
                  <a:cubicBezTo>
                    <a:pt x="22" y="136"/>
                    <a:pt x="42" y="147"/>
                    <a:pt x="57" y="162"/>
                  </a:cubicBezTo>
                  <a:cubicBezTo>
                    <a:pt x="81" y="150"/>
                    <a:pt x="106" y="139"/>
                    <a:pt x="133" y="132"/>
                  </a:cubicBezTo>
                  <a:close/>
                </a:path>
              </a:pathLst>
            </a:custGeom>
            <a:solidFill>
              <a:schemeClr val="lt1"/>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8" name="Google Shape;2298;p53"/>
            <p:cNvSpPr/>
            <p:nvPr/>
          </p:nvSpPr>
          <p:spPr>
            <a:xfrm>
              <a:off x="8762400" y="1900800"/>
              <a:ext cx="95400" cy="58320"/>
            </a:xfrm>
            <a:custGeom>
              <a:rect b="b" l="l" r="r" t="t"/>
              <a:pathLst>
                <a:path extrusionOk="0" h="162" w="265">
                  <a:moveTo>
                    <a:pt x="57" y="120"/>
                  </a:moveTo>
                  <a:cubicBezTo>
                    <a:pt x="82" y="122"/>
                    <a:pt x="107" y="126"/>
                    <a:pt x="132" y="132"/>
                  </a:cubicBezTo>
                  <a:cubicBezTo>
                    <a:pt x="159" y="139"/>
                    <a:pt x="185" y="150"/>
                    <a:pt x="208" y="162"/>
                  </a:cubicBezTo>
                  <a:cubicBezTo>
                    <a:pt x="224" y="147"/>
                    <a:pt x="243" y="136"/>
                    <a:pt x="265" y="130"/>
                  </a:cubicBezTo>
                  <a:cubicBezTo>
                    <a:pt x="257" y="117"/>
                    <a:pt x="248" y="104"/>
                    <a:pt x="238" y="92"/>
                  </a:cubicBezTo>
                  <a:cubicBezTo>
                    <a:pt x="173" y="14"/>
                    <a:pt x="80" y="-19"/>
                    <a:pt x="18" y="13"/>
                  </a:cubicBezTo>
                  <a:cubicBezTo>
                    <a:pt x="9" y="18"/>
                    <a:pt x="3" y="26"/>
                    <a:pt x="1" y="35"/>
                  </a:cubicBezTo>
                  <a:cubicBezTo>
                    <a:pt x="-1" y="45"/>
                    <a:pt x="2" y="54"/>
                    <a:pt x="8" y="62"/>
                  </a:cubicBezTo>
                  <a:lnTo>
                    <a:pt x="57" y="120"/>
                  </a:lnTo>
                  <a:close/>
                </a:path>
              </a:pathLst>
            </a:custGeom>
            <a:solidFill>
              <a:schemeClr val="lt1"/>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99" name="Google Shape;2299;p53"/>
            <p:cNvSpPr/>
            <p:nvPr/>
          </p:nvSpPr>
          <p:spPr>
            <a:xfrm>
              <a:off x="8812080" y="2010960"/>
              <a:ext cx="45000" cy="44280"/>
            </a:xfrm>
            <a:custGeom>
              <a:rect b="b" l="l" r="r" t="t"/>
              <a:pathLst>
                <a:path extrusionOk="0" h="123" w="125">
                  <a:moveTo>
                    <a:pt x="44" y="0"/>
                  </a:moveTo>
                  <a:cubicBezTo>
                    <a:pt x="19" y="8"/>
                    <a:pt x="0" y="32"/>
                    <a:pt x="0" y="60"/>
                  </a:cubicBezTo>
                  <a:cubicBezTo>
                    <a:pt x="0" y="95"/>
                    <a:pt x="28" y="123"/>
                    <a:pt x="63" y="123"/>
                  </a:cubicBezTo>
                  <a:cubicBezTo>
                    <a:pt x="96" y="123"/>
                    <a:pt x="122" y="99"/>
                    <a:pt x="125" y="67"/>
                  </a:cubicBezTo>
                  <a:cubicBezTo>
                    <a:pt x="90" y="58"/>
                    <a:pt x="60" y="33"/>
                    <a:pt x="44"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0" name="Google Shape;2300;p53"/>
            <p:cNvSpPr/>
            <p:nvPr/>
          </p:nvSpPr>
          <p:spPr>
            <a:xfrm>
              <a:off x="8880120" y="2010960"/>
              <a:ext cx="45000" cy="44280"/>
            </a:xfrm>
            <a:custGeom>
              <a:rect b="b" l="l" r="r" t="t"/>
              <a:pathLst>
                <a:path extrusionOk="0" h="123" w="125">
                  <a:moveTo>
                    <a:pt x="125" y="60"/>
                  </a:moveTo>
                  <a:cubicBezTo>
                    <a:pt x="125" y="32"/>
                    <a:pt x="107" y="8"/>
                    <a:pt x="81" y="0"/>
                  </a:cubicBezTo>
                  <a:cubicBezTo>
                    <a:pt x="65" y="33"/>
                    <a:pt x="36" y="58"/>
                    <a:pt x="0" y="67"/>
                  </a:cubicBezTo>
                  <a:cubicBezTo>
                    <a:pt x="3" y="99"/>
                    <a:pt x="30" y="123"/>
                    <a:pt x="62" y="123"/>
                  </a:cubicBezTo>
                  <a:cubicBezTo>
                    <a:pt x="97" y="123"/>
                    <a:pt x="125" y="95"/>
                    <a:pt x="125" y="6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1" name="Google Shape;2301;p53"/>
            <p:cNvSpPr/>
            <p:nvPr/>
          </p:nvSpPr>
          <p:spPr>
            <a:xfrm>
              <a:off x="8676720" y="2243520"/>
              <a:ext cx="384120" cy="43200"/>
            </a:xfrm>
            <a:custGeom>
              <a:rect b="b" l="l" r="r" t="t"/>
              <a:pathLst>
                <a:path extrusionOk="0" h="120" w="1067">
                  <a:moveTo>
                    <a:pt x="1036" y="0"/>
                  </a:moveTo>
                  <a:cubicBezTo>
                    <a:pt x="989" y="0"/>
                    <a:pt x="965" y="32"/>
                    <a:pt x="948" y="55"/>
                  </a:cubicBezTo>
                  <a:cubicBezTo>
                    <a:pt x="932" y="76"/>
                    <a:pt x="924" y="84"/>
                    <a:pt x="910" y="84"/>
                  </a:cubicBezTo>
                  <a:cubicBezTo>
                    <a:pt x="895" y="84"/>
                    <a:pt x="888" y="76"/>
                    <a:pt x="872" y="55"/>
                  </a:cubicBezTo>
                  <a:cubicBezTo>
                    <a:pt x="855" y="32"/>
                    <a:pt x="831" y="0"/>
                    <a:pt x="784" y="0"/>
                  </a:cubicBezTo>
                  <a:cubicBezTo>
                    <a:pt x="737" y="0"/>
                    <a:pt x="713" y="32"/>
                    <a:pt x="696" y="55"/>
                  </a:cubicBezTo>
                  <a:cubicBezTo>
                    <a:pt x="680" y="76"/>
                    <a:pt x="673" y="84"/>
                    <a:pt x="659" y="84"/>
                  </a:cubicBezTo>
                  <a:cubicBezTo>
                    <a:pt x="644" y="84"/>
                    <a:pt x="637" y="76"/>
                    <a:pt x="621" y="55"/>
                  </a:cubicBezTo>
                  <a:cubicBezTo>
                    <a:pt x="604" y="32"/>
                    <a:pt x="580" y="0"/>
                    <a:pt x="533" y="0"/>
                  </a:cubicBezTo>
                  <a:cubicBezTo>
                    <a:pt x="486" y="0"/>
                    <a:pt x="462" y="32"/>
                    <a:pt x="445" y="55"/>
                  </a:cubicBezTo>
                  <a:cubicBezTo>
                    <a:pt x="429" y="76"/>
                    <a:pt x="422" y="84"/>
                    <a:pt x="407" y="84"/>
                  </a:cubicBezTo>
                  <a:cubicBezTo>
                    <a:pt x="393" y="84"/>
                    <a:pt x="386" y="76"/>
                    <a:pt x="370" y="55"/>
                  </a:cubicBezTo>
                  <a:cubicBezTo>
                    <a:pt x="353" y="32"/>
                    <a:pt x="329" y="0"/>
                    <a:pt x="282" y="0"/>
                  </a:cubicBezTo>
                  <a:cubicBezTo>
                    <a:pt x="235" y="0"/>
                    <a:pt x="211" y="32"/>
                    <a:pt x="194" y="55"/>
                  </a:cubicBezTo>
                  <a:cubicBezTo>
                    <a:pt x="178" y="76"/>
                    <a:pt x="171" y="84"/>
                    <a:pt x="156" y="84"/>
                  </a:cubicBezTo>
                  <a:cubicBezTo>
                    <a:pt x="142" y="84"/>
                    <a:pt x="135" y="76"/>
                    <a:pt x="119" y="55"/>
                  </a:cubicBezTo>
                  <a:cubicBezTo>
                    <a:pt x="102" y="32"/>
                    <a:pt x="78" y="0"/>
                    <a:pt x="30" y="0"/>
                  </a:cubicBezTo>
                  <a:cubicBezTo>
                    <a:pt x="13" y="1"/>
                    <a:pt x="0" y="15"/>
                    <a:pt x="0" y="32"/>
                  </a:cubicBezTo>
                  <a:lnTo>
                    <a:pt x="0" y="88"/>
                  </a:lnTo>
                  <a:cubicBezTo>
                    <a:pt x="0" y="106"/>
                    <a:pt x="14" y="120"/>
                    <a:pt x="31" y="120"/>
                  </a:cubicBezTo>
                  <a:lnTo>
                    <a:pt x="1035" y="120"/>
                  </a:lnTo>
                  <a:cubicBezTo>
                    <a:pt x="1053" y="120"/>
                    <a:pt x="1067" y="106"/>
                    <a:pt x="1067" y="88"/>
                  </a:cubicBezTo>
                  <a:lnTo>
                    <a:pt x="1067" y="32"/>
                  </a:lnTo>
                  <a:cubicBezTo>
                    <a:pt x="1067" y="15"/>
                    <a:pt x="1053" y="1"/>
                    <a:pt x="1036"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2" name="Google Shape;2302;p53"/>
            <p:cNvSpPr/>
            <p:nvPr/>
          </p:nvSpPr>
          <p:spPr>
            <a:xfrm>
              <a:off x="8728920" y="2167920"/>
              <a:ext cx="279720" cy="75960"/>
            </a:xfrm>
            <a:custGeom>
              <a:rect b="b" l="l" r="r" t="t"/>
              <a:pathLst>
                <a:path extrusionOk="0" h="211" w="777">
                  <a:moveTo>
                    <a:pt x="68" y="97"/>
                  </a:moveTo>
                  <a:cubicBezTo>
                    <a:pt x="38" y="128"/>
                    <a:pt x="15" y="162"/>
                    <a:pt x="0" y="198"/>
                  </a:cubicBezTo>
                  <a:cubicBezTo>
                    <a:pt x="4" y="202"/>
                    <a:pt x="8" y="207"/>
                    <a:pt x="11" y="211"/>
                  </a:cubicBezTo>
                  <a:cubicBezTo>
                    <a:pt x="34" y="184"/>
                    <a:pt x="73" y="148"/>
                    <a:pt x="137" y="148"/>
                  </a:cubicBezTo>
                  <a:cubicBezTo>
                    <a:pt x="201" y="148"/>
                    <a:pt x="240" y="184"/>
                    <a:pt x="262" y="211"/>
                  </a:cubicBezTo>
                  <a:cubicBezTo>
                    <a:pt x="285" y="184"/>
                    <a:pt x="324" y="148"/>
                    <a:pt x="388" y="148"/>
                  </a:cubicBezTo>
                  <a:cubicBezTo>
                    <a:pt x="452" y="148"/>
                    <a:pt x="491" y="184"/>
                    <a:pt x="514" y="211"/>
                  </a:cubicBezTo>
                  <a:cubicBezTo>
                    <a:pt x="536" y="184"/>
                    <a:pt x="575" y="148"/>
                    <a:pt x="639" y="148"/>
                  </a:cubicBezTo>
                  <a:cubicBezTo>
                    <a:pt x="704" y="148"/>
                    <a:pt x="742" y="184"/>
                    <a:pt x="765" y="211"/>
                  </a:cubicBezTo>
                  <a:cubicBezTo>
                    <a:pt x="768" y="207"/>
                    <a:pt x="772" y="202"/>
                    <a:pt x="777" y="198"/>
                  </a:cubicBezTo>
                  <a:cubicBezTo>
                    <a:pt x="762" y="162"/>
                    <a:pt x="739" y="127"/>
                    <a:pt x="708" y="97"/>
                  </a:cubicBezTo>
                  <a:cubicBezTo>
                    <a:pt x="666" y="55"/>
                    <a:pt x="611" y="21"/>
                    <a:pt x="549" y="0"/>
                  </a:cubicBezTo>
                  <a:cubicBezTo>
                    <a:pt x="549" y="24"/>
                    <a:pt x="540" y="47"/>
                    <a:pt x="524" y="65"/>
                  </a:cubicBezTo>
                  <a:cubicBezTo>
                    <a:pt x="506" y="84"/>
                    <a:pt x="481" y="95"/>
                    <a:pt x="454" y="95"/>
                  </a:cubicBezTo>
                  <a:lnTo>
                    <a:pt x="322" y="95"/>
                  </a:lnTo>
                  <a:cubicBezTo>
                    <a:pt x="296" y="95"/>
                    <a:pt x="271" y="84"/>
                    <a:pt x="253" y="65"/>
                  </a:cubicBezTo>
                  <a:cubicBezTo>
                    <a:pt x="236" y="47"/>
                    <a:pt x="228" y="24"/>
                    <a:pt x="228" y="0"/>
                  </a:cubicBezTo>
                  <a:cubicBezTo>
                    <a:pt x="166" y="21"/>
                    <a:pt x="110" y="55"/>
                    <a:pt x="68" y="97"/>
                  </a:cubicBezTo>
                  <a:close/>
                </a:path>
              </a:pathLst>
            </a:custGeom>
            <a:solidFill>
              <a:schemeClr val="lt1"/>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3" name="Google Shape;2303;p53"/>
            <p:cNvSpPr/>
            <p:nvPr/>
          </p:nvSpPr>
          <p:spPr>
            <a:xfrm>
              <a:off x="8836200" y="2111760"/>
              <a:ext cx="64800" cy="22680"/>
            </a:xfrm>
            <a:custGeom>
              <a:rect b="b" l="l" r="r" t="t"/>
              <a:pathLst>
                <a:path extrusionOk="0" h="63" w="180">
                  <a:moveTo>
                    <a:pt x="6" y="0"/>
                  </a:moveTo>
                  <a:lnTo>
                    <a:pt x="0" y="63"/>
                  </a:lnTo>
                  <a:lnTo>
                    <a:pt x="180" y="63"/>
                  </a:lnTo>
                  <a:cubicBezTo>
                    <a:pt x="178" y="41"/>
                    <a:pt x="176" y="20"/>
                    <a:pt x="175" y="0"/>
                  </a:cubicBezTo>
                  <a:lnTo>
                    <a:pt x="6"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4" name="Google Shape;2304;p53"/>
            <p:cNvSpPr/>
            <p:nvPr/>
          </p:nvSpPr>
          <p:spPr>
            <a:xfrm>
              <a:off x="8840160" y="2062440"/>
              <a:ext cx="57240" cy="26640"/>
            </a:xfrm>
            <a:custGeom>
              <a:rect b="b" l="l" r="r" t="t"/>
              <a:pathLst>
                <a:path extrusionOk="0" h="74" w="159">
                  <a:moveTo>
                    <a:pt x="79" y="0"/>
                  </a:moveTo>
                  <a:cubicBezTo>
                    <a:pt x="60" y="22"/>
                    <a:pt x="33" y="38"/>
                    <a:pt x="3" y="42"/>
                  </a:cubicBezTo>
                  <a:lnTo>
                    <a:pt x="0" y="74"/>
                  </a:lnTo>
                  <a:lnTo>
                    <a:pt x="159" y="74"/>
                  </a:lnTo>
                  <a:cubicBezTo>
                    <a:pt x="157" y="56"/>
                    <a:pt x="156" y="43"/>
                    <a:pt x="156" y="42"/>
                  </a:cubicBezTo>
                  <a:cubicBezTo>
                    <a:pt x="125" y="38"/>
                    <a:pt x="99" y="22"/>
                    <a:pt x="79"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5" name="Google Shape;2305;p53"/>
            <p:cNvSpPr/>
            <p:nvPr/>
          </p:nvSpPr>
          <p:spPr>
            <a:xfrm>
              <a:off x="8833680" y="2157120"/>
              <a:ext cx="70200" cy="22680"/>
            </a:xfrm>
            <a:custGeom>
              <a:rect b="b" l="l" r="r" t="t"/>
              <a:pathLst>
                <a:path extrusionOk="0" h="63" w="195">
                  <a:moveTo>
                    <a:pt x="0" y="29"/>
                  </a:moveTo>
                  <a:cubicBezTo>
                    <a:pt x="-2" y="47"/>
                    <a:pt x="13" y="63"/>
                    <a:pt x="31" y="63"/>
                  </a:cubicBezTo>
                  <a:lnTo>
                    <a:pt x="163" y="63"/>
                  </a:lnTo>
                  <a:cubicBezTo>
                    <a:pt x="182" y="63"/>
                    <a:pt x="196" y="47"/>
                    <a:pt x="195" y="29"/>
                  </a:cubicBezTo>
                  <a:cubicBezTo>
                    <a:pt x="194" y="19"/>
                    <a:pt x="193" y="9"/>
                    <a:pt x="192" y="0"/>
                  </a:cubicBezTo>
                  <a:lnTo>
                    <a:pt x="2" y="0"/>
                  </a:lnTo>
                  <a:lnTo>
                    <a:pt x="0" y="29"/>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06" name="Google Shape;2306;p53"/>
          <p:cNvGrpSpPr/>
          <p:nvPr/>
        </p:nvGrpSpPr>
        <p:grpSpPr>
          <a:xfrm>
            <a:off x="931446" y="2821325"/>
            <a:ext cx="393354" cy="345763"/>
            <a:chOff x="982440" y="2628720"/>
            <a:chExt cx="437400" cy="384480"/>
          </a:xfrm>
        </p:grpSpPr>
        <p:sp>
          <p:nvSpPr>
            <p:cNvPr id="2307" name="Google Shape;2307;p53"/>
            <p:cNvSpPr/>
            <p:nvPr/>
          </p:nvSpPr>
          <p:spPr>
            <a:xfrm>
              <a:off x="982440" y="2962080"/>
              <a:ext cx="437400" cy="51120"/>
            </a:xfrm>
            <a:custGeom>
              <a:rect b="b" l="l" r="r" t="t"/>
              <a:pathLst>
                <a:path extrusionOk="0" h="142" w="1215">
                  <a:moveTo>
                    <a:pt x="0" y="0"/>
                  </a:moveTo>
                  <a:lnTo>
                    <a:pt x="0" y="35"/>
                  </a:lnTo>
                  <a:cubicBezTo>
                    <a:pt x="0" y="94"/>
                    <a:pt x="47" y="142"/>
                    <a:pt x="106" y="142"/>
                  </a:cubicBezTo>
                  <a:lnTo>
                    <a:pt x="1108" y="142"/>
                  </a:lnTo>
                  <a:cubicBezTo>
                    <a:pt x="1167" y="142"/>
                    <a:pt x="1215" y="94"/>
                    <a:pt x="1215" y="35"/>
                  </a:cubicBezTo>
                  <a:lnTo>
                    <a:pt x="1215" y="0"/>
                  </a:lnTo>
                  <a:lnTo>
                    <a:pt x="0" y="0"/>
                  </a:ln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8" name="Google Shape;2308;p53"/>
            <p:cNvSpPr/>
            <p:nvPr/>
          </p:nvSpPr>
          <p:spPr>
            <a:xfrm>
              <a:off x="986040" y="2893680"/>
              <a:ext cx="429840" cy="42480"/>
            </a:xfrm>
            <a:custGeom>
              <a:rect b="b" l="l" r="r" t="t"/>
              <a:pathLst>
                <a:path extrusionOk="0" h="118" w="1194">
                  <a:moveTo>
                    <a:pt x="1149" y="0"/>
                  </a:moveTo>
                  <a:lnTo>
                    <a:pt x="45" y="0"/>
                  </a:lnTo>
                  <a:lnTo>
                    <a:pt x="0" y="118"/>
                  </a:lnTo>
                  <a:lnTo>
                    <a:pt x="1194" y="118"/>
                  </a:lnTo>
                  <a:lnTo>
                    <a:pt x="1149"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9" name="Google Shape;2309;p53"/>
            <p:cNvSpPr/>
            <p:nvPr/>
          </p:nvSpPr>
          <p:spPr>
            <a:xfrm>
              <a:off x="1085760" y="2825280"/>
              <a:ext cx="76680" cy="42840"/>
            </a:xfrm>
            <a:custGeom>
              <a:rect b="b" l="l" r="r" t="t"/>
              <a:pathLst>
                <a:path extrusionOk="0" h="119" w="213">
                  <a:moveTo>
                    <a:pt x="0" y="107"/>
                  </a:moveTo>
                  <a:lnTo>
                    <a:pt x="0" y="119"/>
                  </a:lnTo>
                  <a:lnTo>
                    <a:pt x="213" y="119"/>
                  </a:lnTo>
                  <a:lnTo>
                    <a:pt x="213" y="107"/>
                  </a:lnTo>
                  <a:cubicBezTo>
                    <a:pt x="213" y="48"/>
                    <a:pt x="165" y="0"/>
                    <a:pt x="106" y="0"/>
                  </a:cubicBezTo>
                  <a:cubicBezTo>
                    <a:pt x="48" y="0"/>
                    <a:pt x="0" y="48"/>
                    <a:pt x="0" y="107"/>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0" name="Google Shape;2310;p53"/>
            <p:cNvSpPr/>
            <p:nvPr/>
          </p:nvSpPr>
          <p:spPr>
            <a:xfrm>
              <a:off x="1221840" y="2705760"/>
              <a:ext cx="94320" cy="51120"/>
            </a:xfrm>
            <a:custGeom>
              <a:rect b="b" l="l" r="r" t="t"/>
              <a:pathLst>
                <a:path extrusionOk="0" h="142" w="262">
                  <a:moveTo>
                    <a:pt x="262" y="0"/>
                  </a:moveTo>
                  <a:lnTo>
                    <a:pt x="25" y="0"/>
                  </a:lnTo>
                  <a:lnTo>
                    <a:pt x="25" y="83"/>
                  </a:lnTo>
                  <a:cubicBezTo>
                    <a:pt x="25" y="88"/>
                    <a:pt x="24" y="94"/>
                    <a:pt x="21" y="99"/>
                  </a:cubicBezTo>
                  <a:lnTo>
                    <a:pt x="0" y="142"/>
                  </a:lnTo>
                  <a:lnTo>
                    <a:pt x="262" y="142"/>
                  </a:lnTo>
                  <a:lnTo>
                    <a:pt x="262" y="0"/>
                  </a:ln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1" name="Google Shape;2311;p53"/>
            <p:cNvSpPr/>
            <p:nvPr/>
          </p:nvSpPr>
          <p:spPr>
            <a:xfrm>
              <a:off x="1107000" y="2765520"/>
              <a:ext cx="34200" cy="34200"/>
            </a:xfrm>
            <a:custGeom>
              <a:rect b="b" l="l" r="r" t="t"/>
              <a:pathLst>
                <a:path extrusionOk="0" h="95" w="95">
                  <a:moveTo>
                    <a:pt x="95" y="47"/>
                  </a:moveTo>
                  <a:cubicBezTo>
                    <a:pt x="95" y="73"/>
                    <a:pt x="74" y="95"/>
                    <a:pt x="47" y="95"/>
                  </a:cubicBezTo>
                  <a:cubicBezTo>
                    <a:pt x="21" y="95"/>
                    <a:pt x="0" y="73"/>
                    <a:pt x="0" y="47"/>
                  </a:cubicBezTo>
                  <a:cubicBezTo>
                    <a:pt x="0" y="21"/>
                    <a:pt x="21" y="0"/>
                    <a:pt x="47" y="0"/>
                  </a:cubicBezTo>
                  <a:cubicBezTo>
                    <a:pt x="74" y="0"/>
                    <a:pt x="95" y="21"/>
                    <a:pt x="95" y="47"/>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2" name="Google Shape;2312;p53"/>
            <p:cNvSpPr/>
            <p:nvPr/>
          </p:nvSpPr>
          <p:spPr>
            <a:xfrm>
              <a:off x="1008000" y="2628720"/>
              <a:ext cx="385920" cy="239400"/>
            </a:xfrm>
            <a:custGeom>
              <a:rect b="b" l="l" r="r" t="t"/>
              <a:pathLst>
                <a:path extrusionOk="0" h="665" w="1072">
                  <a:moveTo>
                    <a:pt x="504" y="376"/>
                  </a:moveTo>
                  <a:lnTo>
                    <a:pt x="548" y="288"/>
                  </a:lnTo>
                  <a:lnTo>
                    <a:pt x="548" y="178"/>
                  </a:lnTo>
                  <a:cubicBezTo>
                    <a:pt x="548" y="158"/>
                    <a:pt x="564" y="142"/>
                    <a:pt x="583" y="142"/>
                  </a:cubicBezTo>
                  <a:lnTo>
                    <a:pt x="892" y="142"/>
                  </a:lnTo>
                  <a:cubicBezTo>
                    <a:pt x="912" y="142"/>
                    <a:pt x="928" y="158"/>
                    <a:pt x="928" y="178"/>
                  </a:cubicBezTo>
                  <a:lnTo>
                    <a:pt x="928" y="392"/>
                  </a:lnTo>
                  <a:cubicBezTo>
                    <a:pt x="928" y="411"/>
                    <a:pt x="912" y="427"/>
                    <a:pt x="892" y="427"/>
                  </a:cubicBezTo>
                  <a:lnTo>
                    <a:pt x="536" y="427"/>
                  </a:lnTo>
                  <a:cubicBezTo>
                    <a:pt x="510" y="427"/>
                    <a:pt x="492" y="399"/>
                    <a:pt x="504" y="376"/>
                  </a:cubicBezTo>
                  <a:moveTo>
                    <a:pt x="144" y="653"/>
                  </a:moveTo>
                  <a:cubicBezTo>
                    <a:pt x="144" y="589"/>
                    <a:pt x="179" y="532"/>
                    <a:pt x="230" y="501"/>
                  </a:cubicBezTo>
                  <a:cubicBezTo>
                    <a:pt x="213" y="481"/>
                    <a:pt x="204" y="455"/>
                    <a:pt x="204" y="427"/>
                  </a:cubicBezTo>
                  <a:cubicBezTo>
                    <a:pt x="204" y="362"/>
                    <a:pt x="257" y="309"/>
                    <a:pt x="322" y="309"/>
                  </a:cubicBezTo>
                  <a:cubicBezTo>
                    <a:pt x="388" y="309"/>
                    <a:pt x="441" y="362"/>
                    <a:pt x="441" y="427"/>
                  </a:cubicBezTo>
                  <a:cubicBezTo>
                    <a:pt x="441" y="455"/>
                    <a:pt x="431" y="481"/>
                    <a:pt x="415" y="501"/>
                  </a:cubicBezTo>
                  <a:cubicBezTo>
                    <a:pt x="466" y="532"/>
                    <a:pt x="500" y="589"/>
                    <a:pt x="500" y="653"/>
                  </a:cubicBezTo>
                  <a:lnTo>
                    <a:pt x="500" y="665"/>
                  </a:lnTo>
                  <a:lnTo>
                    <a:pt x="1072" y="665"/>
                  </a:lnTo>
                  <a:lnTo>
                    <a:pt x="1072" y="107"/>
                  </a:lnTo>
                  <a:cubicBezTo>
                    <a:pt x="1072" y="48"/>
                    <a:pt x="1024" y="0"/>
                    <a:pt x="966" y="0"/>
                  </a:cubicBezTo>
                  <a:lnTo>
                    <a:pt x="107" y="0"/>
                  </a:lnTo>
                  <a:cubicBezTo>
                    <a:pt x="48" y="0"/>
                    <a:pt x="0" y="48"/>
                    <a:pt x="0" y="107"/>
                  </a:cubicBezTo>
                  <a:lnTo>
                    <a:pt x="0" y="665"/>
                  </a:lnTo>
                  <a:lnTo>
                    <a:pt x="144" y="665"/>
                  </a:lnTo>
                  <a:lnTo>
                    <a:pt x="144" y="65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13" name="Google Shape;2313;p53"/>
          <p:cNvGrpSpPr/>
          <p:nvPr/>
        </p:nvGrpSpPr>
        <p:grpSpPr>
          <a:xfrm>
            <a:off x="1731103" y="2828447"/>
            <a:ext cx="345115" cy="331518"/>
            <a:chOff x="1871640" y="2636640"/>
            <a:chExt cx="383760" cy="368640"/>
          </a:xfrm>
        </p:grpSpPr>
        <p:sp>
          <p:nvSpPr>
            <p:cNvPr id="2314" name="Google Shape;2314;p53"/>
            <p:cNvSpPr/>
            <p:nvPr/>
          </p:nvSpPr>
          <p:spPr>
            <a:xfrm>
              <a:off x="2080080" y="2855160"/>
              <a:ext cx="7920" cy="23040"/>
            </a:xfrm>
            <a:custGeom>
              <a:rect b="b" l="l" r="r" t="t"/>
              <a:pathLst>
                <a:path extrusionOk="0" h="64" w="22">
                  <a:moveTo>
                    <a:pt x="0" y="0"/>
                  </a:moveTo>
                  <a:lnTo>
                    <a:pt x="0" y="0"/>
                  </a:lnTo>
                  <a:lnTo>
                    <a:pt x="0" y="64"/>
                  </a:lnTo>
                  <a:cubicBezTo>
                    <a:pt x="13" y="58"/>
                    <a:pt x="20" y="46"/>
                    <a:pt x="22" y="35"/>
                  </a:cubicBezTo>
                  <a:cubicBezTo>
                    <a:pt x="23" y="29"/>
                    <a:pt x="24" y="8"/>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5" name="Google Shape;2315;p53"/>
            <p:cNvSpPr/>
            <p:nvPr/>
          </p:nvSpPr>
          <p:spPr>
            <a:xfrm>
              <a:off x="2011320" y="2786400"/>
              <a:ext cx="127080" cy="127440"/>
            </a:xfrm>
            <a:custGeom>
              <a:rect b="b" l="l" r="r" t="t"/>
              <a:pathLst>
                <a:path extrusionOk="0" h="354" w="353">
                  <a:moveTo>
                    <a:pt x="244" y="231"/>
                  </a:moveTo>
                  <a:cubicBezTo>
                    <a:pt x="240" y="256"/>
                    <a:pt x="220" y="281"/>
                    <a:pt x="191" y="288"/>
                  </a:cubicBezTo>
                  <a:lnTo>
                    <a:pt x="191" y="302"/>
                  </a:lnTo>
                  <a:cubicBezTo>
                    <a:pt x="191" y="311"/>
                    <a:pt x="184" y="318"/>
                    <a:pt x="175" y="318"/>
                  </a:cubicBezTo>
                  <a:cubicBezTo>
                    <a:pt x="167" y="318"/>
                    <a:pt x="160" y="311"/>
                    <a:pt x="160" y="302"/>
                  </a:cubicBezTo>
                  <a:lnTo>
                    <a:pt x="160" y="289"/>
                  </a:lnTo>
                  <a:cubicBezTo>
                    <a:pt x="145" y="288"/>
                    <a:pt x="133" y="284"/>
                    <a:pt x="115" y="273"/>
                  </a:cubicBezTo>
                  <a:cubicBezTo>
                    <a:pt x="108" y="268"/>
                    <a:pt x="106" y="259"/>
                    <a:pt x="111" y="251"/>
                  </a:cubicBezTo>
                  <a:cubicBezTo>
                    <a:pt x="116" y="244"/>
                    <a:pt x="125" y="242"/>
                    <a:pt x="132" y="247"/>
                  </a:cubicBezTo>
                  <a:cubicBezTo>
                    <a:pt x="143" y="254"/>
                    <a:pt x="150" y="257"/>
                    <a:pt x="160" y="258"/>
                  </a:cubicBezTo>
                  <a:lnTo>
                    <a:pt x="160" y="178"/>
                  </a:lnTo>
                  <a:cubicBezTo>
                    <a:pt x="148" y="173"/>
                    <a:pt x="139" y="168"/>
                    <a:pt x="132" y="162"/>
                  </a:cubicBezTo>
                  <a:cubicBezTo>
                    <a:pt x="118" y="151"/>
                    <a:pt x="111" y="132"/>
                    <a:pt x="115" y="112"/>
                  </a:cubicBezTo>
                  <a:cubicBezTo>
                    <a:pt x="119" y="90"/>
                    <a:pt x="134" y="73"/>
                    <a:pt x="155" y="67"/>
                  </a:cubicBezTo>
                  <a:cubicBezTo>
                    <a:pt x="156" y="66"/>
                    <a:pt x="158" y="66"/>
                    <a:pt x="160" y="65"/>
                  </a:cubicBezTo>
                  <a:lnTo>
                    <a:pt x="160" y="52"/>
                  </a:lnTo>
                  <a:cubicBezTo>
                    <a:pt x="160" y="44"/>
                    <a:pt x="167" y="37"/>
                    <a:pt x="175" y="37"/>
                  </a:cubicBezTo>
                  <a:cubicBezTo>
                    <a:pt x="184" y="37"/>
                    <a:pt x="191" y="44"/>
                    <a:pt x="191" y="52"/>
                  </a:cubicBezTo>
                  <a:lnTo>
                    <a:pt x="191" y="63"/>
                  </a:lnTo>
                  <a:cubicBezTo>
                    <a:pt x="209" y="66"/>
                    <a:pt x="221" y="75"/>
                    <a:pt x="227" y="81"/>
                  </a:cubicBezTo>
                  <a:cubicBezTo>
                    <a:pt x="233" y="88"/>
                    <a:pt x="232" y="98"/>
                    <a:pt x="225" y="103"/>
                  </a:cubicBezTo>
                  <a:cubicBezTo>
                    <a:pt x="219" y="109"/>
                    <a:pt x="209" y="108"/>
                    <a:pt x="203" y="102"/>
                  </a:cubicBezTo>
                  <a:cubicBezTo>
                    <a:pt x="203" y="102"/>
                    <a:pt x="199" y="97"/>
                    <a:pt x="191" y="95"/>
                  </a:cubicBezTo>
                  <a:lnTo>
                    <a:pt x="191" y="157"/>
                  </a:lnTo>
                  <a:cubicBezTo>
                    <a:pt x="194" y="159"/>
                    <a:pt x="198" y="160"/>
                    <a:pt x="202" y="161"/>
                  </a:cubicBezTo>
                  <a:cubicBezTo>
                    <a:pt x="233" y="172"/>
                    <a:pt x="249" y="200"/>
                    <a:pt x="244" y="231"/>
                  </a:cubicBezTo>
                  <a:moveTo>
                    <a:pt x="176" y="0"/>
                  </a:moveTo>
                  <a:cubicBezTo>
                    <a:pt x="79" y="0"/>
                    <a:pt x="0" y="80"/>
                    <a:pt x="0" y="177"/>
                  </a:cubicBezTo>
                  <a:cubicBezTo>
                    <a:pt x="0" y="275"/>
                    <a:pt x="79" y="354"/>
                    <a:pt x="176" y="354"/>
                  </a:cubicBezTo>
                  <a:cubicBezTo>
                    <a:pt x="274" y="354"/>
                    <a:pt x="353" y="275"/>
                    <a:pt x="353" y="177"/>
                  </a:cubicBezTo>
                  <a:cubicBezTo>
                    <a:pt x="353" y="80"/>
                    <a:pt x="274" y="0"/>
                    <a:pt x="176"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6" name="Google Shape;2316;p53"/>
            <p:cNvSpPr/>
            <p:nvPr/>
          </p:nvSpPr>
          <p:spPr>
            <a:xfrm>
              <a:off x="2063520" y="2821680"/>
              <a:ext cx="5400" cy="16200"/>
            </a:xfrm>
            <a:custGeom>
              <a:rect b="b" l="l" r="r" t="t"/>
              <a:pathLst>
                <a:path extrusionOk="0" h="45" w="15">
                  <a:moveTo>
                    <a:pt x="1" y="20"/>
                  </a:moveTo>
                  <a:cubicBezTo>
                    <a:pt x="-1" y="28"/>
                    <a:pt x="1" y="36"/>
                    <a:pt x="6" y="40"/>
                  </a:cubicBezTo>
                  <a:cubicBezTo>
                    <a:pt x="9" y="42"/>
                    <a:pt x="11" y="44"/>
                    <a:pt x="15" y="45"/>
                  </a:cubicBezTo>
                  <a:lnTo>
                    <a:pt x="15" y="0"/>
                  </a:lnTo>
                  <a:cubicBezTo>
                    <a:pt x="6" y="4"/>
                    <a:pt x="2" y="13"/>
                    <a:pt x="1" y="2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7" name="Google Shape;2317;p53"/>
            <p:cNvSpPr/>
            <p:nvPr/>
          </p:nvSpPr>
          <p:spPr>
            <a:xfrm>
              <a:off x="2210400" y="2861280"/>
              <a:ext cx="45000" cy="144000"/>
            </a:xfrm>
            <a:custGeom>
              <a:rect b="b" l="l" r="r" t="t"/>
              <a:pathLst>
                <a:path extrusionOk="0" h="400" w="125">
                  <a:moveTo>
                    <a:pt x="0" y="338"/>
                  </a:moveTo>
                  <a:cubicBezTo>
                    <a:pt x="0" y="372"/>
                    <a:pt x="28" y="400"/>
                    <a:pt x="63" y="400"/>
                  </a:cubicBezTo>
                  <a:cubicBezTo>
                    <a:pt x="97" y="400"/>
                    <a:pt x="125" y="372"/>
                    <a:pt x="125" y="338"/>
                  </a:cubicBezTo>
                  <a:lnTo>
                    <a:pt x="125" y="0"/>
                  </a:lnTo>
                  <a:lnTo>
                    <a:pt x="0" y="0"/>
                  </a:lnTo>
                  <a:lnTo>
                    <a:pt x="0" y="338"/>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8" name="Google Shape;2318;p53"/>
            <p:cNvSpPr/>
            <p:nvPr/>
          </p:nvSpPr>
          <p:spPr>
            <a:xfrm>
              <a:off x="2195640" y="2636640"/>
              <a:ext cx="59760" cy="202320"/>
            </a:xfrm>
            <a:custGeom>
              <a:rect b="b" l="l" r="r" t="t"/>
              <a:pathLst>
                <a:path extrusionOk="0" h="562" w="166">
                  <a:moveTo>
                    <a:pt x="128" y="1"/>
                  </a:moveTo>
                  <a:cubicBezTo>
                    <a:pt x="54" y="18"/>
                    <a:pt x="0" y="84"/>
                    <a:pt x="0" y="163"/>
                  </a:cubicBezTo>
                  <a:lnTo>
                    <a:pt x="0" y="531"/>
                  </a:lnTo>
                  <a:cubicBezTo>
                    <a:pt x="0" y="548"/>
                    <a:pt x="14" y="562"/>
                    <a:pt x="31" y="562"/>
                  </a:cubicBezTo>
                  <a:lnTo>
                    <a:pt x="166" y="562"/>
                  </a:lnTo>
                  <a:lnTo>
                    <a:pt x="166" y="31"/>
                  </a:lnTo>
                  <a:cubicBezTo>
                    <a:pt x="166" y="11"/>
                    <a:pt x="148" y="-4"/>
                    <a:pt x="128" y="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19" name="Google Shape;2319;p53"/>
            <p:cNvSpPr/>
            <p:nvPr/>
          </p:nvSpPr>
          <p:spPr>
            <a:xfrm>
              <a:off x="1871640" y="2636640"/>
              <a:ext cx="112680" cy="368640"/>
            </a:xfrm>
            <a:custGeom>
              <a:rect b="b" l="l" r="r" t="t"/>
              <a:pathLst>
                <a:path extrusionOk="0" h="1024" w="313">
                  <a:moveTo>
                    <a:pt x="313" y="31"/>
                  </a:moveTo>
                  <a:cubicBezTo>
                    <a:pt x="313" y="14"/>
                    <a:pt x="299" y="0"/>
                    <a:pt x="281" y="0"/>
                  </a:cubicBezTo>
                  <a:cubicBezTo>
                    <a:pt x="264" y="0"/>
                    <a:pt x="250" y="14"/>
                    <a:pt x="250" y="31"/>
                  </a:cubicBezTo>
                  <a:lnTo>
                    <a:pt x="250" y="208"/>
                  </a:lnTo>
                  <a:lnTo>
                    <a:pt x="188" y="208"/>
                  </a:lnTo>
                  <a:lnTo>
                    <a:pt x="188" y="31"/>
                  </a:lnTo>
                  <a:cubicBezTo>
                    <a:pt x="188" y="14"/>
                    <a:pt x="174" y="0"/>
                    <a:pt x="156" y="0"/>
                  </a:cubicBezTo>
                  <a:cubicBezTo>
                    <a:pt x="139" y="0"/>
                    <a:pt x="125" y="14"/>
                    <a:pt x="125" y="31"/>
                  </a:cubicBezTo>
                  <a:lnTo>
                    <a:pt x="125" y="208"/>
                  </a:lnTo>
                  <a:lnTo>
                    <a:pt x="63" y="208"/>
                  </a:lnTo>
                  <a:lnTo>
                    <a:pt x="63" y="31"/>
                  </a:lnTo>
                  <a:cubicBezTo>
                    <a:pt x="63" y="14"/>
                    <a:pt x="49" y="0"/>
                    <a:pt x="32" y="0"/>
                  </a:cubicBezTo>
                  <a:cubicBezTo>
                    <a:pt x="14" y="0"/>
                    <a:pt x="0" y="14"/>
                    <a:pt x="0" y="31"/>
                  </a:cubicBezTo>
                  <a:lnTo>
                    <a:pt x="0" y="248"/>
                  </a:lnTo>
                  <a:cubicBezTo>
                    <a:pt x="0" y="294"/>
                    <a:pt x="24" y="338"/>
                    <a:pt x="63" y="364"/>
                  </a:cubicBezTo>
                  <a:lnTo>
                    <a:pt x="94" y="385"/>
                  </a:lnTo>
                  <a:lnTo>
                    <a:pt x="94" y="962"/>
                  </a:lnTo>
                  <a:cubicBezTo>
                    <a:pt x="94" y="996"/>
                    <a:pt x="122" y="1024"/>
                    <a:pt x="156" y="1024"/>
                  </a:cubicBezTo>
                  <a:cubicBezTo>
                    <a:pt x="191" y="1024"/>
                    <a:pt x="219" y="996"/>
                    <a:pt x="219" y="962"/>
                  </a:cubicBezTo>
                  <a:lnTo>
                    <a:pt x="219" y="385"/>
                  </a:lnTo>
                  <a:lnTo>
                    <a:pt x="250" y="364"/>
                  </a:lnTo>
                  <a:cubicBezTo>
                    <a:pt x="289" y="338"/>
                    <a:pt x="313" y="294"/>
                    <a:pt x="313" y="248"/>
                  </a:cubicBezTo>
                  <a:lnTo>
                    <a:pt x="313" y="31"/>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0" name="Google Shape;2320;p53"/>
            <p:cNvSpPr/>
            <p:nvPr/>
          </p:nvSpPr>
          <p:spPr>
            <a:xfrm>
              <a:off x="1972800" y="2696760"/>
              <a:ext cx="215280" cy="307080"/>
            </a:xfrm>
            <a:custGeom>
              <a:rect b="b" l="l" r="r" t="t"/>
              <a:pathLst>
                <a:path extrusionOk="0" h="853" w="598">
                  <a:moveTo>
                    <a:pt x="283" y="666"/>
                  </a:moveTo>
                  <a:cubicBezTo>
                    <a:pt x="151" y="666"/>
                    <a:pt x="44" y="558"/>
                    <a:pt x="44" y="426"/>
                  </a:cubicBezTo>
                  <a:cubicBezTo>
                    <a:pt x="44" y="294"/>
                    <a:pt x="151" y="187"/>
                    <a:pt x="283" y="187"/>
                  </a:cubicBezTo>
                  <a:cubicBezTo>
                    <a:pt x="415" y="187"/>
                    <a:pt x="523" y="294"/>
                    <a:pt x="523" y="426"/>
                  </a:cubicBezTo>
                  <a:cubicBezTo>
                    <a:pt x="523" y="558"/>
                    <a:pt x="415" y="666"/>
                    <a:pt x="283" y="666"/>
                  </a:cubicBezTo>
                  <a:moveTo>
                    <a:pt x="556" y="364"/>
                  </a:moveTo>
                  <a:lnTo>
                    <a:pt x="556" y="98"/>
                  </a:lnTo>
                  <a:cubicBezTo>
                    <a:pt x="482" y="37"/>
                    <a:pt x="387" y="0"/>
                    <a:pt x="283" y="0"/>
                  </a:cubicBezTo>
                  <a:cubicBezTo>
                    <a:pt x="215" y="0"/>
                    <a:pt x="151" y="15"/>
                    <a:pt x="94" y="44"/>
                  </a:cubicBezTo>
                  <a:lnTo>
                    <a:pt x="94" y="81"/>
                  </a:lnTo>
                  <a:cubicBezTo>
                    <a:pt x="94" y="148"/>
                    <a:pt x="60" y="212"/>
                    <a:pt x="4" y="249"/>
                  </a:cubicBezTo>
                  <a:lnTo>
                    <a:pt x="0" y="252"/>
                  </a:lnTo>
                  <a:lnTo>
                    <a:pt x="0" y="745"/>
                  </a:lnTo>
                  <a:cubicBezTo>
                    <a:pt x="76" y="812"/>
                    <a:pt x="175" y="853"/>
                    <a:pt x="283" y="853"/>
                  </a:cubicBezTo>
                  <a:cubicBezTo>
                    <a:pt x="408" y="853"/>
                    <a:pt x="520" y="800"/>
                    <a:pt x="598" y="715"/>
                  </a:cubicBezTo>
                  <a:lnTo>
                    <a:pt x="598" y="442"/>
                  </a:lnTo>
                  <a:cubicBezTo>
                    <a:pt x="573" y="425"/>
                    <a:pt x="556" y="396"/>
                    <a:pt x="556" y="36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21" name="Google Shape;2321;p53"/>
          <p:cNvGrpSpPr/>
          <p:nvPr/>
        </p:nvGrpSpPr>
        <p:grpSpPr>
          <a:xfrm>
            <a:off x="2515868" y="2828123"/>
            <a:ext cx="332489" cy="332165"/>
            <a:chOff x="2744280" y="2636280"/>
            <a:chExt cx="369720" cy="369360"/>
          </a:xfrm>
        </p:grpSpPr>
        <p:sp>
          <p:nvSpPr>
            <p:cNvPr id="2322" name="Google Shape;2322;p53"/>
            <p:cNvSpPr/>
            <p:nvPr/>
          </p:nvSpPr>
          <p:spPr>
            <a:xfrm>
              <a:off x="2791080" y="2661480"/>
              <a:ext cx="133920" cy="83520"/>
            </a:xfrm>
            <a:custGeom>
              <a:rect b="b" l="l" r="r" t="t"/>
              <a:pathLst>
                <a:path extrusionOk="0" h="232" w="372">
                  <a:moveTo>
                    <a:pt x="25" y="174"/>
                  </a:moveTo>
                  <a:lnTo>
                    <a:pt x="27" y="174"/>
                  </a:lnTo>
                  <a:cubicBezTo>
                    <a:pt x="75" y="184"/>
                    <a:pt x="120" y="204"/>
                    <a:pt x="159" y="232"/>
                  </a:cubicBezTo>
                  <a:cubicBezTo>
                    <a:pt x="189" y="181"/>
                    <a:pt x="224" y="135"/>
                    <a:pt x="265" y="95"/>
                  </a:cubicBezTo>
                  <a:cubicBezTo>
                    <a:pt x="299" y="61"/>
                    <a:pt x="335" y="32"/>
                    <a:pt x="372" y="8"/>
                  </a:cubicBezTo>
                  <a:cubicBezTo>
                    <a:pt x="325" y="-2"/>
                    <a:pt x="276" y="-2"/>
                    <a:pt x="228" y="7"/>
                  </a:cubicBezTo>
                  <a:cubicBezTo>
                    <a:pt x="147" y="21"/>
                    <a:pt x="73" y="59"/>
                    <a:pt x="15" y="117"/>
                  </a:cubicBezTo>
                  <a:lnTo>
                    <a:pt x="9" y="123"/>
                  </a:lnTo>
                  <a:cubicBezTo>
                    <a:pt x="-8" y="140"/>
                    <a:pt x="1" y="169"/>
                    <a:pt x="25" y="174"/>
                  </a:cubicBezTo>
                  <a:close/>
                </a:path>
              </a:pathLst>
            </a:custGeom>
            <a:solidFill>
              <a:schemeClr val="l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3" name="Google Shape;2323;p53"/>
            <p:cNvSpPr/>
            <p:nvPr/>
          </p:nvSpPr>
          <p:spPr>
            <a:xfrm>
              <a:off x="3005280" y="2825280"/>
              <a:ext cx="83160" cy="133920"/>
            </a:xfrm>
            <a:custGeom>
              <a:rect b="b" l="l" r="r" t="t"/>
              <a:pathLst>
                <a:path extrusionOk="0" h="372" w="231">
                  <a:moveTo>
                    <a:pt x="137" y="108"/>
                  </a:moveTo>
                  <a:cubicBezTo>
                    <a:pt x="96" y="148"/>
                    <a:pt x="50" y="183"/>
                    <a:pt x="0" y="213"/>
                  </a:cubicBezTo>
                  <a:cubicBezTo>
                    <a:pt x="28" y="252"/>
                    <a:pt x="47" y="297"/>
                    <a:pt x="57" y="345"/>
                  </a:cubicBezTo>
                  <a:lnTo>
                    <a:pt x="57" y="348"/>
                  </a:lnTo>
                  <a:cubicBezTo>
                    <a:pt x="62" y="371"/>
                    <a:pt x="91" y="380"/>
                    <a:pt x="108" y="363"/>
                  </a:cubicBezTo>
                  <a:lnTo>
                    <a:pt x="114" y="357"/>
                  </a:lnTo>
                  <a:cubicBezTo>
                    <a:pt x="172" y="299"/>
                    <a:pt x="210" y="226"/>
                    <a:pt x="225" y="145"/>
                  </a:cubicBezTo>
                  <a:cubicBezTo>
                    <a:pt x="233" y="96"/>
                    <a:pt x="233" y="47"/>
                    <a:pt x="224" y="0"/>
                  </a:cubicBezTo>
                  <a:cubicBezTo>
                    <a:pt x="199" y="37"/>
                    <a:pt x="171" y="74"/>
                    <a:pt x="137" y="10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4" name="Google Shape;2324;p53"/>
            <p:cNvSpPr/>
            <p:nvPr/>
          </p:nvSpPr>
          <p:spPr>
            <a:xfrm>
              <a:off x="2775600" y="2826360"/>
              <a:ext cx="148680" cy="148320"/>
            </a:xfrm>
            <a:custGeom>
              <a:rect b="b" l="l" r="r" t="t"/>
              <a:pathLst>
                <a:path extrusionOk="0" h="412" w="413">
                  <a:moveTo>
                    <a:pt x="21" y="41"/>
                  </a:moveTo>
                  <a:cubicBezTo>
                    <a:pt x="0" y="48"/>
                    <a:pt x="-7" y="75"/>
                    <a:pt x="9" y="91"/>
                  </a:cubicBezTo>
                  <a:lnTo>
                    <a:pt x="321" y="403"/>
                  </a:lnTo>
                  <a:cubicBezTo>
                    <a:pt x="337" y="419"/>
                    <a:pt x="364" y="412"/>
                    <a:pt x="371" y="391"/>
                  </a:cubicBezTo>
                  <a:lnTo>
                    <a:pt x="413" y="266"/>
                  </a:lnTo>
                  <a:lnTo>
                    <a:pt x="146" y="0"/>
                  </a:lnTo>
                  <a:lnTo>
                    <a:pt x="21" y="41"/>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5" name="Google Shape;2325;p53"/>
            <p:cNvSpPr/>
            <p:nvPr/>
          </p:nvSpPr>
          <p:spPr>
            <a:xfrm>
              <a:off x="2993400" y="2636280"/>
              <a:ext cx="120600" cy="120600"/>
            </a:xfrm>
            <a:custGeom>
              <a:rect b="b" l="l" r="r" t="t"/>
              <a:pathLst>
                <a:path extrusionOk="0" h="335" w="335">
                  <a:moveTo>
                    <a:pt x="334" y="29"/>
                  </a:moveTo>
                  <a:cubicBezTo>
                    <a:pt x="334" y="13"/>
                    <a:pt x="321" y="0"/>
                    <a:pt x="305" y="0"/>
                  </a:cubicBezTo>
                  <a:cubicBezTo>
                    <a:pt x="302" y="0"/>
                    <a:pt x="218" y="-3"/>
                    <a:pt x="108" y="20"/>
                  </a:cubicBezTo>
                  <a:cubicBezTo>
                    <a:pt x="75" y="27"/>
                    <a:pt x="38" y="37"/>
                    <a:pt x="0" y="51"/>
                  </a:cubicBezTo>
                  <a:lnTo>
                    <a:pt x="283" y="335"/>
                  </a:lnTo>
                  <a:cubicBezTo>
                    <a:pt x="297" y="296"/>
                    <a:pt x="307" y="259"/>
                    <a:pt x="314" y="226"/>
                  </a:cubicBezTo>
                  <a:cubicBezTo>
                    <a:pt x="337" y="116"/>
                    <a:pt x="335" y="32"/>
                    <a:pt x="334" y="2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6" name="Google Shape;2326;p53"/>
            <p:cNvSpPr/>
            <p:nvPr/>
          </p:nvSpPr>
          <p:spPr>
            <a:xfrm>
              <a:off x="2842920" y="2747520"/>
              <a:ext cx="159840" cy="159840"/>
            </a:xfrm>
            <a:custGeom>
              <a:rect b="b" l="l" r="r" t="t"/>
              <a:pathLst>
                <a:path extrusionOk="0" h="444" w="444">
                  <a:moveTo>
                    <a:pt x="0" y="174"/>
                  </a:moveTo>
                  <a:lnTo>
                    <a:pt x="270" y="444"/>
                  </a:lnTo>
                  <a:cubicBezTo>
                    <a:pt x="334" y="424"/>
                    <a:pt x="392" y="397"/>
                    <a:pt x="444" y="363"/>
                  </a:cubicBezTo>
                  <a:lnTo>
                    <a:pt x="81" y="0"/>
                  </a:lnTo>
                  <a:cubicBezTo>
                    <a:pt x="48" y="52"/>
                    <a:pt x="20" y="110"/>
                    <a:pt x="0" y="17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7" name="Google Shape;2327;p53"/>
            <p:cNvSpPr/>
            <p:nvPr/>
          </p:nvSpPr>
          <p:spPr>
            <a:xfrm>
              <a:off x="2956680" y="2727360"/>
              <a:ext cx="18000" cy="18000"/>
            </a:xfrm>
            <a:custGeom>
              <a:rect b="b" l="l" r="r" t="t"/>
              <a:pathLst>
                <a:path extrusionOk="0" h="50" w="50">
                  <a:moveTo>
                    <a:pt x="50" y="0"/>
                  </a:moveTo>
                  <a:lnTo>
                    <a:pt x="0" y="23"/>
                  </a:lnTo>
                  <a:lnTo>
                    <a:pt x="27" y="50"/>
                  </a:lnTo>
                  <a:lnTo>
                    <a:pt x="5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8" name="Google Shape;2328;p53"/>
            <p:cNvSpPr/>
            <p:nvPr/>
          </p:nvSpPr>
          <p:spPr>
            <a:xfrm>
              <a:off x="2993040" y="2761560"/>
              <a:ext cx="41400" cy="41040"/>
            </a:xfrm>
            <a:custGeom>
              <a:rect b="b" l="l" r="r" t="t"/>
              <a:pathLst>
                <a:path extrusionOk="0" h="114" w="115">
                  <a:moveTo>
                    <a:pt x="91" y="92"/>
                  </a:moveTo>
                  <a:cubicBezTo>
                    <a:pt x="112" y="71"/>
                    <a:pt x="125" y="41"/>
                    <a:pt x="102" y="18"/>
                  </a:cubicBezTo>
                  <a:lnTo>
                    <a:pt x="84" y="0"/>
                  </a:lnTo>
                  <a:cubicBezTo>
                    <a:pt x="70" y="14"/>
                    <a:pt x="14" y="71"/>
                    <a:pt x="0" y="85"/>
                  </a:cubicBezTo>
                  <a:cubicBezTo>
                    <a:pt x="7" y="92"/>
                    <a:pt x="15" y="99"/>
                    <a:pt x="19" y="103"/>
                  </a:cubicBezTo>
                  <a:cubicBezTo>
                    <a:pt x="40" y="124"/>
                    <a:pt x="70" y="113"/>
                    <a:pt x="91" y="92"/>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29" name="Google Shape;2329;p53"/>
            <p:cNvSpPr/>
            <p:nvPr/>
          </p:nvSpPr>
          <p:spPr>
            <a:xfrm>
              <a:off x="2884680" y="2663280"/>
              <a:ext cx="201960" cy="202320"/>
            </a:xfrm>
            <a:custGeom>
              <a:rect b="b" l="l" r="r" t="t"/>
              <a:pathLst>
                <a:path extrusionOk="0" h="562" w="561">
                  <a:moveTo>
                    <a:pt x="118" y="193"/>
                  </a:moveTo>
                  <a:lnTo>
                    <a:pt x="273" y="124"/>
                  </a:lnTo>
                  <a:lnTo>
                    <a:pt x="273" y="124"/>
                  </a:lnTo>
                  <a:cubicBezTo>
                    <a:pt x="282" y="120"/>
                    <a:pt x="292" y="122"/>
                    <a:pt x="299" y="129"/>
                  </a:cubicBezTo>
                  <a:cubicBezTo>
                    <a:pt x="306" y="136"/>
                    <a:pt x="308" y="146"/>
                    <a:pt x="304" y="155"/>
                  </a:cubicBezTo>
                  <a:lnTo>
                    <a:pt x="234" y="309"/>
                  </a:lnTo>
                  <a:cubicBezTo>
                    <a:pt x="230" y="319"/>
                    <a:pt x="218" y="324"/>
                    <a:pt x="208" y="319"/>
                  </a:cubicBezTo>
                  <a:cubicBezTo>
                    <a:pt x="198" y="315"/>
                    <a:pt x="193" y="303"/>
                    <a:pt x="198" y="293"/>
                  </a:cubicBezTo>
                  <a:lnTo>
                    <a:pt x="209" y="267"/>
                  </a:lnTo>
                  <a:lnTo>
                    <a:pt x="160" y="218"/>
                  </a:lnTo>
                  <a:lnTo>
                    <a:pt x="135" y="230"/>
                  </a:lnTo>
                  <a:cubicBezTo>
                    <a:pt x="125" y="234"/>
                    <a:pt x="113" y="230"/>
                    <a:pt x="108" y="220"/>
                  </a:cubicBezTo>
                  <a:cubicBezTo>
                    <a:pt x="104" y="210"/>
                    <a:pt x="108" y="198"/>
                    <a:pt x="118" y="193"/>
                  </a:cubicBezTo>
                  <a:moveTo>
                    <a:pt x="371" y="230"/>
                  </a:moveTo>
                  <a:cubicBezTo>
                    <a:pt x="378" y="222"/>
                    <a:pt x="392" y="222"/>
                    <a:pt x="399" y="230"/>
                  </a:cubicBezTo>
                  <a:lnTo>
                    <a:pt x="432" y="262"/>
                  </a:lnTo>
                  <a:cubicBezTo>
                    <a:pt x="467" y="298"/>
                    <a:pt x="463" y="351"/>
                    <a:pt x="421" y="393"/>
                  </a:cubicBezTo>
                  <a:cubicBezTo>
                    <a:pt x="380" y="434"/>
                    <a:pt x="327" y="439"/>
                    <a:pt x="292" y="405"/>
                  </a:cubicBezTo>
                  <a:cubicBezTo>
                    <a:pt x="283" y="396"/>
                    <a:pt x="260" y="373"/>
                    <a:pt x="259" y="372"/>
                  </a:cubicBezTo>
                  <a:cubicBezTo>
                    <a:pt x="250" y="364"/>
                    <a:pt x="252" y="350"/>
                    <a:pt x="260" y="342"/>
                  </a:cubicBezTo>
                  <a:lnTo>
                    <a:pt x="371" y="230"/>
                  </a:lnTo>
                  <a:moveTo>
                    <a:pt x="0" y="185"/>
                  </a:moveTo>
                  <a:lnTo>
                    <a:pt x="376" y="562"/>
                  </a:lnTo>
                  <a:cubicBezTo>
                    <a:pt x="395" y="547"/>
                    <a:pt x="413" y="532"/>
                    <a:pt x="429" y="515"/>
                  </a:cubicBezTo>
                  <a:cubicBezTo>
                    <a:pt x="489" y="455"/>
                    <a:pt x="531" y="387"/>
                    <a:pt x="561" y="321"/>
                  </a:cubicBezTo>
                  <a:lnTo>
                    <a:pt x="242" y="0"/>
                  </a:lnTo>
                  <a:cubicBezTo>
                    <a:pt x="175" y="30"/>
                    <a:pt x="107" y="72"/>
                    <a:pt x="47" y="132"/>
                  </a:cubicBezTo>
                  <a:cubicBezTo>
                    <a:pt x="31" y="149"/>
                    <a:pt x="15" y="166"/>
                    <a:pt x="0" y="185"/>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0" name="Google Shape;2330;p53"/>
            <p:cNvSpPr/>
            <p:nvPr/>
          </p:nvSpPr>
          <p:spPr>
            <a:xfrm>
              <a:off x="2744280" y="2896200"/>
              <a:ext cx="109800" cy="109440"/>
            </a:xfrm>
            <a:custGeom>
              <a:rect b="b" l="l" r="r" t="t"/>
              <a:pathLst>
                <a:path extrusionOk="0" h="304" w="305">
                  <a:moveTo>
                    <a:pt x="30" y="108"/>
                  </a:moveTo>
                  <a:lnTo>
                    <a:pt x="1" y="269"/>
                  </a:lnTo>
                  <a:cubicBezTo>
                    <a:pt x="-3" y="290"/>
                    <a:pt x="15" y="308"/>
                    <a:pt x="36" y="304"/>
                  </a:cubicBezTo>
                  <a:lnTo>
                    <a:pt x="198" y="276"/>
                  </a:lnTo>
                  <a:cubicBezTo>
                    <a:pt x="247" y="267"/>
                    <a:pt x="286" y="234"/>
                    <a:pt x="305" y="191"/>
                  </a:cubicBezTo>
                  <a:lnTo>
                    <a:pt x="114" y="0"/>
                  </a:lnTo>
                  <a:cubicBezTo>
                    <a:pt x="71" y="19"/>
                    <a:pt x="38" y="58"/>
                    <a:pt x="30" y="10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31" name="Google Shape;2331;p53"/>
          <p:cNvGrpSpPr/>
          <p:nvPr/>
        </p:nvGrpSpPr>
        <p:grpSpPr>
          <a:xfrm>
            <a:off x="3262107" y="2834598"/>
            <a:ext cx="319539" cy="319539"/>
            <a:chOff x="3574080" y="2643480"/>
            <a:chExt cx="355320" cy="355320"/>
          </a:xfrm>
        </p:grpSpPr>
        <p:sp>
          <p:nvSpPr>
            <p:cNvPr id="2332" name="Google Shape;2332;p53"/>
            <p:cNvSpPr/>
            <p:nvPr/>
          </p:nvSpPr>
          <p:spPr>
            <a:xfrm>
              <a:off x="3574080" y="2816640"/>
              <a:ext cx="355320" cy="182160"/>
            </a:xfrm>
            <a:custGeom>
              <a:rect b="b" l="l" r="r" t="t"/>
              <a:pathLst>
                <a:path extrusionOk="0" h="506" w="987">
                  <a:moveTo>
                    <a:pt x="631" y="371"/>
                  </a:moveTo>
                  <a:lnTo>
                    <a:pt x="355" y="371"/>
                  </a:lnTo>
                  <a:lnTo>
                    <a:pt x="493" y="192"/>
                  </a:lnTo>
                  <a:lnTo>
                    <a:pt x="631" y="371"/>
                  </a:lnTo>
                  <a:moveTo>
                    <a:pt x="958" y="0"/>
                  </a:moveTo>
                  <a:lnTo>
                    <a:pt x="28" y="0"/>
                  </a:lnTo>
                  <a:cubicBezTo>
                    <a:pt x="13" y="0"/>
                    <a:pt x="0" y="13"/>
                    <a:pt x="0" y="29"/>
                  </a:cubicBezTo>
                  <a:cubicBezTo>
                    <a:pt x="0" y="45"/>
                    <a:pt x="13" y="58"/>
                    <a:pt x="28" y="58"/>
                  </a:cubicBezTo>
                  <a:lnTo>
                    <a:pt x="351" y="58"/>
                  </a:lnTo>
                  <a:cubicBezTo>
                    <a:pt x="361" y="107"/>
                    <a:pt x="396" y="147"/>
                    <a:pt x="442" y="164"/>
                  </a:cubicBezTo>
                  <a:lnTo>
                    <a:pt x="282" y="371"/>
                  </a:lnTo>
                  <a:lnTo>
                    <a:pt x="262" y="371"/>
                  </a:lnTo>
                  <a:cubicBezTo>
                    <a:pt x="214" y="371"/>
                    <a:pt x="175" y="409"/>
                    <a:pt x="175" y="457"/>
                  </a:cubicBezTo>
                  <a:lnTo>
                    <a:pt x="175" y="477"/>
                  </a:lnTo>
                  <a:cubicBezTo>
                    <a:pt x="175" y="493"/>
                    <a:pt x="188" y="506"/>
                    <a:pt x="204" y="506"/>
                  </a:cubicBezTo>
                  <a:lnTo>
                    <a:pt x="782" y="506"/>
                  </a:lnTo>
                  <a:cubicBezTo>
                    <a:pt x="798" y="506"/>
                    <a:pt x="811" y="493"/>
                    <a:pt x="811" y="477"/>
                  </a:cubicBezTo>
                  <a:lnTo>
                    <a:pt x="811" y="457"/>
                  </a:lnTo>
                  <a:cubicBezTo>
                    <a:pt x="811" y="409"/>
                    <a:pt x="772" y="371"/>
                    <a:pt x="724" y="371"/>
                  </a:cubicBezTo>
                  <a:lnTo>
                    <a:pt x="704" y="371"/>
                  </a:lnTo>
                  <a:lnTo>
                    <a:pt x="545" y="164"/>
                  </a:lnTo>
                  <a:cubicBezTo>
                    <a:pt x="590" y="147"/>
                    <a:pt x="625" y="107"/>
                    <a:pt x="635" y="58"/>
                  </a:cubicBezTo>
                  <a:lnTo>
                    <a:pt x="958" y="58"/>
                  </a:lnTo>
                  <a:cubicBezTo>
                    <a:pt x="974" y="58"/>
                    <a:pt x="987" y="45"/>
                    <a:pt x="987" y="29"/>
                  </a:cubicBezTo>
                  <a:cubicBezTo>
                    <a:pt x="987" y="13"/>
                    <a:pt x="974" y="0"/>
                    <a:pt x="958"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3" name="Google Shape;2333;p53"/>
            <p:cNvSpPr/>
            <p:nvPr/>
          </p:nvSpPr>
          <p:spPr>
            <a:xfrm>
              <a:off x="3588480" y="2732040"/>
              <a:ext cx="145800" cy="64080"/>
            </a:xfrm>
            <a:custGeom>
              <a:rect b="b" l="l" r="r" t="t"/>
              <a:pathLst>
                <a:path extrusionOk="0" h="178" w="405">
                  <a:moveTo>
                    <a:pt x="405" y="168"/>
                  </a:moveTo>
                  <a:cubicBezTo>
                    <a:pt x="405" y="98"/>
                    <a:pt x="370" y="37"/>
                    <a:pt x="316" y="0"/>
                  </a:cubicBezTo>
                  <a:cubicBezTo>
                    <a:pt x="285" y="27"/>
                    <a:pt x="246" y="43"/>
                    <a:pt x="202" y="43"/>
                  </a:cubicBezTo>
                  <a:cubicBezTo>
                    <a:pt x="159" y="43"/>
                    <a:pt x="119" y="27"/>
                    <a:pt x="89" y="0"/>
                  </a:cubicBezTo>
                  <a:cubicBezTo>
                    <a:pt x="35" y="37"/>
                    <a:pt x="0" y="98"/>
                    <a:pt x="0" y="168"/>
                  </a:cubicBezTo>
                  <a:lnTo>
                    <a:pt x="0" y="178"/>
                  </a:lnTo>
                  <a:lnTo>
                    <a:pt x="405" y="178"/>
                  </a:lnTo>
                  <a:lnTo>
                    <a:pt x="405" y="168"/>
                  </a:lnTo>
                  <a:close/>
                </a:path>
              </a:pathLst>
            </a:custGeom>
            <a:solidFill>
              <a:schemeClr val="lt1"/>
            </a:solidFill>
            <a:ln>
              <a:noFill/>
            </a:ln>
          </p:spPr>
          <p:txBody>
            <a:bodyPr anchorCtr="1" anchor="ctr" bIns="19075" lIns="90000" spcFirstLastPara="1" rIns="90000" wrap="square" tIns="190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4" name="Google Shape;2334;p53"/>
            <p:cNvSpPr/>
            <p:nvPr/>
          </p:nvSpPr>
          <p:spPr>
            <a:xfrm>
              <a:off x="3768840" y="2747520"/>
              <a:ext cx="145800" cy="48600"/>
            </a:xfrm>
            <a:custGeom>
              <a:rect b="b" l="l" r="r" t="t"/>
              <a:pathLst>
                <a:path extrusionOk="0" h="135" w="405">
                  <a:moveTo>
                    <a:pt x="68" y="135"/>
                  </a:moveTo>
                  <a:lnTo>
                    <a:pt x="338" y="135"/>
                  </a:lnTo>
                  <a:cubicBezTo>
                    <a:pt x="375" y="135"/>
                    <a:pt x="405" y="104"/>
                    <a:pt x="405" y="67"/>
                  </a:cubicBezTo>
                  <a:lnTo>
                    <a:pt x="405" y="0"/>
                  </a:lnTo>
                  <a:lnTo>
                    <a:pt x="0" y="0"/>
                  </a:lnTo>
                  <a:lnTo>
                    <a:pt x="0" y="67"/>
                  </a:lnTo>
                  <a:cubicBezTo>
                    <a:pt x="0" y="104"/>
                    <a:pt x="31" y="135"/>
                    <a:pt x="68" y="135"/>
                  </a:cubicBezTo>
                  <a:close/>
                </a:path>
              </a:pathLst>
            </a:custGeom>
            <a:solidFill>
              <a:schemeClr val="lt1"/>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5" name="Google Shape;2335;p53"/>
            <p:cNvSpPr/>
            <p:nvPr/>
          </p:nvSpPr>
          <p:spPr>
            <a:xfrm>
              <a:off x="3619800" y="2643480"/>
              <a:ext cx="83160" cy="83160"/>
            </a:xfrm>
            <a:custGeom>
              <a:rect b="b" l="l" r="r" t="t"/>
              <a:pathLst>
                <a:path extrusionOk="0" h="231" w="231">
                  <a:moveTo>
                    <a:pt x="231" y="115"/>
                  </a:moveTo>
                  <a:cubicBezTo>
                    <a:pt x="231" y="179"/>
                    <a:pt x="179" y="231"/>
                    <a:pt x="115" y="231"/>
                  </a:cubicBezTo>
                  <a:cubicBezTo>
                    <a:pt x="52" y="231"/>
                    <a:pt x="0" y="179"/>
                    <a:pt x="0" y="115"/>
                  </a:cubicBezTo>
                  <a:cubicBezTo>
                    <a:pt x="0" y="51"/>
                    <a:pt x="52" y="0"/>
                    <a:pt x="115" y="0"/>
                  </a:cubicBezTo>
                  <a:cubicBezTo>
                    <a:pt x="146" y="0"/>
                    <a:pt x="176" y="12"/>
                    <a:pt x="197" y="33"/>
                  </a:cubicBezTo>
                  <a:cubicBezTo>
                    <a:pt x="219" y="55"/>
                    <a:pt x="231" y="85"/>
                    <a:pt x="231" y="115"/>
                  </a:cubicBezTo>
                  <a:close/>
                </a:path>
              </a:pathLst>
            </a:custGeom>
            <a:solidFill>
              <a:schemeClr val="lt1"/>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6" name="Google Shape;2336;p53"/>
            <p:cNvSpPr/>
            <p:nvPr/>
          </p:nvSpPr>
          <p:spPr>
            <a:xfrm>
              <a:off x="3768840" y="2643480"/>
              <a:ext cx="145800" cy="83160"/>
            </a:xfrm>
            <a:custGeom>
              <a:rect b="b" l="l" r="r" t="t"/>
              <a:pathLst>
                <a:path extrusionOk="0" h="231" w="405">
                  <a:moveTo>
                    <a:pt x="251" y="115"/>
                  </a:moveTo>
                  <a:lnTo>
                    <a:pt x="155" y="115"/>
                  </a:lnTo>
                  <a:lnTo>
                    <a:pt x="155" y="67"/>
                  </a:lnTo>
                  <a:cubicBezTo>
                    <a:pt x="155" y="62"/>
                    <a:pt x="159" y="57"/>
                    <a:pt x="164" y="57"/>
                  </a:cubicBezTo>
                  <a:lnTo>
                    <a:pt x="241" y="57"/>
                  </a:lnTo>
                  <a:cubicBezTo>
                    <a:pt x="247" y="57"/>
                    <a:pt x="251" y="62"/>
                    <a:pt x="251" y="67"/>
                  </a:cubicBezTo>
                  <a:lnTo>
                    <a:pt x="251" y="115"/>
                  </a:lnTo>
                  <a:moveTo>
                    <a:pt x="405" y="183"/>
                  </a:moveTo>
                  <a:cubicBezTo>
                    <a:pt x="405" y="145"/>
                    <a:pt x="375" y="115"/>
                    <a:pt x="338" y="115"/>
                  </a:cubicBezTo>
                  <a:lnTo>
                    <a:pt x="309" y="115"/>
                  </a:lnTo>
                  <a:lnTo>
                    <a:pt x="309" y="67"/>
                  </a:lnTo>
                  <a:cubicBezTo>
                    <a:pt x="309" y="30"/>
                    <a:pt x="278" y="0"/>
                    <a:pt x="241" y="0"/>
                  </a:cubicBezTo>
                  <a:lnTo>
                    <a:pt x="164" y="0"/>
                  </a:lnTo>
                  <a:cubicBezTo>
                    <a:pt x="127" y="0"/>
                    <a:pt x="97" y="30"/>
                    <a:pt x="97" y="67"/>
                  </a:cubicBezTo>
                  <a:lnTo>
                    <a:pt x="97" y="115"/>
                  </a:lnTo>
                  <a:lnTo>
                    <a:pt x="68" y="115"/>
                  </a:lnTo>
                  <a:cubicBezTo>
                    <a:pt x="31" y="115"/>
                    <a:pt x="0" y="145"/>
                    <a:pt x="0" y="183"/>
                  </a:cubicBezTo>
                  <a:lnTo>
                    <a:pt x="0" y="231"/>
                  </a:lnTo>
                  <a:lnTo>
                    <a:pt x="405" y="231"/>
                  </a:lnTo>
                  <a:lnTo>
                    <a:pt x="405" y="183"/>
                  </a:lnTo>
                  <a:close/>
                </a:path>
              </a:pathLst>
            </a:custGeom>
            <a:solidFill>
              <a:schemeClr val="lt1"/>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37" name="Google Shape;2337;p53"/>
          <p:cNvGrpSpPr/>
          <p:nvPr/>
        </p:nvGrpSpPr>
        <p:grpSpPr>
          <a:xfrm>
            <a:off x="4026153" y="2828771"/>
            <a:ext cx="332489" cy="331194"/>
            <a:chOff x="4423680" y="2637000"/>
            <a:chExt cx="369720" cy="368280"/>
          </a:xfrm>
        </p:grpSpPr>
        <p:sp>
          <p:nvSpPr>
            <p:cNvPr id="2338" name="Google Shape;2338;p53"/>
            <p:cNvSpPr/>
            <p:nvPr/>
          </p:nvSpPr>
          <p:spPr>
            <a:xfrm>
              <a:off x="4735800" y="2737800"/>
              <a:ext cx="57600" cy="196920"/>
            </a:xfrm>
            <a:custGeom>
              <a:rect b="b" l="l" r="r" t="t"/>
              <a:pathLst>
                <a:path extrusionOk="0" h="547" w="160">
                  <a:moveTo>
                    <a:pt x="80" y="0"/>
                  </a:moveTo>
                  <a:lnTo>
                    <a:pt x="30" y="0"/>
                  </a:lnTo>
                  <a:cubicBezTo>
                    <a:pt x="13" y="0"/>
                    <a:pt x="0" y="14"/>
                    <a:pt x="0" y="30"/>
                  </a:cubicBezTo>
                  <a:lnTo>
                    <a:pt x="0" y="492"/>
                  </a:lnTo>
                  <a:cubicBezTo>
                    <a:pt x="0" y="508"/>
                    <a:pt x="13" y="522"/>
                    <a:pt x="30" y="522"/>
                  </a:cubicBezTo>
                  <a:lnTo>
                    <a:pt x="80" y="522"/>
                  </a:lnTo>
                  <a:cubicBezTo>
                    <a:pt x="110" y="522"/>
                    <a:pt x="137" y="531"/>
                    <a:pt x="160" y="547"/>
                  </a:cubicBezTo>
                  <a:lnTo>
                    <a:pt x="160" y="81"/>
                  </a:lnTo>
                  <a:cubicBezTo>
                    <a:pt x="160" y="36"/>
                    <a:pt x="124" y="0"/>
                    <a:pt x="80"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9" name="Google Shape;2339;p53"/>
            <p:cNvSpPr/>
            <p:nvPr/>
          </p:nvSpPr>
          <p:spPr>
            <a:xfrm>
              <a:off x="4553640" y="2911320"/>
              <a:ext cx="21600" cy="28800"/>
            </a:xfrm>
            <a:custGeom>
              <a:rect b="b" l="l" r="r" t="t"/>
              <a:pathLst>
                <a:path extrusionOk="0" h="80" w="60">
                  <a:moveTo>
                    <a:pt x="0" y="0"/>
                  </a:moveTo>
                  <a:lnTo>
                    <a:pt x="60" y="0"/>
                  </a:lnTo>
                  <a:lnTo>
                    <a:pt x="60" y="80"/>
                  </a:lnTo>
                  <a:lnTo>
                    <a:pt x="0" y="80"/>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0" name="Google Shape;2340;p53"/>
            <p:cNvSpPr/>
            <p:nvPr/>
          </p:nvSpPr>
          <p:spPr>
            <a:xfrm>
              <a:off x="4517640" y="2848680"/>
              <a:ext cx="93960" cy="91440"/>
            </a:xfrm>
            <a:custGeom>
              <a:rect b="b" l="l" r="r" t="t"/>
              <a:pathLst>
                <a:path extrusionOk="0" h="254" w="261">
                  <a:moveTo>
                    <a:pt x="0" y="89"/>
                  </a:moveTo>
                  <a:lnTo>
                    <a:pt x="0" y="254"/>
                  </a:lnTo>
                  <a:lnTo>
                    <a:pt x="40" y="254"/>
                  </a:lnTo>
                  <a:lnTo>
                    <a:pt x="40" y="144"/>
                  </a:lnTo>
                  <a:cubicBezTo>
                    <a:pt x="40" y="127"/>
                    <a:pt x="53" y="114"/>
                    <a:pt x="70" y="114"/>
                  </a:cubicBezTo>
                  <a:lnTo>
                    <a:pt x="190" y="114"/>
                  </a:lnTo>
                  <a:cubicBezTo>
                    <a:pt x="207" y="114"/>
                    <a:pt x="220" y="127"/>
                    <a:pt x="220" y="144"/>
                  </a:cubicBezTo>
                  <a:lnTo>
                    <a:pt x="220" y="254"/>
                  </a:lnTo>
                  <a:lnTo>
                    <a:pt x="261" y="254"/>
                  </a:lnTo>
                  <a:lnTo>
                    <a:pt x="261" y="89"/>
                  </a:lnTo>
                  <a:lnTo>
                    <a:pt x="130" y="0"/>
                  </a:lnTo>
                  <a:lnTo>
                    <a:pt x="0" y="89"/>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1" name="Google Shape;2341;p53"/>
            <p:cNvSpPr/>
            <p:nvPr/>
          </p:nvSpPr>
          <p:spPr>
            <a:xfrm>
              <a:off x="4423680" y="2781360"/>
              <a:ext cx="369720" cy="223920"/>
            </a:xfrm>
            <a:custGeom>
              <a:rect b="b" l="l" r="r" t="t"/>
              <a:pathLst>
                <a:path extrusionOk="0" h="622" w="1027">
                  <a:moveTo>
                    <a:pt x="637" y="319"/>
                  </a:moveTo>
                  <a:cubicBezTo>
                    <a:pt x="627" y="333"/>
                    <a:pt x="608" y="336"/>
                    <a:pt x="595" y="327"/>
                  </a:cubicBezTo>
                  <a:lnTo>
                    <a:pt x="582" y="318"/>
                  </a:lnTo>
                  <a:lnTo>
                    <a:pt x="582" y="471"/>
                  </a:lnTo>
                  <a:cubicBezTo>
                    <a:pt x="582" y="488"/>
                    <a:pt x="568" y="501"/>
                    <a:pt x="552" y="501"/>
                  </a:cubicBezTo>
                  <a:lnTo>
                    <a:pt x="231" y="501"/>
                  </a:lnTo>
                  <a:cubicBezTo>
                    <a:pt x="214" y="501"/>
                    <a:pt x="201" y="488"/>
                    <a:pt x="201" y="471"/>
                  </a:cubicBezTo>
                  <a:lnTo>
                    <a:pt x="201" y="318"/>
                  </a:lnTo>
                  <a:lnTo>
                    <a:pt x="188" y="327"/>
                  </a:lnTo>
                  <a:cubicBezTo>
                    <a:pt x="174" y="336"/>
                    <a:pt x="155" y="333"/>
                    <a:pt x="146" y="319"/>
                  </a:cubicBezTo>
                  <a:cubicBezTo>
                    <a:pt x="136" y="305"/>
                    <a:pt x="140" y="286"/>
                    <a:pt x="153" y="277"/>
                  </a:cubicBezTo>
                  <a:lnTo>
                    <a:pt x="374" y="125"/>
                  </a:lnTo>
                  <a:cubicBezTo>
                    <a:pt x="384" y="118"/>
                    <a:pt x="398" y="118"/>
                    <a:pt x="408" y="125"/>
                  </a:cubicBezTo>
                  <a:lnTo>
                    <a:pt x="629" y="277"/>
                  </a:lnTo>
                  <a:cubicBezTo>
                    <a:pt x="643" y="286"/>
                    <a:pt x="646" y="305"/>
                    <a:pt x="637" y="319"/>
                  </a:cubicBezTo>
                  <a:moveTo>
                    <a:pt x="947" y="461"/>
                  </a:moveTo>
                  <a:lnTo>
                    <a:pt x="897" y="461"/>
                  </a:lnTo>
                  <a:cubicBezTo>
                    <a:pt x="847" y="461"/>
                    <a:pt x="806" y="421"/>
                    <a:pt x="806" y="371"/>
                  </a:cubicBezTo>
                  <a:lnTo>
                    <a:pt x="806" y="0"/>
                  </a:lnTo>
                  <a:lnTo>
                    <a:pt x="367" y="0"/>
                  </a:lnTo>
                  <a:cubicBezTo>
                    <a:pt x="322" y="37"/>
                    <a:pt x="264" y="60"/>
                    <a:pt x="201" y="60"/>
                  </a:cubicBezTo>
                  <a:cubicBezTo>
                    <a:pt x="137" y="60"/>
                    <a:pt x="79" y="37"/>
                    <a:pt x="34" y="0"/>
                  </a:cubicBezTo>
                  <a:lnTo>
                    <a:pt x="30" y="0"/>
                  </a:lnTo>
                  <a:cubicBezTo>
                    <a:pt x="14" y="0"/>
                    <a:pt x="0" y="13"/>
                    <a:pt x="0" y="30"/>
                  </a:cubicBezTo>
                  <a:lnTo>
                    <a:pt x="0" y="591"/>
                  </a:lnTo>
                  <a:cubicBezTo>
                    <a:pt x="0" y="608"/>
                    <a:pt x="14" y="622"/>
                    <a:pt x="30" y="622"/>
                  </a:cubicBezTo>
                  <a:lnTo>
                    <a:pt x="945" y="622"/>
                  </a:lnTo>
                  <a:cubicBezTo>
                    <a:pt x="990" y="622"/>
                    <a:pt x="1028" y="585"/>
                    <a:pt x="1027" y="540"/>
                  </a:cubicBezTo>
                  <a:cubicBezTo>
                    <a:pt x="1026" y="496"/>
                    <a:pt x="991" y="461"/>
                    <a:pt x="947" y="46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2" name="Google Shape;2342;p53"/>
            <p:cNvSpPr/>
            <p:nvPr/>
          </p:nvSpPr>
          <p:spPr>
            <a:xfrm>
              <a:off x="4484880" y="2681640"/>
              <a:ext cx="5040" cy="15840"/>
            </a:xfrm>
            <a:custGeom>
              <a:rect b="b" l="l" r="r" t="t"/>
              <a:pathLst>
                <a:path extrusionOk="0" h="44" w="14">
                  <a:moveTo>
                    <a:pt x="14" y="0"/>
                  </a:moveTo>
                  <a:cubicBezTo>
                    <a:pt x="6" y="4"/>
                    <a:pt x="2" y="12"/>
                    <a:pt x="1" y="19"/>
                  </a:cubicBezTo>
                  <a:cubicBezTo>
                    <a:pt x="-1" y="27"/>
                    <a:pt x="2" y="34"/>
                    <a:pt x="6" y="38"/>
                  </a:cubicBezTo>
                  <a:cubicBezTo>
                    <a:pt x="9" y="40"/>
                    <a:pt x="11" y="42"/>
                    <a:pt x="14" y="44"/>
                  </a:cubicBezTo>
                  <a:lnTo>
                    <a:pt x="14"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3" name="Google Shape;2343;p53"/>
            <p:cNvSpPr/>
            <p:nvPr/>
          </p:nvSpPr>
          <p:spPr>
            <a:xfrm>
              <a:off x="4500720" y="2713680"/>
              <a:ext cx="8280" cy="22320"/>
            </a:xfrm>
            <a:custGeom>
              <a:rect b="b" l="l" r="r" t="t"/>
              <a:pathLst>
                <a:path extrusionOk="0" h="62" w="23">
                  <a:moveTo>
                    <a:pt x="22" y="34"/>
                  </a:moveTo>
                  <a:cubicBezTo>
                    <a:pt x="23" y="28"/>
                    <a:pt x="24" y="8"/>
                    <a:pt x="1" y="0"/>
                  </a:cubicBezTo>
                  <a:lnTo>
                    <a:pt x="0" y="0"/>
                  </a:lnTo>
                  <a:lnTo>
                    <a:pt x="0" y="62"/>
                  </a:lnTo>
                  <a:cubicBezTo>
                    <a:pt x="13" y="57"/>
                    <a:pt x="20" y="45"/>
                    <a:pt x="22" y="34"/>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4" name="Google Shape;2344;p53"/>
            <p:cNvSpPr/>
            <p:nvPr/>
          </p:nvSpPr>
          <p:spPr>
            <a:xfrm>
              <a:off x="4423680" y="2637000"/>
              <a:ext cx="144360" cy="144360"/>
            </a:xfrm>
            <a:custGeom>
              <a:rect b="b" l="l" r="r" t="t"/>
              <a:pathLst>
                <a:path extrusionOk="0" h="401" w="401">
                  <a:moveTo>
                    <a:pt x="137" y="272"/>
                  </a:moveTo>
                  <a:cubicBezTo>
                    <a:pt x="142" y="265"/>
                    <a:pt x="151" y="263"/>
                    <a:pt x="158" y="267"/>
                  </a:cubicBezTo>
                  <a:cubicBezTo>
                    <a:pt x="169" y="274"/>
                    <a:pt x="175" y="277"/>
                    <a:pt x="184" y="278"/>
                  </a:cubicBezTo>
                  <a:lnTo>
                    <a:pt x="184" y="201"/>
                  </a:lnTo>
                  <a:cubicBezTo>
                    <a:pt x="173" y="196"/>
                    <a:pt x="164" y="191"/>
                    <a:pt x="158" y="186"/>
                  </a:cubicBezTo>
                  <a:cubicBezTo>
                    <a:pt x="144" y="175"/>
                    <a:pt x="138" y="156"/>
                    <a:pt x="141" y="137"/>
                  </a:cubicBezTo>
                  <a:cubicBezTo>
                    <a:pt x="145" y="116"/>
                    <a:pt x="160" y="99"/>
                    <a:pt x="180" y="93"/>
                  </a:cubicBezTo>
                  <a:cubicBezTo>
                    <a:pt x="181" y="93"/>
                    <a:pt x="183" y="93"/>
                    <a:pt x="184" y="92"/>
                  </a:cubicBezTo>
                  <a:lnTo>
                    <a:pt x="184" y="80"/>
                  </a:lnTo>
                  <a:cubicBezTo>
                    <a:pt x="184" y="72"/>
                    <a:pt x="191" y="65"/>
                    <a:pt x="199" y="65"/>
                  </a:cubicBezTo>
                  <a:cubicBezTo>
                    <a:pt x="208" y="65"/>
                    <a:pt x="214" y="72"/>
                    <a:pt x="214" y="80"/>
                  </a:cubicBezTo>
                  <a:lnTo>
                    <a:pt x="214" y="90"/>
                  </a:lnTo>
                  <a:cubicBezTo>
                    <a:pt x="232" y="93"/>
                    <a:pt x="244" y="101"/>
                    <a:pt x="249" y="108"/>
                  </a:cubicBezTo>
                  <a:cubicBezTo>
                    <a:pt x="255" y="114"/>
                    <a:pt x="254" y="123"/>
                    <a:pt x="248" y="129"/>
                  </a:cubicBezTo>
                  <a:cubicBezTo>
                    <a:pt x="241" y="134"/>
                    <a:pt x="232" y="134"/>
                    <a:pt x="227" y="128"/>
                  </a:cubicBezTo>
                  <a:cubicBezTo>
                    <a:pt x="226" y="127"/>
                    <a:pt x="222" y="123"/>
                    <a:pt x="214" y="121"/>
                  </a:cubicBezTo>
                  <a:lnTo>
                    <a:pt x="214" y="181"/>
                  </a:lnTo>
                  <a:cubicBezTo>
                    <a:pt x="218" y="182"/>
                    <a:pt x="222" y="184"/>
                    <a:pt x="225" y="185"/>
                  </a:cubicBezTo>
                  <a:cubicBezTo>
                    <a:pt x="255" y="195"/>
                    <a:pt x="271" y="222"/>
                    <a:pt x="265" y="252"/>
                  </a:cubicBezTo>
                  <a:cubicBezTo>
                    <a:pt x="261" y="276"/>
                    <a:pt x="243" y="300"/>
                    <a:pt x="214" y="306"/>
                  </a:cubicBezTo>
                  <a:lnTo>
                    <a:pt x="214" y="321"/>
                  </a:lnTo>
                  <a:cubicBezTo>
                    <a:pt x="214" y="329"/>
                    <a:pt x="208" y="336"/>
                    <a:pt x="199" y="336"/>
                  </a:cubicBezTo>
                  <a:cubicBezTo>
                    <a:pt x="191" y="336"/>
                    <a:pt x="184" y="329"/>
                    <a:pt x="184" y="321"/>
                  </a:cubicBezTo>
                  <a:lnTo>
                    <a:pt x="184" y="308"/>
                  </a:lnTo>
                  <a:cubicBezTo>
                    <a:pt x="170" y="307"/>
                    <a:pt x="158" y="303"/>
                    <a:pt x="142" y="292"/>
                  </a:cubicBezTo>
                  <a:cubicBezTo>
                    <a:pt x="135" y="288"/>
                    <a:pt x="133" y="279"/>
                    <a:pt x="137" y="272"/>
                  </a:cubicBezTo>
                  <a:moveTo>
                    <a:pt x="201" y="401"/>
                  </a:moveTo>
                  <a:cubicBezTo>
                    <a:pt x="311" y="401"/>
                    <a:pt x="401" y="311"/>
                    <a:pt x="401" y="200"/>
                  </a:cubicBezTo>
                  <a:cubicBezTo>
                    <a:pt x="401" y="89"/>
                    <a:pt x="311" y="0"/>
                    <a:pt x="201" y="0"/>
                  </a:cubicBezTo>
                  <a:cubicBezTo>
                    <a:pt x="90" y="0"/>
                    <a:pt x="0" y="89"/>
                    <a:pt x="0" y="200"/>
                  </a:cubicBezTo>
                  <a:cubicBezTo>
                    <a:pt x="0" y="311"/>
                    <a:pt x="90" y="401"/>
                    <a:pt x="201" y="40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45" name="Google Shape;2345;p53"/>
          <p:cNvGrpSpPr/>
          <p:nvPr/>
        </p:nvGrpSpPr>
        <p:grpSpPr>
          <a:xfrm>
            <a:off x="4793435" y="2821001"/>
            <a:ext cx="346087" cy="346410"/>
            <a:chOff x="5276880" y="2628360"/>
            <a:chExt cx="384840" cy="385200"/>
          </a:xfrm>
        </p:grpSpPr>
        <p:sp>
          <p:nvSpPr>
            <p:cNvPr id="2346" name="Google Shape;2346;p53"/>
            <p:cNvSpPr/>
            <p:nvPr/>
          </p:nvSpPr>
          <p:spPr>
            <a:xfrm>
              <a:off x="5411880" y="2953440"/>
              <a:ext cx="249840" cy="60120"/>
            </a:xfrm>
            <a:custGeom>
              <a:rect b="b" l="l" r="r" t="t"/>
              <a:pathLst>
                <a:path extrusionOk="0" h="167" w="694">
                  <a:moveTo>
                    <a:pt x="663" y="0"/>
                  </a:moveTo>
                  <a:lnTo>
                    <a:pt x="57" y="0"/>
                  </a:lnTo>
                  <a:cubicBezTo>
                    <a:pt x="40" y="0"/>
                    <a:pt x="26" y="14"/>
                    <a:pt x="26" y="31"/>
                  </a:cubicBezTo>
                  <a:lnTo>
                    <a:pt x="26" y="83"/>
                  </a:lnTo>
                  <a:cubicBezTo>
                    <a:pt x="26" y="114"/>
                    <a:pt x="16" y="143"/>
                    <a:pt x="0" y="167"/>
                  </a:cubicBezTo>
                  <a:lnTo>
                    <a:pt x="611" y="167"/>
                  </a:lnTo>
                  <a:cubicBezTo>
                    <a:pt x="657" y="167"/>
                    <a:pt x="694" y="129"/>
                    <a:pt x="694" y="83"/>
                  </a:cubicBezTo>
                  <a:lnTo>
                    <a:pt x="694" y="31"/>
                  </a:lnTo>
                  <a:cubicBezTo>
                    <a:pt x="694" y="14"/>
                    <a:pt x="680" y="0"/>
                    <a:pt x="663" y="0"/>
                  </a:cubicBezTo>
                  <a:close/>
                </a:path>
              </a:pathLst>
            </a:custGeom>
            <a:solidFill>
              <a:schemeClr val="lt1"/>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7" name="Google Shape;2347;p53"/>
            <p:cNvSpPr/>
            <p:nvPr/>
          </p:nvSpPr>
          <p:spPr>
            <a:xfrm>
              <a:off x="5306760" y="2722320"/>
              <a:ext cx="150480" cy="150480"/>
            </a:xfrm>
            <a:custGeom>
              <a:rect b="b" l="l" r="r" t="t"/>
              <a:pathLst>
                <a:path extrusionOk="0" h="418" w="418">
                  <a:moveTo>
                    <a:pt x="418" y="209"/>
                  </a:moveTo>
                  <a:cubicBezTo>
                    <a:pt x="418" y="325"/>
                    <a:pt x="325" y="418"/>
                    <a:pt x="209" y="418"/>
                  </a:cubicBezTo>
                  <a:cubicBezTo>
                    <a:pt x="94" y="418"/>
                    <a:pt x="0" y="325"/>
                    <a:pt x="0" y="209"/>
                  </a:cubicBezTo>
                  <a:cubicBezTo>
                    <a:pt x="0" y="94"/>
                    <a:pt x="94" y="0"/>
                    <a:pt x="209" y="0"/>
                  </a:cubicBezTo>
                  <a:cubicBezTo>
                    <a:pt x="325" y="0"/>
                    <a:pt x="418" y="94"/>
                    <a:pt x="41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8" name="Google Shape;2348;p53"/>
            <p:cNvSpPr/>
            <p:nvPr/>
          </p:nvSpPr>
          <p:spPr>
            <a:xfrm>
              <a:off x="5338440" y="2628360"/>
              <a:ext cx="278280" cy="385200"/>
            </a:xfrm>
            <a:custGeom>
              <a:rect b="b" l="l" r="r" t="t"/>
              <a:pathLst>
                <a:path extrusionOk="0" h="1070" w="773">
                  <a:moveTo>
                    <a:pt x="491" y="188"/>
                  </a:moveTo>
                  <a:lnTo>
                    <a:pt x="282" y="188"/>
                  </a:lnTo>
                  <a:cubicBezTo>
                    <a:pt x="265" y="188"/>
                    <a:pt x="251" y="174"/>
                    <a:pt x="251" y="157"/>
                  </a:cubicBezTo>
                  <a:cubicBezTo>
                    <a:pt x="251" y="140"/>
                    <a:pt x="265" y="126"/>
                    <a:pt x="282" y="126"/>
                  </a:cubicBezTo>
                  <a:lnTo>
                    <a:pt x="491" y="126"/>
                  </a:lnTo>
                  <a:cubicBezTo>
                    <a:pt x="508" y="126"/>
                    <a:pt x="522" y="140"/>
                    <a:pt x="522" y="157"/>
                  </a:cubicBezTo>
                  <a:cubicBezTo>
                    <a:pt x="522" y="174"/>
                    <a:pt x="508" y="188"/>
                    <a:pt x="491" y="188"/>
                  </a:cubicBezTo>
                  <a:moveTo>
                    <a:pt x="773" y="840"/>
                  </a:moveTo>
                  <a:lnTo>
                    <a:pt x="773" y="32"/>
                  </a:lnTo>
                  <a:cubicBezTo>
                    <a:pt x="773" y="14"/>
                    <a:pt x="759" y="0"/>
                    <a:pt x="742" y="0"/>
                  </a:cubicBezTo>
                  <a:lnTo>
                    <a:pt x="31" y="0"/>
                  </a:lnTo>
                  <a:cubicBezTo>
                    <a:pt x="14" y="0"/>
                    <a:pt x="0" y="14"/>
                    <a:pt x="0" y="32"/>
                  </a:cubicBezTo>
                  <a:lnTo>
                    <a:pt x="0" y="227"/>
                  </a:lnTo>
                  <a:cubicBezTo>
                    <a:pt x="79" y="188"/>
                    <a:pt x="175" y="188"/>
                    <a:pt x="257" y="235"/>
                  </a:cubicBezTo>
                  <a:cubicBezTo>
                    <a:pt x="266" y="240"/>
                    <a:pt x="274" y="245"/>
                    <a:pt x="281" y="251"/>
                  </a:cubicBezTo>
                  <a:lnTo>
                    <a:pt x="616" y="251"/>
                  </a:lnTo>
                  <a:cubicBezTo>
                    <a:pt x="634" y="251"/>
                    <a:pt x="648" y="265"/>
                    <a:pt x="648" y="282"/>
                  </a:cubicBezTo>
                  <a:cubicBezTo>
                    <a:pt x="648" y="300"/>
                    <a:pt x="634" y="314"/>
                    <a:pt x="616" y="314"/>
                  </a:cubicBezTo>
                  <a:lnTo>
                    <a:pt x="343" y="314"/>
                  </a:lnTo>
                  <a:cubicBezTo>
                    <a:pt x="357" y="333"/>
                    <a:pt x="368" y="354"/>
                    <a:pt x="376" y="376"/>
                  </a:cubicBezTo>
                  <a:lnTo>
                    <a:pt x="616" y="376"/>
                  </a:lnTo>
                  <a:cubicBezTo>
                    <a:pt x="634" y="376"/>
                    <a:pt x="648" y="390"/>
                    <a:pt x="648" y="408"/>
                  </a:cubicBezTo>
                  <a:cubicBezTo>
                    <a:pt x="648" y="425"/>
                    <a:pt x="634" y="439"/>
                    <a:pt x="616" y="439"/>
                  </a:cubicBezTo>
                  <a:lnTo>
                    <a:pt x="391" y="439"/>
                  </a:lnTo>
                  <a:cubicBezTo>
                    <a:pt x="394" y="460"/>
                    <a:pt x="394" y="481"/>
                    <a:pt x="391" y="502"/>
                  </a:cubicBezTo>
                  <a:lnTo>
                    <a:pt x="616" y="502"/>
                  </a:lnTo>
                  <a:cubicBezTo>
                    <a:pt x="634" y="502"/>
                    <a:pt x="648" y="516"/>
                    <a:pt x="648" y="533"/>
                  </a:cubicBezTo>
                  <a:cubicBezTo>
                    <a:pt x="648" y="550"/>
                    <a:pt x="634" y="564"/>
                    <a:pt x="616" y="564"/>
                  </a:cubicBezTo>
                  <a:lnTo>
                    <a:pt x="376" y="564"/>
                  </a:lnTo>
                  <a:cubicBezTo>
                    <a:pt x="371" y="579"/>
                    <a:pt x="364" y="593"/>
                    <a:pt x="357" y="606"/>
                  </a:cubicBezTo>
                  <a:cubicBezTo>
                    <a:pt x="352" y="613"/>
                    <a:pt x="348" y="620"/>
                    <a:pt x="343" y="627"/>
                  </a:cubicBezTo>
                  <a:lnTo>
                    <a:pt x="616" y="627"/>
                  </a:lnTo>
                  <a:cubicBezTo>
                    <a:pt x="634" y="627"/>
                    <a:pt x="648" y="641"/>
                    <a:pt x="648" y="658"/>
                  </a:cubicBezTo>
                  <a:cubicBezTo>
                    <a:pt x="648" y="676"/>
                    <a:pt x="634" y="690"/>
                    <a:pt x="616" y="690"/>
                  </a:cubicBezTo>
                  <a:lnTo>
                    <a:pt x="282" y="690"/>
                  </a:lnTo>
                  <a:cubicBezTo>
                    <a:pt x="232" y="726"/>
                    <a:pt x="171" y="744"/>
                    <a:pt x="109" y="742"/>
                  </a:cubicBezTo>
                  <a:lnTo>
                    <a:pt x="0" y="931"/>
                  </a:lnTo>
                  <a:lnTo>
                    <a:pt x="0" y="986"/>
                  </a:lnTo>
                  <a:cubicBezTo>
                    <a:pt x="0" y="1032"/>
                    <a:pt x="38" y="1070"/>
                    <a:pt x="84" y="1070"/>
                  </a:cubicBezTo>
                  <a:cubicBezTo>
                    <a:pt x="130" y="1070"/>
                    <a:pt x="167" y="1032"/>
                    <a:pt x="167" y="986"/>
                  </a:cubicBezTo>
                  <a:lnTo>
                    <a:pt x="167" y="934"/>
                  </a:lnTo>
                  <a:cubicBezTo>
                    <a:pt x="167" y="882"/>
                    <a:pt x="209" y="840"/>
                    <a:pt x="261" y="840"/>
                  </a:cubicBezTo>
                  <a:lnTo>
                    <a:pt x="773" y="84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49" name="Google Shape;2349;p53"/>
            <p:cNvSpPr/>
            <p:nvPr/>
          </p:nvSpPr>
          <p:spPr>
            <a:xfrm>
              <a:off x="5276880" y="2868840"/>
              <a:ext cx="77040" cy="94680"/>
            </a:xfrm>
            <a:custGeom>
              <a:rect b="b" l="l" r="r" t="t"/>
              <a:pathLst>
                <a:path extrusionOk="0" h="263" w="214">
                  <a:moveTo>
                    <a:pt x="157" y="38"/>
                  </a:moveTo>
                  <a:cubicBezTo>
                    <a:pt x="138" y="27"/>
                    <a:pt x="121" y="14"/>
                    <a:pt x="106" y="0"/>
                  </a:cubicBezTo>
                  <a:lnTo>
                    <a:pt x="8" y="169"/>
                  </a:lnTo>
                  <a:cubicBezTo>
                    <a:pt x="-9" y="199"/>
                    <a:pt x="1" y="237"/>
                    <a:pt x="31" y="255"/>
                  </a:cubicBezTo>
                  <a:cubicBezTo>
                    <a:pt x="61" y="272"/>
                    <a:pt x="100" y="262"/>
                    <a:pt x="117" y="232"/>
                  </a:cubicBezTo>
                  <a:lnTo>
                    <a:pt x="214" y="63"/>
                  </a:lnTo>
                  <a:cubicBezTo>
                    <a:pt x="194" y="57"/>
                    <a:pt x="175" y="48"/>
                    <a:pt x="157" y="3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50" name="Google Shape;2350;p53"/>
          <p:cNvGrpSpPr/>
          <p:nvPr/>
        </p:nvGrpSpPr>
        <p:grpSpPr>
          <a:xfrm>
            <a:off x="5532552" y="2828123"/>
            <a:ext cx="332489" cy="332489"/>
            <a:chOff x="6098760" y="2636280"/>
            <a:chExt cx="369720" cy="369720"/>
          </a:xfrm>
        </p:grpSpPr>
        <p:sp>
          <p:nvSpPr>
            <p:cNvPr id="2351" name="Google Shape;2351;p53"/>
            <p:cNvSpPr/>
            <p:nvPr/>
          </p:nvSpPr>
          <p:spPr>
            <a:xfrm>
              <a:off x="6163920" y="2708280"/>
              <a:ext cx="122760" cy="115560"/>
            </a:xfrm>
            <a:custGeom>
              <a:rect b="b" l="l" r="r" t="t"/>
              <a:pathLst>
                <a:path extrusionOk="0" h="321" w="341">
                  <a:moveTo>
                    <a:pt x="205" y="0"/>
                  </a:moveTo>
                  <a:cubicBezTo>
                    <a:pt x="163" y="38"/>
                    <a:pt x="108" y="60"/>
                    <a:pt x="50" y="60"/>
                  </a:cubicBezTo>
                  <a:lnTo>
                    <a:pt x="0" y="60"/>
                  </a:lnTo>
                  <a:lnTo>
                    <a:pt x="0" y="151"/>
                  </a:lnTo>
                  <a:cubicBezTo>
                    <a:pt x="0" y="196"/>
                    <a:pt x="17" y="239"/>
                    <a:pt x="50" y="271"/>
                  </a:cubicBezTo>
                  <a:cubicBezTo>
                    <a:pt x="82" y="303"/>
                    <a:pt x="125" y="321"/>
                    <a:pt x="170" y="321"/>
                  </a:cubicBezTo>
                  <a:cubicBezTo>
                    <a:pt x="216" y="321"/>
                    <a:pt x="259" y="303"/>
                    <a:pt x="291" y="271"/>
                  </a:cubicBezTo>
                  <a:cubicBezTo>
                    <a:pt x="323" y="239"/>
                    <a:pt x="341" y="196"/>
                    <a:pt x="341" y="151"/>
                  </a:cubicBezTo>
                  <a:lnTo>
                    <a:pt x="341" y="60"/>
                  </a:lnTo>
                  <a:lnTo>
                    <a:pt x="331" y="60"/>
                  </a:lnTo>
                  <a:cubicBezTo>
                    <a:pt x="281" y="60"/>
                    <a:pt x="235" y="38"/>
                    <a:pt x="205"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2" name="Google Shape;2352;p53"/>
            <p:cNvSpPr/>
            <p:nvPr/>
          </p:nvSpPr>
          <p:spPr>
            <a:xfrm>
              <a:off x="6134760" y="2636280"/>
              <a:ext cx="151920" cy="72000"/>
            </a:xfrm>
            <a:custGeom>
              <a:rect b="b" l="l" r="r" t="t"/>
              <a:pathLst>
                <a:path extrusionOk="0" h="200" w="422">
                  <a:moveTo>
                    <a:pt x="101" y="200"/>
                  </a:moveTo>
                  <a:lnTo>
                    <a:pt x="131" y="200"/>
                  </a:lnTo>
                  <a:cubicBezTo>
                    <a:pt x="184" y="200"/>
                    <a:pt x="235" y="175"/>
                    <a:pt x="267" y="132"/>
                  </a:cubicBezTo>
                  <a:cubicBezTo>
                    <a:pt x="273" y="124"/>
                    <a:pt x="284" y="119"/>
                    <a:pt x="294" y="120"/>
                  </a:cubicBezTo>
                  <a:cubicBezTo>
                    <a:pt x="304" y="121"/>
                    <a:pt x="314" y="127"/>
                    <a:pt x="318" y="137"/>
                  </a:cubicBezTo>
                  <a:lnTo>
                    <a:pt x="322" y="145"/>
                  </a:lnTo>
                  <a:cubicBezTo>
                    <a:pt x="339" y="179"/>
                    <a:pt x="374" y="200"/>
                    <a:pt x="412" y="200"/>
                  </a:cubicBezTo>
                  <a:lnTo>
                    <a:pt x="422" y="200"/>
                  </a:lnTo>
                  <a:lnTo>
                    <a:pt x="422" y="90"/>
                  </a:lnTo>
                  <a:cubicBezTo>
                    <a:pt x="422" y="40"/>
                    <a:pt x="381" y="0"/>
                    <a:pt x="331" y="0"/>
                  </a:cubicBezTo>
                  <a:lnTo>
                    <a:pt x="101" y="0"/>
                  </a:lnTo>
                  <a:cubicBezTo>
                    <a:pt x="45" y="0"/>
                    <a:pt x="0" y="44"/>
                    <a:pt x="0" y="100"/>
                  </a:cubicBezTo>
                  <a:cubicBezTo>
                    <a:pt x="0" y="155"/>
                    <a:pt x="45" y="200"/>
                    <a:pt x="101" y="200"/>
                  </a:cubicBezTo>
                  <a:close/>
                </a:path>
              </a:pathLst>
            </a:custGeom>
            <a:solidFill>
              <a:schemeClr val="lt1"/>
            </a:solidFill>
            <a:ln>
              <a:noFill/>
            </a:ln>
          </p:spPr>
          <p:txBody>
            <a:bodyPr anchorCtr="1" anchor="ctr" bIns="27000" lIns="90000" spcFirstLastPara="1" rIns="90000" wrap="square" tIns="27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3" name="Google Shape;2353;p53"/>
            <p:cNvSpPr/>
            <p:nvPr/>
          </p:nvSpPr>
          <p:spPr>
            <a:xfrm>
              <a:off x="6199920" y="2841480"/>
              <a:ext cx="50400" cy="47520"/>
            </a:xfrm>
            <a:custGeom>
              <a:rect b="b" l="l" r="r" t="t"/>
              <a:pathLst>
                <a:path extrusionOk="0" h="132" w="140">
                  <a:moveTo>
                    <a:pt x="0" y="0"/>
                  </a:moveTo>
                  <a:lnTo>
                    <a:pt x="0" y="61"/>
                  </a:lnTo>
                  <a:cubicBezTo>
                    <a:pt x="0" y="100"/>
                    <a:pt x="31" y="132"/>
                    <a:pt x="70" y="132"/>
                  </a:cubicBezTo>
                  <a:cubicBezTo>
                    <a:pt x="109" y="132"/>
                    <a:pt x="140" y="100"/>
                    <a:pt x="140" y="61"/>
                  </a:cubicBezTo>
                  <a:lnTo>
                    <a:pt x="140" y="0"/>
                  </a:lnTo>
                  <a:cubicBezTo>
                    <a:pt x="118" y="8"/>
                    <a:pt x="94" y="11"/>
                    <a:pt x="70" y="11"/>
                  </a:cubicBezTo>
                  <a:cubicBezTo>
                    <a:pt x="46" y="11"/>
                    <a:pt x="22" y="8"/>
                    <a:pt x="0" y="0"/>
                  </a:cubicBezTo>
                  <a:close/>
                </a:path>
              </a:pathLst>
            </a:custGeom>
            <a:solidFill>
              <a:schemeClr val="lt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4" name="Google Shape;2354;p53"/>
            <p:cNvSpPr/>
            <p:nvPr/>
          </p:nvSpPr>
          <p:spPr>
            <a:xfrm>
              <a:off x="6393960" y="2954880"/>
              <a:ext cx="20880" cy="42480"/>
            </a:xfrm>
            <a:custGeom>
              <a:rect b="b" l="l" r="r" t="t"/>
              <a:pathLst>
                <a:path extrusionOk="0" h="118" w="58">
                  <a:moveTo>
                    <a:pt x="29" y="118"/>
                  </a:moveTo>
                  <a:cubicBezTo>
                    <a:pt x="39" y="105"/>
                    <a:pt x="55" y="65"/>
                    <a:pt x="58" y="0"/>
                  </a:cubicBezTo>
                  <a:lnTo>
                    <a:pt x="0" y="0"/>
                  </a:lnTo>
                  <a:cubicBezTo>
                    <a:pt x="4" y="65"/>
                    <a:pt x="19" y="105"/>
                    <a:pt x="29" y="118"/>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5" name="Google Shape;2355;p53"/>
            <p:cNvSpPr/>
            <p:nvPr/>
          </p:nvSpPr>
          <p:spPr>
            <a:xfrm>
              <a:off x="6393960" y="2890800"/>
              <a:ext cx="20880" cy="42480"/>
            </a:xfrm>
            <a:custGeom>
              <a:rect b="b" l="l" r="r" t="t"/>
              <a:pathLst>
                <a:path extrusionOk="0" h="118" w="58">
                  <a:moveTo>
                    <a:pt x="0" y="118"/>
                  </a:moveTo>
                  <a:lnTo>
                    <a:pt x="58" y="118"/>
                  </a:lnTo>
                  <a:cubicBezTo>
                    <a:pt x="55" y="52"/>
                    <a:pt x="39" y="12"/>
                    <a:pt x="29" y="0"/>
                  </a:cubicBezTo>
                  <a:cubicBezTo>
                    <a:pt x="19" y="12"/>
                    <a:pt x="4" y="52"/>
                    <a:pt x="0" y="118"/>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6" name="Google Shape;2356;p53"/>
            <p:cNvSpPr/>
            <p:nvPr/>
          </p:nvSpPr>
          <p:spPr>
            <a:xfrm>
              <a:off x="6424560" y="2882160"/>
              <a:ext cx="43920" cy="51120"/>
            </a:xfrm>
            <a:custGeom>
              <a:rect b="b" l="l" r="r" t="t"/>
              <a:pathLst>
                <a:path extrusionOk="0" h="142" w="122">
                  <a:moveTo>
                    <a:pt x="122" y="142"/>
                  </a:moveTo>
                  <a:cubicBezTo>
                    <a:pt x="111" y="75"/>
                    <a:pt x="63" y="21"/>
                    <a:pt x="0" y="0"/>
                  </a:cubicBezTo>
                  <a:cubicBezTo>
                    <a:pt x="20" y="34"/>
                    <a:pt x="31" y="87"/>
                    <a:pt x="34" y="142"/>
                  </a:cubicBezTo>
                  <a:lnTo>
                    <a:pt x="122" y="142"/>
                  </a:ln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7" name="Google Shape;2357;p53"/>
            <p:cNvSpPr/>
            <p:nvPr/>
          </p:nvSpPr>
          <p:spPr>
            <a:xfrm>
              <a:off x="6340320" y="2882160"/>
              <a:ext cx="43920" cy="51120"/>
            </a:xfrm>
            <a:custGeom>
              <a:rect b="b" l="l" r="r" t="t"/>
              <a:pathLst>
                <a:path extrusionOk="0" h="142" w="122">
                  <a:moveTo>
                    <a:pt x="0" y="142"/>
                  </a:moveTo>
                  <a:lnTo>
                    <a:pt x="89" y="142"/>
                  </a:lnTo>
                  <a:cubicBezTo>
                    <a:pt x="92" y="87"/>
                    <a:pt x="102" y="34"/>
                    <a:pt x="122" y="0"/>
                  </a:cubicBezTo>
                  <a:cubicBezTo>
                    <a:pt x="59" y="21"/>
                    <a:pt x="11" y="75"/>
                    <a:pt x="0" y="142"/>
                  </a:cubicBez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8" name="Google Shape;2358;p53"/>
            <p:cNvSpPr/>
            <p:nvPr/>
          </p:nvSpPr>
          <p:spPr>
            <a:xfrm>
              <a:off x="6340320" y="2954880"/>
              <a:ext cx="43920" cy="51120"/>
            </a:xfrm>
            <a:custGeom>
              <a:rect b="b" l="l" r="r" t="t"/>
              <a:pathLst>
                <a:path extrusionOk="0" h="142" w="122">
                  <a:moveTo>
                    <a:pt x="0" y="0"/>
                  </a:moveTo>
                  <a:cubicBezTo>
                    <a:pt x="11" y="67"/>
                    <a:pt x="59" y="121"/>
                    <a:pt x="122" y="142"/>
                  </a:cubicBezTo>
                  <a:cubicBezTo>
                    <a:pt x="102" y="107"/>
                    <a:pt x="92" y="55"/>
                    <a:pt x="89" y="0"/>
                  </a:cubicBezTo>
                  <a:lnTo>
                    <a:pt x="0" y="0"/>
                  </a:ln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59" name="Google Shape;2359;p53"/>
            <p:cNvSpPr/>
            <p:nvPr/>
          </p:nvSpPr>
          <p:spPr>
            <a:xfrm>
              <a:off x="6424560" y="2954880"/>
              <a:ext cx="43920" cy="51120"/>
            </a:xfrm>
            <a:custGeom>
              <a:rect b="b" l="l" r="r" t="t"/>
              <a:pathLst>
                <a:path extrusionOk="0" h="142" w="122">
                  <a:moveTo>
                    <a:pt x="0" y="142"/>
                  </a:moveTo>
                  <a:cubicBezTo>
                    <a:pt x="63" y="121"/>
                    <a:pt x="111" y="67"/>
                    <a:pt x="122" y="0"/>
                  </a:cubicBezTo>
                  <a:lnTo>
                    <a:pt x="34" y="0"/>
                  </a:lnTo>
                  <a:cubicBezTo>
                    <a:pt x="31" y="55"/>
                    <a:pt x="20" y="107"/>
                    <a:pt x="0" y="142"/>
                  </a:cubicBezTo>
                  <a:close/>
                </a:path>
              </a:pathLst>
            </a:custGeom>
            <a:solidFill>
              <a:schemeClr val="lt1"/>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60" name="Google Shape;2360;p53"/>
            <p:cNvSpPr/>
            <p:nvPr/>
          </p:nvSpPr>
          <p:spPr>
            <a:xfrm>
              <a:off x="6098760" y="2852640"/>
              <a:ext cx="245160" cy="153360"/>
            </a:xfrm>
            <a:custGeom>
              <a:rect b="b" l="l" r="r" t="t"/>
              <a:pathLst>
                <a:path extrusionOk="0" h="426" w="681">
                  <a:moveTo>
                    <a:pt x="679" y="84"/>
                  </a:moveTo>
                  <a:cubicBezTo>
                    <a:pt x="671" y="71"/>
                    <a:pt x="662" y="59"/>
                    <a:pt x="651" y="49"/>
                  </a:cubicBezTo>
                  <a:cubicBezTo>
                    <a:pt x="619" y="17"/>
                    <a:pt x="576" y="0"/>
                    <a:pt x="532" y="0"/>
                  </a:cubicBezTo>
                  <a:lnTo>
                    <a:pt x="482" y="0"/>
                  </a:lnTo>
                  <a:lnTo>
                    <a:pt x="482" y="30"/>
                  </a:lnTo>
                  <a:cubicBezTo>
                    <a:pt x="482" y="102"/>
                    <a:pt x="423" y="161"/>
                    <a:pt x="351" y="161"/>
                  </a:cubicBezTo>
                  <a:cubicBezTo>
                    <a:pt x="279" y="161"/>
                    <a:pt x="221" y="102"/>
                    <a:pt x="221" y="30"/>
                  </a:cubicBezTo>
                  <a:lnTo>
                    <a:pt x="221" y="0"/>
                  </a:lnTo>
                  <a:lnTo>
                    <a:pt x="171" y="0"/>
                  </a:lnTo>
                  <a:cubicBezTo>
                    <a:pt x="77" y="0"/>
                    <a:pt x="0" y="77"/>
                    <a:pt x="0" y="171"/>
                  </a:cubicBezTo>
                  <a:lnTo>
                    <a:pt x="0" y="395"/>
                  </a:lnTo>
                  <a:cubicBezTo>
                    <a:pt x="0" y="412"/>
                    <a:pt x="14" y="426"/>
                    <a:pt x="30" y="426"/>
                  </a:cubicBezTo>
                  <a:lnTo>
                    <a:pt x="121" y="426"/>
                  </a:lnTo>
                  <a:lnTo>
                    <a:pt x="121" y="261"/>
                  </a:lnTo>
                  <a:cubicBezTo>
                    <a:pt x="121" y="244"/>
                    <a:pt x="134" y="231"/>
                    <a:pt x="151" y="231"/>
                  </a:cubicBezTo>
                  <a:cubicBezTo>
                    <a:pt x="167" y="231"/>
                    <a:pt x="181" y="244"/>
                    <a:pt x="181" y="261"/>
                  </a:cubicBezTo>
                  <a:lnTo>
                    <a:pt x="181" y="426"/>
                  </a:lnTo>
                  <a:lnTo>
                    <a:pt x="522" y="426"/>
                  </a:lnTo>
                  <a:lnTo>
                    <a:pt x="522" y="261"/>
                  </a:lnTo>
                  <a:cubicBezTo>
                    <a:pt x="522" y="244"/>
                    <a:pt x="535" y="231"/>
                    <a:pt x="552" y="231"/>
                  </a:cubicBezTo>
                  <a:cubicBezTo>
                    <a:pt x="568" y="231"/>
                    <a:pt x="582" y="244"/>
                    <a:pt x="582" y="261"/>
                  </a:cubicBezTo>
                  <a:lnTo>
                    <a:pt x="582" y="426"/>
                  </a:lnTo>
                  <a:lnTo>
                    <a:pt x="681" y="426"/>
                  </a:lnTo>
                  <a:cubicBezTo>
                    <a:pt x="636" y="382"/>
                    <a:pt x="608" y="321"/>
                    <a:pt x="608" y="254"/>
                  </a:cubicBezTo>
                  <a:cubicBezTo>
                    <a:pt x="608" y="188"/>
                    <a:pt x="635" y="128"/>
                    <a:pt x="679" y="8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61" name="Google Shape;2361;p53"/>
          <p:cNvGrpSpPr/>
          <p:nvPr/>
        </p:nvGrpSpPr>
        <p:grpSpPr>
          <a:xfrm>
            <a:off x="6254834" y="2828123"/>
            <a:ext cx="377490" cy="332165"/>
            <a:chOff x="6901920" y="2636280"/>
            <a:chExt cx="419760" cy="369360"/>
          </a:xfrm>
        </p:grpSpPr>
        <p:sp>
          <p:nvSpPr>
            <p:cNvPr id="2362" name="Google Shape;2362;p53"/>
            <p:cNvSpPr/>
            <p:nvPr/>
          </p:nvSpPr>
          <p:spPr>
            <a:xfrm>
              <a:off x="6901920" y="2956320"/>
              <a:ext cx="419760" cy="49320"/>
            </a:xfrm>
            <a:custGeom>
              <a:rect b="b" l="l" r="r" t="t"/>
              <a:pathLst>
                <a:path extrusionOk="0" h="137" w="1166">
                  <a:moveTo>
                    <a:pt x="0" y="0"/>
                  </a:moveTo>
                  <a:lnTo>
                    <a:pt x="0" y="34"/>
                  </a:lnTo>
                  <a:cubicBezTo>
                    <a:pt x="0" y="91"/>
                    <a:pt x="46" y="137"/>
                    <a:pt x="103" y="137"/>
                  </a:cubicBezTo>
                  <a:lnTo>
                    <a:pt x="1064" y="137"/>
                  </a:lnTo>
                  <a:cubicBezTo>
                    <a:pt x="1120" y="137"/>
                    <a:pt x="1166" y="91"/>
                    <a:pt x="1166" y="34"/>
                  </a:cubicBezTo>
                  <a:lnTo>
                    <a:pt x="1166" y="0"/>
                  </a:lnTo>
                  <a:lnTo>
                    <a:pt x="0" y="0"/>
                  </a:lnTo>
                  <a:close/>
                </a:path>
              </a:pathLst>
            </a:custGeom>
            <a:solidFill>
              <a:schemeClr val="lt1"/>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63" name="Google Shape;2363;p53"/>
            <p:cNvSpPr/>
            <p:nvPr/>
          </p:nvSpPr>
          <p:spPr>
            <a:xfrm>
              <a:off x="6905880" y="2890800"/>
              <a:ext cx="412200" cy="41040"/>
            </a:xfrm>
            <a:custGeom>
              <a:rect b="b" l="l" r="r" t="t"/>
              <a:pathLst>
                <a:path extrusionOk="0" h="114" w="1145">
                  <a:moveTo>
                    <a:pt x="1102" y="0"/>
                  </a:moveTo>
                  <a:lnTo>
                    <a:pt x="43" y="0"/>
                  </a:lnTo>
                  <a:lnTo>
                    <a:pt x="0" y="114"/>
                  </a:lnTo>
                  <a:lnTo>
                    <a:pt x="1145" y="114"/>
                  </a:lnTo>
                  <a:lnTo>
                    <a:pt x="1102"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64" name="Google Shape;2364;p53"/>
            <p:cNvSpPr/>
            <p:nvPr/>
          </p:nvSpPr>
          <p:spPr>
            <a:xfrm>
              <a:off x="6926760" y="2636280"/>
              <a:ext cx="370440" cy="229680"/>
            </a:xfrm>
            <a:custGeom>
              <a:rect b="b" l="l" r="r" t="t"/>
              <a:pathLst>
                <a:path extrusionOk="0" h="638" w="1029">
                  <a:moveTo>
                    <a:pt x="796" y="300"/>
                  </a:moveTo>
                  <a:cubicBezTo>
                    <a:pt x="782" y="314"/>
                    <a:pt x="761" y="314"/>
                    <a:pt x="747" y="300"/>
                  </a:cubicBezTo>
                  <a:cubicBezTo>
                    <a:pt x="619" y="171"/>
                    <a:pt x="409" y="171"/>
                    <a:pt x="281" y="300"/>
                  </a:cubicBezTo>
                  <a:cubicBezTo>
                    <a:pt x="268" y="314"/>
                    <a:pt x="246" y="314"/>
                    <a:pt x="233" y="300"/>
                  </a:cubicBezTo>
                  <a:cubicBezTo>
                    <a:pt x="219" y="287"/>
                    <a:pt x="219" y="265"/>
                    <a:pt x="233" y="252"/>
                  </a:cubicBezTo>
                  <a:cubicBezTo>
                    <a:pt x="308" y="177"/>
                    <a:pt x="407" y="135"/>
                    <a:pt x="514" y="135"/>
                  </a:cubicBezTo>
                  <a:cubicBezTo>
                    <a:pt x="620" y="135"/>
                    <a:pt x="720" y="177"/>
                    <a:pt x="796" y="252"/>
                  </a:cubicBezTo>
                  <a:cubicBezTo>
                    <a:pt x="809" y="265"/>
                    <a:pt x="809" y="287"/>
                    <a:pt x="796" y="300"/>
                  </a:cubicBezTo>
                  <a:moveTo>
                    <a:pt x="699" y="397"/>
                  </a:moveTo>
                  <a:cubicBezTo>
                    <a:pt x="686" y="410"/>
                    <a:pt x="664" y="410"/>
                    <a:pt x="651" y="397"/>
                  </a:cubicBezTo>
                  <a:cubicBezTo>
                    <a:pt x="614" y="360"/>
                    <a:pt x="565" y="340"/>
                    <a:pt x="514" y="340"/>
                  </a:cubicBezTo>
                  <a:cubicBezTo>
                    <a:pt x="462" y="340"/>
                    <a:pt x="413" y="360"/>
                    <a:pt x="377" y="397"/>
                  </a:cubicBezTo>
                  <a:cubicBezTo>
                    <a:pt x="363" y="410"/>
                    <a:pt x="343" y="410"/>
                    <a:pt x="329" y="397"/>
                  </a:cubicBezTo>
                  <a:cubicBezTo>
                    <a:pt x="316" y="384"/>
                    <a:pt x="316" y="362"/>
                    <a:pt x="329" y="349"/>
                  </a:cubicBezTo>
                  <a:cubicBezTo>
                    <a:pt x="378" y="299"/>
                    <a:pt x="444" y="272"/>
                    <a:pt x="514" y="272"/>
                  </a:cubicBezTo>
                  <a:cubicBezTo>
                    <a:pt x="584" y="272"/>
                    <a:pt x="650" y="299"/>
                    <a:pt x="699" y="349"/>
                  </a:cubicBezTo>
                  <a:cubicBezTo>
                    <a:pt x="712" y="362"/>
                    <a:pt x="712" y="384"/>
                    <a:pt x="699" y="397"/>
                  </a:cubicBezTo>
                  <a:moveTo>
                    <a:pt x="602" y="494"/>
                  </a:moveTo>
                  <a:cubicBezTo>
                    <a:pt x="596" y="500"/>
                    <a:pt x="587" y="504"/>
                    <a:pt x="578" y="504"/>
                  </a:cubicBezTo>
                  <a:cubicBezTo>
                    <a:pt x="569" y="504"/>
                    <a:pt x="561" y="500"/>
                    <a:pt x="554" y="494"/>
                  </a:cubicBezTo>
                  <a:cubicBezTo>
                    <a:pt x="543" y="483"/>
                    <a:pt x="529" y="477"/>
                    <a:pt x="514" y="477"/>
                  </a:cubicBezTo>
                  <a:cubicBezTo>
                    <a:pt x="499" y="477"/>
                    <a:pt x="484" y="483"/>
                    <a:pt x="473" y="494"/>
                  </a:cubicBezTo>
                  <a:cubicBezTo>
                    <a:pt x="460" y="507"/>
                    <a:pt x="438" y="507"/>
                    <a:pt x="425" y="494"/>
                  </a:cubicBezTo>
                  <a:cubicBezTo>
                    <a:pt x="412" y="480"/>
                    <a:pt x="412" y="459"/>
                    <a:pt x="425" y="445"/>
                  </a:cubicBezTo>
                  <a:cubicBezTo>
                    <a:pt x="474" y="396"/>
                    <a:pt x="553" y="396"/>
                    <a:pt x="602" y="445"/>
                  </a:cubicBezTo>
                  <a:cubicBezTo>
                    <a:pt x="616" y="459"/>
                    <a:pt x="616" y="480"/>
                    <a:pt x="602" y="494"/>
                  </a:cubicBezTo>
                  <a:moveTo>
                    <a:pt x="1029" y="103"/>
                  </a:moveTo>
                  <a:cubicBezTo>
                    <a:pt x="1029" y="46"/>
                    <a:pt x="983" y="0"/>
                    <a:pt x="926" y="0"/>
                  </a:cubicBezTo>
                  <a:lnTo>
                    <a:pt x="102" y="0"/>
                  </a:lnTo>
                  <a:cubicBezTo>
                    <a:pt x="46" y="0"/>
                    <a:pt x="0" y="46"/>
                    <a:pt x="0" y="103"/>
                  </a:cubicBezTo>
                  <a:lnTo>
                    <a:pt x="0" y="638"/>
                  </a:lnTo>
                  <a:lnTo>
                    <a:pt x="1029" y="638"/>
                  </a:lnTo>
                  <a:lnTo>
                    <a:pt x="1029" y="10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65" name="Google Shape;2365;p53"/>
          <p:cNvGrpSpPr/>
          <p:nvPr/>
        </p:nvGrpSpPr>
        <p:grpSpPr>
          <a:xfrm>
            <a:off x="7067441" y="2828123"/>
            <a:ext cx="332489" cy="332489"/>
            <a:chOff x="7805520" y="2636280"/>
            <a:chExt cx="369720" cy="369720"/>
          </a:xfrm>
        </p:grpSpPr>
        <p:sp>
          <p:nvSpPr>
            <p:cNvPr id="2366" name="Google Shape;2366;p53"/>
            <p:cNvSpPr/>
            <p:nvPr/>
          </p:nvSpPr>
          <p:spPr>
            <a:xfrm>
              <a:off x="7805520" y="2845440"/>
              <a:ext cx="369720" cy="160560"/>
            </a:xfrm>
            <a:custGeom>
              <a:rect b="b" l="l" r="r" t="t"/>
              <a:pathLst>
                <a:path extrusionOk="0" h="446" w="1027">
                  <a:moveTo>
                    <a:pt x="120" y="121"/>
                  </a:moveTo>
                  <a:cubicBezTo>
                    <a:pt x="120" y="104"/>
                    <a:pt x="134" y="91"/>
                    <a:pt x="150" y="91"/>
                  </a:cubicBezTo>
                  <a:lnTo>
                    <a:pt x="351" y="91"/>
                  </a:lnTo>
                  <a:cubicBezTo>
                    <a:pt x="368" y="91"/>
                    <a:pt x="381" y="104"/>
                    <a:pt x="381" y="121"/>
                  </a:cubicBezTo>
                  <a:lnTo>
                    <a:pt x="381" y="321"/>
                  </a:lnTo>
                  <a:cubicBezTo>
                    <a:pt x="381" y="338"/>
                    <a:pt x="368" y="351"/>
                    <a:pt x="351" y="351"/>
                  </a:cubicBezTo>
                  <a:lnTo>
                    <a:pt x="150" y="351"/>
                  </a:lnTo>
                  <a:cubicBezTo>
                    <a:pt x="134" y="351"/>
                    <a:pt x="120" y="338"/>
                    <a:pt x="120" y="321"/>
                  </a:cubicBezTo>
                  <a:lnTo>
                    <a:pt x="120" y="121"/>
                  </a:lnTo>
                  <a:moveTo>
                    <a:pt x="475" y="291"/>
                  </a:moveTo>
                  <a:lnTo>
                    <a:pt x="877" y="291"/>
                  </a:lnTo>
                  <a:cubicBezTo>
                    <a:pt x="893" y="291"/>
                    <a:pt x="907" y="305"/>
                    <a:pt x="907" y="321"/>
                  </a:cubicBezTo>
                  <a:cubicBezTo>
                    <a:pt x="907" y="338"/>
                    <a:pt x="893" y="351"/>
                    <a:pt x="877" y="351"/>
                  </a:cubicBezTo>
                  <a:lnTo>
                    <a:pt x="475" y="351"/>
                  </a:lnTo>
                  <a:cubicBezTo>
                    <a:pt x="459" y="351"/>
                    <a:pt x="445" y="338"/>
                    <a:pt x="445" y="321"/>
                  </a:cubicBezTo>
                  <a:cubicBezTo>
                    <a:pt x="445" y="305"/>
                    <a:pt x="459" y="291"/>
                    <a:pt x="475" y="291"/>
                  </a:cubicBezTo>
                  <a:moveTo>
                    <a:pt x="475" y="171"/>
                  </a:moveTo>
                  <a:lnTo>
                    <a:pt x="877" y="171"/>
                  </a:lnTo>
                  <a:cubicBezTo>
                    <a:pt x="893" y="171"/>
                    <a:pt x="907" y="184"/>
                    <a:pt x="907" y="201"/>
                  </a:cubicBezTo>
                  <a:cubicBezTo>
                    <a:pt x="907" y="217"/>
                    <a:pt x="893" y="231"/>
                    <a:pt x="877" y="231"/>
                  </a:cubicBezTo>
                  <a:lnTo>
                    <a:pt x="475" y="231"/>
                  </a:lnTo>
                  <a:cubicBezTo>
                    <a:pt x="459" y="231"/>
                    <a:pt x="445" y="217"/>
                    <a:pt x="445" y="201"/>
                  </a:cubicBezTo>
                  <a:cubicBezTo>
                    <a:pt x="445" y="184"/>
                    <a:pt x="459" y="171"/>
                    <a:pt x="475" y="171"/>
                  </a:cubicBezTo>
                  <a:moveTo>
                    <a:pt x="0" y="355"/>
                  </a:moveTo>
                  <a:cubicBezTo>
                    <a:pt x="0" y="405"/>
                    <a:pt x="41" y="446"/>
                    <a:pt x="90" y="446"/>
                  </a:cubicBezTo>
                  <a:lnTo>
                    <a:pt x="937" y="446"/>
                  </a:lnTo>
                  <a:cubicBezTo>
                    <a:pt x="986" y="446"/>
                    <a:pt x="1027" y="405"/>
                    <a:pt x="1027" y="355"/>
                  </a:cubicBezTo>
                  <a:lnTo>
                    <a:pt x="1027" y="0"/>
                  </a:lnTo>
                  <a:lnTo>
                    <a:pt x="0" y="0"/>
                  </a:lnTo>
                  <a:lnTo>
                    <a:pt x="0" y="355"/>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67" name="Google Shape;2367;p53"/>
            <p:cNvSpPr/>
            <p:nvPr/>
          </p:nvSpPr>
          <p:spPr>
            <a:xfrm>
              <a:off x="7870680" y="2899800"/>
              <a:ext cx="50400" cy="50400"/>
            </a:xfrm>
            <a:custGeom>
              <a:rect b="b" l="l" r="r" t="t"/>
              <a:pathLst>
                <a:path extrusionOk="0" h="140" w="140">
                  <a:moveTo>
                    <a:pt x="0" y="0"/>
                  </a:moveTo>
                  <a:lnTo>
                    <a:pt x="140" y="0"/>
                  </a:lnTo>
                  <a:lnTo>
                    <a:pt x="140" y="140"/>
                  </a:lnTo>
                  <a:lnTo>
                    <a:pt x="0" y="140"/>
                  </a:lnTo>
                  <a:lnTo>
                    <a:pt x="0" y="0"/>
                  </a:lnTo>
                  <a:close/>
                </a:path>
              </a:pathLst>
            </a:custGeom>
            <a:solidFill>
              <a:schemeClr val="lt1"/>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68" name="Google Shape;2368;p53"/>
            <p:cNvSpPr/>
            <p:nvPr/>
          </p:nvSpPr>
          <p:spPr>
            <a:xfrm>
              <a:off x="7997400" y="2781360"/>
              <a:ext cx="49320" cy="42480"/>
            </a:xfrm>
            <a:custGeom>
              <a:rect b="b" l="l" r="r" t="t"/>
              <a:pathLst>
                <a:path extrusionOk="0" h="118" w="137">
                  <a:moveTo>
                    <a:pt x="83" y="0"/>
                  </a:moveTo>
                  <a:lnTo>
                    <a:pt x="0" y="118"/>
                  </a:lnTo>
                  <a:lnTo>
                    <a:pt x="107" y="118"/>
                  </a:lnTo>
                  <a:lnTo>
                    <a:pt x="137" y="77"/>
                  </a:lnTo>
                  <a:lnTo>
                    <a:pt x="83"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69" name="Google Shape;2369;p53"/>
            <p:cNvSpPr/>
            <p:nvPr/>
          </p:nvSpPr>
          <p:spPr>
            <a:xfrm>
              <a:off x="8062560" y="2752200"/>
              <a:ext cx="102600" cy="71640"/>
            </a:xfrm>
            <a:custGeom>
              <a:rect b="b" l="l" r="r" t="t"/>
              <a:pathLst>
                <a:path extrusionOk="0" h="199" w="285">
                  <a:moveTo>
                    <a:pt x="0" y="199"/>
                  </a:moveTo>
                  <a:lnTo>
                    <a:pt x="285" y="199"/>
                  </a:lnTo>
                  <a:lnTo>
                    <a:pt x="143" y="0"/>
                  </a:lnTo>
                  <a:lnTo>
                    <a:pt x="0" y="199"/>
                  </a:lnTo>
                  <a:close/>
                </a:path>
              </a:pathLst>
            </a:custGeom>
            <a:solidFill>
              <a:schemeClr val="lt1"/>
            </a:solidFill>
            <a:ln>
              <a:noFill/>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0" name="Google Shape;2370;p53"/>
            <p:cNvSpPr/>
            <p:nvPr/>
          </p:nvSpPr>
          <p:spPr>
            <a:xfrm>
              <a:off x="7805520" y="2701080"/>
              <a:ext cx="369720" cy="122760"/>
            </a:xfrm>
            <a:custGeom>
              <a:rect b="b" l="l" r="r" t="t"/>
              <a:pathLst>
                <a:path extrusionOk="0" h="341" w="1027">
                  <a:moveTo>
                    <a:pt x="150" y="181"/>
                  </a:moveTo>
                  <a:lnTo>
                    <a:pt x="311" y="181"/>
                  </a:lnTo>
                  <a:cubicBezTo>
                    <a:pt x="328" y="181"/>
                    <a:pt x="341" y="194"/>
                    <a:pt x="341" y="211"/>
                  </a:cubicBezTo>
                  <a:cubicBezTo>
                    <a:pt x="341" y="227"/>
                    <a:pt x="328" y="241"/>
                    <a:pt x="311" y="241"/>
                  </a:cubicBezTo>
                  <a:lnTo>
                    <a:pt x="150" y="241"/>
                  </a:lnTo>
                  <a:cubicBezTo>
                    <a:pt x="134" y="241"/>
                    <a:pt x="120" y="227"/>
                    <a:pt x="120" y="211"/>
                  </a:cubicBezTo>
                  <a:cubicBezTo>
                    <a:pt x="120" y="194"/>
                    <a:pt x="134" y="181"/>
                    <a:pt x="150" y="181"/>
                  </a:cubicBezTo>
                  <a:moveTo>
                    <a:pt x="150" y="60"/>
                  </a:moveTo>
                  <a:lnTo>
                    <a:pt x="311" y="60"/>
                  </a:lnTo>
                  <a:cubicBezTo>
                    <a:pt x="328" y="60"/>
                    <a:pt x="341" y="74"/>
                    <a:pt x="341" y="90"/>
                  </a:cubicBezTo>
                  <a:cubicBezTo>
                    <a:pt x="341" y="107"/>
                    <a:pt x="328" y="120"/>
                    <a:pt x="311" y="120"/>
                  </a:cubicBezTo>
                  <a:lnTo>
                    <a:pt x="150" y="120"/>
                  </a:lnTo>
                  <a:cubicBezTo>
                    <a:pt x="134" y="120"/>
                    <a:pt x="120" y="107"/>
                    <a:pt x="120" y="90"/>
                  </a:cubicBezTo>
                  <a:cubicBezTo>
                    <a:pt x="120" y="74"/>
                    <a:pt x="134" y="60"/>
                    <a:pt x="150" y="60"/>
                  </a:cubicBezTo>
                  <a:moveTo>
                    <a:pt x="716" y="60"/>
                  </a:moveTo>
                  <a:cubicBezTo>
                    <a:pt x="733" y="60"/>
                    <a:pt x="746" y="74"/>
                    <a:pt x="746" y="90"/>
                  </a:cubicBezTo>
                  <a:cubicBezTo>
                    <a:pt x="746" y="107"/>
                    <a:pt x="733" y="120"/>
                    <a:pt x="716" y="120"/>
                  </a:cubicBezTo>
                  <a:cubicBezTo>
                    <a:pt x="699" y="120"/>
                    <a:pt x="686" y="107"/>
                    <a:pt x="686" y="90"/>
                  </a:cubicBezTo>
                  <a:cubicBezTo>
                    <a:pt x="686" y="74"/>
                    <a:pt x="699" y="60"/>
                    <a:pt x="716" y="60"/>
                  </a:cubicBezTo>
                  <a:moveTo>
                    <a:pt x="0" y="341"/>
                  </a:moveTo>
                  <a:lnTo>
                    <a:pt x="460" y="341"/>
                  </a:lnTo>
                  <a:lnTo>
                    <a:pt x="591" y="153"/>
                  </a:lnTo>
                  <a:cubicBezTo>
                    <a:pt x="597" y="145"/>
                    <a:pt x="606" y="141"/>
                    <a:pt x="616" y="141"/>
                  </a:cubicBezTo>
                  <a:cubicBezTo>
                    <a:pt x="626" y="141"/>
                    <a:pt x="635" y="145"/>
                    <a:pt x="640" y="153"/>
                  </a:cubicBezTo>
                  <a:lnTo>
                    <a:pt x="707" y="248"/>
                  </a:lnTo>
                  <a:lnTo>
                    <a:pt x="832" y="73"/>
                  </a:lnTo>
                  <a:cubicBezTo>
                    <a:pt x="838" y="65"/>
                    <a:pt x="847" y="60"/>
                    <a:pt x="856" y="60"/>
                  </a:cubicBezTo>
                  <a:cubicBezTo>
                    <a:pt x="866" y="60"/>
                    <a:pt x="875" y="65"/>
                    <a:pt x="881" y="73"/>
                  </a:cubicBezTo>
                  <a:lnTo>
                    <a:pt x="1027" y="277"/>
                  </a:lnTo>
                  <a:lnTo>
                    <a:pt x="1027" y="0"/>
                  </a:lnTo>
                  <a:lnTo>
                    <a:pt x="0" y="0"/>
                  </a:lnTo>
                  <a:lnTo>
                    <a:pt x="0" y="341"/>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1" name="Google Shape;2371;p53"/>
            <p:cNvSpPr/>
            <p:nvPr/>
          </p:nvSpPr>
          <p:spPr>
            <a:xfrm>
              <a:off x="7906680" y="2636280"/>
              <a:ext cx="28800" cy="43200"/>
            </a:xfrm>
            <a:custGeom>
              <a:rect b="b" l="l" r="r" t="t"/>
              <a:pathLst>
                <a:path extrusionOk="0" h="120" w="80">
                  <a:moveTo>
                    <a:pt x="0" y="0"/>
                  </a:moveTo>
                  <a:lnTo>
                    <a:pt x="80" y="0"/>
                  </a:lnTo>
                  <a:lnTo>
                    <a:pt x="80" y="120"/>
                  </a:lnTo>
                  <a:lnTo>
                    <a:pt x="0" y="120"/>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2" name="Google Shape;2372;p53"/>
            <p:cNvSpPr/>
            <p:nvPr/>
          </p:nvSpPr>
          <p:spPr>
            <a:xfrm>
              <a:off x="7855920" y="2636280"/>
              <a:ext cx="29160" cy="43200"/>
            </a:xfrm>
            <a:custGeom>
              <a:rect b="b" l="l" r="r" t="t"/>
              <a:pathLst>
                <a:path extrusionOk="0" h="120" w="81">
                  <a:moveTo>
                    <a:pt x="0" y="0"/>
                  </a:moveTo>
                  <a:lnTo>
                    <a:pt x="81" y="0"/>
                  </a:lnTo>
                  <a:lnTo>
                    <a:pt x="81" y="120"/>
                  </a:lnTo>
                  <a:lnTo>
                    <a:pt x="0" y="120"/>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3" name="Google Shape;2373;p53"/>
            <p:cNvSpPr/>
            <p:nvPr/>
          </p:nvSpPr>
          <p:spPr>
            <a:xfrm>
              <a:off x="7805520" y="2636280"/>
              <a:ext cx="28800" cy="43200"/>
            </a:xfrm>
            <a:custGeom>
              <a:rect b="b" l="l" r="r" t="t"/>
              <a:pathLst>
                <a:path extrusionOk="0" h="120" w="80">
                  <a:moveTo>
                    <a:pt x="80" y="0"/>
                  </a:moveTo>
                  <a:cubicBezTo>
                    <a:pt x="35" y="5"/>
                    <a:pt x="0" y="43"/>
                    <a:pt x="0" y="90"/>
                  </a:cubicBezTo>
                  <a:lnTo>
                    <a:pt x="0" y="120"/>
                  </a:lnTo>
                  <a:lnTo>
                    <a:pt x="80" y="120"/>
                  </a:lnTo>
                  <a:lnTo>
                    <a:pt x="8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4" name="Google Shape;2374;p53"/>
            <p:cNvSpPr/>
            <p:nvPr/>
          </p:nvSpPr>
          <p:spPr>
            <a:xfrm>
              <a:off x="7957080" y="2636280"/>
              <a:ext cx="218160" cy="43200"/>
            </a:xfrm>
            <a:custGeom>
              <a:rect b="b" l="l" r="r" t="t"/>
              <a:pathLst>
                <a:path extrusionOk="0" h="120" w="606">
                  <a:moveTo>
                    <a:pt x="516" y="0"/>
                  </a:moveTo>
                  <a:lnTo>
                    <a:pt x="0" y="0"/>
                  </a:lnTo>
                  <a:lnTo>
                    <a:pt x="0" y="120"/>
                  </a:lnTo>
                  <a:lnTo>
                    <a:pt x="606" y="120"/>
                  </a:lnTo>
                  <a:lnTo>
                    <a:pt x="606" y="90"/>
                  </a:lnTo>
                  <a:cubicBezTo>
                    <a:pt x="606" y="40"/>
                    <a:pt x="566" y="0"/>
                    <a:pt x="516"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75" name="Google Shape;2375;p53"/>
          <p:cNvGrpSpPr/>
          <p:nvPr/>
        </p:nvGrpSpPr>
        <p:grpSpPr>
          <a:xfrm>
            <a:off x="7834724" y="2828123"/>
            <a:ext cx="377814" cy="332165"/>
            <a:chOff x="8658720" y="2636280"/>
            <a:chExt cx="420120" cy="369360"/>
          </a:xfrm>
        </p:grpSpPr>
        <p:sp>
          <p:nvSpPr>
            <p:cNvPr id="2376" name="Google Shape;2376;p53"/>
            <p:cNvSpPr/>
            <p:nvPr/>
          </p:nvSpPr>
          <p:spPr>
            <a:xfrm>
              <a:off x="8658720" y="2956320"/>
              <a:ext cx="420120" cy="49320"/>
            </a:xfrm>
            <a:custGeom>
              <a:rect b="b" l="l" r="r" t="t"/>
              <a:pathLst>
                <a:path extrusionOk="0" h="137" w="1167">
                  <a:moveTo>
                    <a:pt x="0" y="0"/>
                  </a:moveTo>
                  <a:lnTo>
                    <a:pt x="0" y="34"/>
                  </a:lnTo>
                  <a:cubicBezTo>
                    <a:pt x="0" y="91"/>
                    <a:pt x="46" y="137"/>
                    <a:pt x="102" y="137"/>
                  </a:cubicBezTo>
                  <a:lnTo>
                    <a:pt x="1064" y="137"/>
                  </a:lnTo>
                  <a:cubicBezTo>
                    <a:pt x="1121" y="137"/>
                    <a:pt x="1167" y="91"/>
                    <a:pt x="1167" y="34"/>
                  </a:cubicBezTo>
                  <a:lnTo>
                    <a:pt x="1167" y="0"/>
                  </a:lnTo>
                  <a:lnTo>
                    <a:pt x="0" y="0"/>
                  </a:lnTo>
                  <a:close/>
                </a:path>
              </a:pathLst>
            </a:custGeom>
            <a:solidFill>
              <a:schemeClr val="lt1"/>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7" name="Google Shape;2377;p53"/>
            <p:cNvSpPr/>
            <p:nvPr/>
          </p:nvSpPr>
          <p:spPr>
            <a:xfrm>
              <a:off x="8662320" y="2890800"/>
              <a:ext cx="412560" cy="41040"/>
            </a:xfrm>
            <a:custGeom>
              <a:rect b="b" l="l" r="r" t="t"/>
              <a:pathLst>
                <a:path extrusionOk="0" h="114" w="1146">
                  <a:moveTo>
                    <a:pt x="1103" y="0"/>
                  </a:moveTo>
                  <a:lnTo>
                    <a:pt x="43" y="0"/>
                  </a:lnTo>
                  <a:lnTo>
                    <a:pt x="0" y="114"/>
                  </a:lnTo>
                  <a:lnTo>
                    <a:pt x="1146" y="114"/>
                  </a:lnTo>
                  <a:lnTo>
                    <a:pt x="1103"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8" name="Google Shape;2378;p53"/>
            <p:cNvSpPr/>
            <p:nvPr/>
          </p:nvSpPr>
          <p:spPr>
            <a:xfrm>
              <a:off x="8775000" y="2734920"/>
              <a:ext cx="39960" cy="44640"/>
            </a:xfrm>
            <a:custGeom>
              <a:rect b="b" l="l" r="r" t="t"/>
              <a:pathLst>
                <a:path extrusionOk="0" h="124" w="111">
                  <a:moveTo>
                    <a:pt x="55" y="124"/>
                  </a:moveTo>
                  <a:cubicBezTo>
                    <a:pt x="88" y="92"/>
                    <a:pt x="109" y="48"/>
                    <a:pt x="111" y="0"/>
                  </a:cubicBezTo>
                  <a:lnTo>
                    <a:pt x="0" y="0"/>
                  </a:lnTo>
                  <a:cubicBezTo>
                    <a:pt x="1" y="48"/>
                    <a:pt x="22" y="92"/>
                    <a:pt x="55" y="124"/>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79" name="Google Shape;2379;p53"/>
            <p:cNvSpPr/>
            <p:nvPr/>
          </p:nvSpPr>
          <p:spPr>
            <a:xfrm>
              <a:off x="8929800" y="2723760"/>
              <a:ext cx="33480" cy="44280"/>
            </a:xfrm>
            <a:custGeom>
              <a:rect b="b" l="l" r="r" t="t"/>
              <a:pathLst>
                <a:path extrusionOk="0" h="123" w="93">
                  <a:moveTo>
                    <a:pt x="0" y="123"/>
                  </a:moveTo>
                  <a:lnTo>
                    <a:pt x="93" y="123"/>
                  </a:lnTo>
                  <a:lnTo>
                    <a:pt x="47" y="0"/>
                  </a:lnTo>
                  <a:lnTo>
                    <a:pt x="0" y="12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80" name="Google Shape;2380;p53"/>
            <p:cNvSpPr/>
            <p:nvPr/>
          </p:nvSpPr>
          <p:spPr>
            <a:xfrm>
              <a:off x="8683200" y="2636280"/>
              <a:ext cx="370800" cy="229680"/>
            </a:xfrm>
            <a:custGeom>
              <a:rect b="b" l="l" r="r" t="t"/>
              <a:pathLst>
                <a:path extrusionOk="0" h="638" w="1030">
                  <a:moveTo>
                    <a:pt x="869" y="511"/>
                  </a:moveTo>
                  <a:cubicBezTo>
                    <a:pt x="851" y="518"/>
                    <a:pt x="832" y="509"/>
                    <a:pt x="825" y="491"/>
                  </a:cubicBezTo>
                  <a:lnTo>
                    <a:pt x="804" y="435"/>
                  </a:lnTo>
                  <a:lnTo>
                    <a:pt x="659" y="435"/>
                  </a:lnTo>
                  <a:lnTo>
                    <a:pt x="637" y="491"/>
                  </a:lnTo>
                  <a:cubicBezTo>
                    <a:pt x="630" y="509"/>
                    <a:pt x="611" y="518"/>
                    <a:pt x="593" y="511"/>
                  </a:cubicBezTo>
                  <a:cubicBezTo>
                    <a:pt x="575" y="504"/>
                    <a:pt x="566" y="484"/>
                    <a:pt x="573" y="467"/>
                  </a:cubicBezTo>
                  <a:lnTo>
                    <a:pt x="693" y="152"/>
                  </a:lnTo>
                  <a:lnTo>
                    <a:pt x="693" y="151"/>
                  </a:lnTo>
                  <a:cubicBezTo>
                    <a:pt x="700" y="136"/>
                    <a:pt x="715" y="126"/>
                    <a:pt x="732" y="126"/>
                  </a:cubicBezTo>
                  <a:lnTo>
                    <a:pt x="732" y="126"/>
                  </a:lnTo>
                  <a:cubicBezTo>
                    <a:pt x="748" y="126"/>
                    <a:pt x="763" y="136"/>
                    <a:pt x="770" y="151"/>
                  </a:cubicBezTo>
                  <a:cubicBezTo>
                    <a:pt x="770" y="152"/>
                    <a:pt x="770" y="152"/>
                    <a:pt x="770" y="152"/>
                  </a:cubicBezTo>
                  <a:lnTo>
                    <a:pt x="889" y="467"/>
                  </a:lnTo>
                  <a:cubicBezTo>
                    <a:pt x="896" y="484"/>
                    <a:pt x="887" y="504"/>
                    <a:pt x="869" y="511"/>
                  </a:cubicBezTo>
                  <a:moveTo>
                    <a:pt x="450" y="274"/>
                  </a:moveTo>
                  <a:lnTo>
                    <a:pt x="434" y="274"/>
                  </a:lnTo>
                  <a:cubicBezTo>
                    <a:pt x="433" y="336"/>
                    <a:pt x="409" y="392"/>
                    <a:pt x="370" y="435"/>
                  </a:cubicBezTo>
                  <a:cubicBezTo>
                    <a:pt x="383" y="440"/>
                    <a:pt x="398" y="443"/>
                    <a:pt x="413" y="445"/>
                  </a:cubicBezTo>
                  <a:cubicBezTo>
                    <a:pt x="432" y="447"/>
                    <a:pt x="446" y="464"/>
                    <a:pt x="444" y="482"/>
                  </a:cubicBezTo>
                  <a:cubicBezTo>
                    <a:pt x="442" y="500"/>
                    <a:pt x="427" y="513"/>
                    <a:pt x="410" y="513"/>
                  </a:cubicBezTo>
                  <a:cubicBezTo>
                    <a:pt x="409" y="513"/>
                    <a:pt x="407" y="513"/>
                    <a:pt x="406" y="513"/>
                  </a:cubicBezTo>
                  <a:cubicBezTo>
                    <a:pt x="371" y="509"/>
                    <a:pt x="339" y="498"/>
                    <a:pt x="310" y="482"/>
                  </a:cubicBezTo>
                  <a:cubicBezTo>
                    <a:pt x="281" y="498"/>
                    <a:pt x="249" y="509"/>
                    <a:pt x="214" y="513"/>
                  </a:cubicBezTo>
                  <a:cubicBezTo>
                    <a:pt x="213" y="513"/>
                    <a:pt x="212" y="513"/>
                    <a:pt x="210" y="513"/>
                  </a:cubicBezTo>
                  <a:cubicBezTo>
                    <a:pt x="193" y="513"/>
                    <a:pt x="178" y="500"/>
                    <a:pt x="176" y="482"/>
                  </a:cubicBezTo>
                  <a:cubicBezTo>
                    <a:pt x="174" y="464"/>
                    <a:pt x="188" y="447"/>
                    <a:pt x="207" y="445"/>
                  </a:cubicBezTo>
                  <a:cubicBezTo>
                    <a:pt x="222" y="443"/>
                    <a:pt x="237" y="440"/>
                    <a:pt x="251" y="435"/>
                  </a:cubicBezTo>
                  <a:cubicBezTo>
                    <a:pt x="212" y="392"/>
                    <a:pt x="188" y="336"/>
                    <a:pt x="186" y="274"/>
                  </a:cubicBezTo>
                  <a:lnTo>
                    <a:pt x="171" y="274"/>
                  </a:lnTo>
                  <a:cubicBezTo>
                    <a:pt x="152" y="274"/>
                    <a:pt x="136" y="258"/>
                    <a:pt x="136" y="240"/>
                  </a:cubicBezTo>
                  <a:cubicBezTo>
                    <a:pt x="136" y="221"/>
                    <a:pt x="152" y="205"/>
                    <a:pt x="171" y="205"/>
                  </a:cubicBezTo>
                  <a:lnTo>
                    <a:pt x="276" y="205"/>
                  </a:lnTo>
                  <a:lnTo>
                    <a:pt x="276" y="160"/>
                  </a:lnTo>
                  <a:cubicBezTo>
                    <a:pt x="276" y="141"/>
                    <a:pt x="291" y="126"/>
                    <a:pt x="310" y="126"/>
                  </a:cubicBezTo>
                  <a:cubicBezTo>
                    <a:pt x="329" y="126"/>
                    <a:pt x="344" y="141"/>
                    <a:pt x="344" y="160"/>
                  </a:cubicBezTo>
                  <a:lnTo>
                    <a:pt x="344" y="205"/>
                  </a:lnTo>
                  <a:lnTo>
                    <a:pt x="450" y="205"/>
                  </a:lnTo>
                  <a:cubicBezTo>
                    <a:pt x="469" y="205"/>
                    <a:pt x="484" y="221"/>
                    <a:pt x="484" y="240"/>
                  </a:cubicBezTo>
                  <a:cubicBezTo>
                    <a:pt x="484" y="258"/>
                    <a:pt x="469" y="274"/>
                    <a:pt x="450" y="274"/>
                  </a:cubicBezTo>
                  <a:moveTo>
                    <a:pt x="1030" y="103"/>
                  </a:moveTo>
                  <a:cubicBezTo>
                    <a:pt x="1030" y="46"/>
                    <a:pt x="984" y="0"/>
                    <a:pt x="928" y="0"/>
                  </a:cubicBezTo>
                  <a:lnTo>
                    <a:pt x="103" y="0"/>
                  </a:lnTo>
                  <a:cubicBezTo>
                    <a:pt x="46" y="0"/>
                    <a:pt x="0" y="46"/>
                    <a:pt x="0" y="103"/>
                  </a:cubicBezTo>
                  <a:lnTo>
                    <a:pt x="0" y="638"/>
                  </a:lnTo>
                  <a:lnTo>
                    <a:pt x="1030" y="638"/>
                  </a:lnTo>
                  <a:lnTo>
                    <a:pt x="1030" y="10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81" name="Google Shape;2381;p53"/>
          <p:cNvGrpSpPr/>
          <p:nvPr/>
        </p:nvGrpSpPr>
        <p:grpSpPr>
          <a:xfrm>
            <a:off x="1010116" y="3541340"/>
            <a:ext cx="235689" cy="343820"/>
            <a:chOff x="1069920" y="3429360"/>
            <a:chExt cx="262080" cy="382320"/>
          </a:xfrm>
        </p:grpSpPr>
        <p:sp>
          <p:nvSpPr>
            <p:cNvPr id="2382" name="Google Shape;2382;p53"/>
            <p:cNvSpPr/>
            <p:nvPr/>
          </p:nvSpPr>
          <p:spPr>
            <a:xfrm>
              <a:off x="1137240" y="3474000"/>
              <a:ext cx="127440" cy="74880"/>
            </a:xfrm>
            <a:custGeom>
              <a:rect b="b" l="l" r="r" t="t"/>
              <a:pathLst>
                <a:path extrusionOk="0" h="208" w="354">
                  <a:moveTo>
                    <a:pt x="151" y="139"/>
                  </a:moveTo>
                  <a:cubicBezTo>
                    <a:pt x="156" y="130"/>
                    <a:pt x="166" y="125"/>
                    <a:pt x="177" y="125"/>
                  </a:cubicBezTo>
                  <a:cubicBezTo>
                    <a:pt x="188" y="125"/>
                    <a:pt x="198" y="130"/>
                    <a:pt x="203" y="139"/>
                  </a:cubicBezTo>
                  <a:cubicBezTo>
                    <a:pt x="230" y="182"/>
                    <a:pt x="276" y="208"/>
                    <a:pt x="327" y="208"/>
                  </a:cubicBezTo>
                  <a:lnTo>
                    <a:pt x="354" y="208"/>
                  </a:lnTo>
                  <a:lnTo>
                    <a:pt x="354" y="135"/>
                  </a:lnTo>
                  <a:cubicBezTo>
                    <a:pt x="354" y="61"/>
                    <a:pt x="293" y="0"/>
                    <a:pt x="219" y="0"/>
                  </a:cubicBezTo>
                  <a:lnTo>
                    <a:pt x="135" y="0"/>
                  </a:lnTo>
                  <a:cubicBezTo>
                    <a:pt x="61" y="0"/>
                    <a:pt x="0" y="61"/>
                    <a:pt x="0" y="135"/>
                  </a:cubicBezTo>
                  <a:lnTo>
                    <a:pt x="0" y="208"/>
                  </a:lnTo>
                  <a:lnTo>
                    <a:pt x="27" y="208"/>
                  </a:lnTo>
                  <a:cubicBezTo>
                    <a:pt x="78" y="208"/>
                    <a:pt x="124" y="182"/>
                    <a:pt x="151" y="139"/>
                  </a:cubicBezTo>
                  <a:close/>
                </a:path>
              </a:pathLst>
            </a:custGeom>
            <a:solidFill>
              <a:schemeClr val="lt1"/>
            </a:solidFill>
            <a:ln>
              <a:noFill/>
            </a:ln>
          </p:spPr>
          <p:txBody>
            <a:bodyPr anchorCtr="1" anchor="ctr" bIns="29875" lIns="90000" spcFirstLastPara="1" rIns="90000" wrap="square" tIns="29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83" name="Google Shape;2383;p53"/>
            <p:cNvSpPr/>
            <p:nvPr/>
          </p:nvSpPr>
          <p:spPr>
            <a:xfrm>
              <a:off x="1174680" y="3686400"/>
              <a:ext cx="52560" cy="48960"/>
            </a:xfrm>
            <a:custGeom>
              <a:rect b="b" l="l" r="r" t="t"/>
              <a:pathLst>
                <a:path extrusionOk="0" h="136" w="146">
                  <a:moveTo>
                    <a:pt x="0" y="0"/>
                  </a:moveTo>
                  <a:lnTo>
                    <a:pt x="0" y="64"/>
                  </a:lnTo>
                  <a:cubicBezTo>
                    <a:pt x="0" y="104"/>
                    <a:pt x="33" y="136"/>
                    <a:pt x="73" y="136"/>
                  </a:cubicBezTo>
                  <a:cubicBezTo>
                    <a:pt x="113" y="136"/>
                    <a:pt x="146" y="104"/>
                    <a:pt x="146" y="64"/>
                  </a:cubicBezTo>
                  <a:lnTo>
                    <a:pt x="146" y="0"/>
                  </a:lnTo>
                  <a:cubicBezTo>
                    <a:pt x="123" y="8"/>
                    <a:pt x="98" y="12"/>
                    <a:pt x="73" y="12"/>
                  </a:cubicBezTo>
                  <a:cubicBezTo>
                    <a:pt x="48" y="12"/>
                    <a:pt x="23" y="8"/>
                    <a:pt x="0" y="0"/>
                  </a:cubicBezTo>
                  <a:close/>
                </a:path>
              </a:pathLst>
            </a:custGeom>
            <a:solidFill>
              <a:schemeClr val="lt1"/>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84" name="Google Shape;2384;p53"/>
            <p:cNvSpPr/>
            <p:nvPr/>
          </p:nvSpPr>
          <p:spPr>
            <a:xfrm>
              <a:off x="1137240" y="3548520"/>
              <a:ext cx="127440" cy="119880"/>
            </a:xfrm>
            <a:custGeom>
              <a:rect b="b" l="l" r="r" t="t"/>
              <a:pathLst>
                <a:path extrusionOk="0" h="333" w="354">
                  <a:moveTo>
                    <a:pt x="208" y="240"/>
                  </a:moveTo>
                  <a:cubicBezTo>
                    <a:pt x="208" y="223"/>
                    <a:pt x="222" y="209"/>
                    <a:pt x="239" y="209"/>
                  </a:cubicBezTo>
                  <a:lnTo>
                    <a:pt x="346" y="209"/>
                  </a:lnTo>
                  <a:cubicBezTo>
                    <a:pt x="351" y="192"/>
                    <a:pt x="354" y="175"/>
                    <a:pt x="354" y="157"/>
                  </a:cubicBezTo>
                  <a:lnTo>
                    <a:pt x="354" y="63"/>
                  </a:lnTo>
                  <a:lnTo>
                    <a:pt x="327" y="63"/>
                  </a:lnTo>
                  <a:cubicBezTo>
                    <a:pt x="269" y="63"/>
                    <a:pt x="216" y="40"/>
                    <a:pt x="177" y="0"/>
                  </a:cubicBezTo>
                  <a:cubicBezTo>
                    <a:pt x="138" y="40"/>
                    <a:pt x="85" y="63"/>
                    <a:pt x="27" y="63"/>
                  </a:cubicBezTo>
                  <a:lnTo>
                    <a:pt x="0" y="63"/>
                  </a:lnTo>
                  <a:lnTo>
                    <a:pt x="0" y="157"/>
                  </a:lnTo>
                  <a:cubicBezTo>
                    <a:pt x="0" y="254"/>
                    <a:pt x="80" y="333"/>
                    <a:pt x="177" y="333"/>
                  </a:cubicBezTo>
                  <a:cubicBezTo>
                    <a:pt x="231" y="333"/>
                    <a:pt x="279" y="309"/>
                    <a:pt x="311" y="271"/>
                  </a:cubicBezTo>
                  <a:lnTo>
                    <a:pt x="239" y="271"/>
                  </a:lnTo>
                  <a:cubicBezTo>
                    <a:pt x="222" y="271"/>
                    <a:pt x="208" y="257"/>
                    <a:pt x="208" y="24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85" name="Google Shape;2385;p53"/>
            <p:cNvSpPr/>
            <p:nvPr/>
          </p:nvSpPr>
          <p:spPr>
            <a:xfrm>
              <a:off x="1069920" y="3697920"/>
              <a:ext cx="262080" cy="113760"/>
            </a:xfrm>
            <a:custGeom>
              <a:rect b="b" l="l" r="r" t="t"/>
              <a:pathLst>
                <a:path extrusionOk="0" h="316" w="728">
                  <a:moveTo>
                    <a:pt x="551" y="0"/>
                  </a:moveTo>
                  <a:lnTo>
                    <a:pt x="499" y="0"/>
                  </a:lnTo>
                  <a:lnTo>
                    <a:pt x="499" y="32"/>
                  </a:lnTo>
                  <a:cubicBezTo>
                    <a:pt x="499" y="106"/>
                    <a:pt x="438" y="167"/>
                    <a:pt x="364" y="167"/>
                  </a:cubicBezTo>
                  <a:cubicBezTo>
                    <a:pt x="290" y="167"/>
                    <a:pt x="229" y="106"/>
                    <a:pt x="229" y="32"/>
                  </a:cubicBezTo>
                  <a:lnTo>
                    <a:pt x="229" y="0"/>
                  </a:lnTo>
                  <a:lnTo>
                    <a:pt x="177" y="0"/>
                  </a:lnTo>
                  <a:cubicBezTo>
                    <a:pt x="80" y="0"/>
                    <a:pt x="0" y="80"/>
                    <a:pt x="0" y="177"/>
                  </a:cubicBezTo>
                  <a:lnTo>
                    <a:pt x="0" y="285"/>
                  </a:lnTo>
                  <a:cubicBezTo>
                    <a:pt x="0" y="302"/>
                    <a:pt x="14" y="316"/>
                    <a:pt x="32" y="316"/>
                  </a:cubicBezTo>
                  <a:lnTo>
                    <a:pt x="127" y="316"/>
                  </a:lnTo>
                  <a:lnTo>
                    <a:pt x="127" y="239"/>
                  </a:lnTo>
                  <a:cubicBezTo>
                    <a:pt x="127" y="222"/>
                    <a:pt x="141" y="208"/>
                    <a:pt x="158" y="208"/>
                  </a:cubicBezTo>
                  <a:cubicBezTo>
                    <a:pt x="176" y="208"/>
                    <a:pt x="190" y="222"/>
                    <a:pt x="190" y="239"/>
                  </a:cubicBezTo>
                  <a:lnTo>
                    <a:pt x="190" y="316"/>
                  </a:lnTo>
                  <a:lnTo>
                    <a:pt x="541" y="316"/>
                  </a:lnTo>
                  <a:lnTo>
                    <a:pt x="541" y="239"/>
                  </a:lnTo>
                  <a:cubicBezTo>
                    <a:pt x="541" y="222"/>
                    <a:pt x="555" y="208"/>
                    <a:pt x="572" y="208"/>
                  </a:cubicBezTo>
                  <a:cubicBezTo>
                    <a:pt x="589" y="208"/>
                    <a:pt x="603" y="222"/>
                    <a:pt x="603" y="239"/>
                  </a:cubicBezTo>
                  <a:lnTo>
                    <a:pt x="603" y="316"/>
                  </a:lnTo>
                  <a:lnTo>
                    <a:pt x="696" y="316"/>
                  </a:lnTo>
                  <a:cubicBezTo>
                    <a:pt x="714" y="316"/>
                    <a:pt x="728" y="302"/>
                    <a:pt x="728" y="285"/>
                  </a:cubicBezTo>
                  <a:lnTo>
                    <a:pt x="728" y="177"/>
                  </a:lnTo>
                  <a:cubicBezTo>
                    <a:pt x="728" y="80"/>
                    <a:pt x="648" y="0"/>
                    <a:pt x="551"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86" name="Google Shape;2386;p53"/>
            <p:cNvSpPr/>
            <p:nvPr/>
          </p:nvSpPr>
          <p:spPr>
            <a:xfrm>
              <a:off x="1085040" y="3429360"/>
              <a:ext cx="231840" cy="216720"/>
            </a:xfrm>
            <a:custGeom>
              <a:rect b="b" l="l" r="r" t="t"/>
              <a:pathLst>
                <a:path extrusionOk="0" h="602" w="644">
                  <a:moveTo>
                    <a:pt x="42" y="498"/>
                  </a:moveTo>
                  <a:lnTo>
                    <a:pt x="83" y="498"/>
                  </a:lnTo>
                  <a:lnTo>
                    <a:pt x="83" y="332"/>
                  </a:lnTo>
                  <a:lnTo>
                    <a:pt x="62" y="332"/>
                  </a:lnTo>
                  <a:lnTo>
                    <a:pt x="62" y="322"/>
                  </a:lnTo>
                  <a:cubicBezTo>
                    <a:pt x="62" y="178"/>
                    <a:pt x="179" y="62"/>
                    <a:pt x="322" y="62"/>
                  </a:cubicBezTo>
                  <a:cubicBezTo>
                    <a:pt x="465" y="62"/>
                    <a:pt x="582" y="178"/>
                    <a:pt x="582" y="322"/>
                  </a:cubicBezTo>
                  <a:lnTo>
                    <a:pt x="582" y="332"/>
                  </a:lnTo>
                  <a:lnTo>
                    <a:pt x="561" y="332"/>
                  </a:lnTo>
                  <a:lnTo>
                    <a:pt x="561" y="529"/>
                  </a:lnTo>
                  <a:cubicBezTo>
                    <a:pt x="561" y="535"/>
                    <a:pt x="556" y="540"/>
                    <a:pt x="551" y="540"/>
                  </a:cubicBezTo>
                  <a:lnTo>
                    <a:pt x="491" y="540"/>
                  </a:lnTo>
                  <a:cubicBezTo>
                    <a:pt x="484" y="563"/>
                    <a:pt x="472" y="584"/>
                    <a:pt x="456" y="602"/>
                  </a:cubicBezTo>
                  <a:lnTo>
                    <a:pt x="551" y="602"/>
                  </a:lnTo>
                  <a:cubicBezTo>
                    <a:pt x="591" y="602"/>
                    <a:pt x="623" y="569"/>
                    <a:pt x="623" y="529"/>
                  </a:cubicBezTo>
                  <a:lnTo>
                    <a:pt x="623" y="493"/>
                  </a:lnTo>
                  <a:cubicBezTo>
                    <a:pt x="636" y="485"/>
                    <a:pt x="644" y="472"/>
                    <a:pt x="644" y="457"/>
                  </a:cubicBezTo>
                  <a:lnTo>
                    <a:pt x="644" y="322"/>
                  </a:lnTo>
                  <a:cubicBezTo>
                    <a:pt x="644" y="144"/>
                    <a:pt x="500" y="0"/>
                    <a:pt x="322" y="0"/>
                  </a:cubicBezTo>
                  <a:cubicBezTo>
                    <a:pt x="144" y="0"/>
                    <a:pt x="0" y="144"/>
                    <a:pt x="0" y="322"/>
                  </a:cubicBezTo>
                  <a:lnTo>
                    <a:pt x="0" y="457"/>
                  </a:lnTo>
                  <a:cubicBezTo>
                    <a:pt x="0" y="480"/>
                    <a:pt x="19" y="498"/>
                    <a:pt x="42" y="49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387" name="Google Shape;2387;p53"/>
          <p:cNvGrpSpPr/>
          <p:nvPr/>
        </p:nvGrpSpPr>
        <p:grpSpPr>
          <a:xfrm>
            <a:off x="1735959" y="3545549"/>
            <a:ext cx="335727" cy="335403"/>
            <a:chOff x="1877040" y="3434040"/>
            <a:chExt cx="373320" cy="372960"/>
          </a:xfrm>
        </p:grpSpPr>
        <p:sp>
          <p:nvSpPr>
            <p:cNvPr id="2388" name="Google Shape;2388;p53"/>
            <p:cNvSpPr/>
            <p:nvPr/>
          </p:nvSpPr>
          <p:spPr>
            <a:xfrm>
              <a:off x="1978920" y="3434040"/>
              <a:ext cx="29160" cy="43560"/>
            </a:xfrm>
            <a:custGeom>
              <a:rect b="b" l="l" r="r" t="t"/>
              <a:pathLst>
                <a:path extrusionOk="0" h="121" w="81">
                  <a:moveTo>
                    <a:pt x="0" y="0"/>
                  </a:moveTo>
                  <a:lnTo>
                    <a:pt x="81" y="0"/>
                  </a:lnTo>
                  <a:lnTo>
                    <a:pt x="81" y="121"/>
                  </a:lnTo>
                  <a:lnTo>
                    <a:pt x="0" y="121"/>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89" name="Google Shape;2389;p53"/>
            <p:cNvSpPr/>
            <p:nvPr/>
          </p:nvSpPr>
          <p:spPr>
            <a:xfrm>
              <a:off x="1927800" y="3434040"/>
              <a:ext cx="29160" cy="43560"/>
            </a:xfrm>
            <a:custGeom>
              <a:rect b="b" l="l" r="r" t="t"/>
              <a:pathLst>
                <a:path extrusionOk="0" h="121" w="81">
                  <a:moveTo>
                    <a:pt x="0" y="0"/>
                  </a:moveTo>
                  <a:lnTo>
                    <a:pt x="81" y="0"/>
                  </a:lnTo>
                  <a:lnTo>
                    <a:pt x="81" y="121"/>
                  </a:lnTo>
                  <a:lnTo>
                    <a:pt x="0" y="121"/>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0" name="Google Shape;2390;p53"/>
            <p:cNvSpPr/>
            <p:nvPr/>
          </p:nvSpPr>
          <p:spPr>
            <a:xfrm>
              <a:off x="1877040" y="3434040"/>
              <a:ext cx="29160" cy="43560"/>
            </a:xfrm>
            <a:custGeom>
              <a:rect b="b" l="l" r="r" t="t"/>
              <a:pathLst>
                <a:path extrusionOk="0" h="121" w="81">
                  <a:moveTo>
                    <a:pt x="81" y="0"/>
                  </a:moveTo>
                  <a:cubicBezTo>
                    <a:pt x="35" y="5"/>
                    <a:pt x="0" y="44"/>
                    <a:pt x="0" y="91"/>
                  </a:cubicBezTo>
                  <a:lnTo>
                    <a:pt x="0" y="121"/>
                  </a:lnTo>
                  <a:lnTo>
                    <a:pt x="81" y="121"/>
                  </a:lnTo>
                  <a:lnTo>
                    <a:pt x="81"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1" name="Google Shape;2391;p53"/>
            <p:cNvSpPr/>
            <p:nvPr/>
          </p:nvSpPr>
          <p:spPr>
            <a:xfrm>
              <a:off x="2030040" y="3434040"/>
              <a:ext cx="220320" cy="43560"/>
            </a:xfrm>
            <a:custGeom>
              <a:rect b="b" l="l" r="r" t="t"/>
              <a:pathLst>
                <a:path extrusionOk="0" h="121" w="612">
                  <a:moveTo>
                    <a:pt x="521" y="0"/>
                  </a:moveTo>
                  <a:lnTo>
                    <a:pt x="0" y="0"/>
                  </a:lnTo>
                  <a:lnTo>
                    <a:pt x="0" y="121"/>
                  </a:lnTo>
                  <a:lnTo>
                    <a:pt x="612" y="121"/>
                  </a:lnTo>
                  <a:lnTo>
                    <a:pt x="612" y="91"/>
                  </a:lnTo>
                  <a:cubicBezTo>
                    <a:pt x="612" y="41"/>
                    <a:pt x="571" y="0"/>
                    <a:pt x="521"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2" name="Google Shape;2392;p53"/>
            <p:cNvSpPr/>
            <p:nvPr/>
          </p:nvSpPr>
          <p:spPr>
            <a:xfrm>
              <a:off x="1956960" y="3554280"/>
              <a:ext cx="21960" cy="21960"/>
            </a:xfrm>
            <a:custGeom>
              <a:rect b="b" l="l" r="r" t="t"/>
              <a:pathLst>
                <a:path extrusionOk="0" h="61" w="61">
                  <a:moveTo>
                    <a:pt x="61" y="30"/>
                  </a:move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3" name="Google Shape;2393;p53"/>
            <p:cNvSpPr/>
            <p:nvPr/>
          </p:nvSpPr>
          <p:spPr>
            <a:xfrm>
              <a:off x="1942920" y="3598200"/>
              <a:ext cx="50400" cy="21600"/>
            </a:xfrm>
            <a:custGeom>
              <a:rect b="b" l="l" r="r" t="t"/>
              <a:pathLst>
                <a:path extrusionOk="0" h="60" w="140">
                  <a:moveTo>
                    <a:pt x="70" y="0"/>
                  </a:moveTo>
                  <a:cubicBezTo>
                    <a:pt x="34" y="0"/>
                    <a:pt x="5" y="26"/>
                    <a:pt x="0" y="60"/>
                  </a:cubicBezTo>
                  <a:lnTo>
                    <a:pt x="140" y="60"/>
                  </a:lnTo>
                  <a:cubicBezTo>
                    <a:pt x="135" y="26"/>
                    <a:pt x="106" y="0"/>
                    <a:pt x="7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4" name="Google Shape;2394;p53"/>
            <p:cNvSpPr/>
            <p:nvPr/>
          </p:nvSpPr>
          <p:spPr>
            <a:xfrm>
              <a:off x="1942920" y="3728880"/>
              <a:ext cx="50400" cy="21960"/>
            </a:xfrm>
            <a:custGeom>
              <a:rect b="b" l="l" r="r" t="t"/>
              <a:pathLst>
                <a:path extrusionOk="0" h="61" w="140">
                  <a:moveTo>
                    <a:pt x="70" y="0"/>
                  </a:moveTo>
                  <a:cubicBezTo>
                    <a:pt x="34" y="0"/>
                    <a:pt x="5" y="27"/>
                    <a:pt x="0" y="61"/>
                  </a:cubicBezTo>
                  <a:lnTo>
                    <a:pt x="140" y="61"/>
                  </a:lnTo>
                  <a:cubicBezTo>
                    <a:pt x="135" y="27"/>
                    <a:pt x="106" y="0"/>
                    <a:pt x="7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5" name="Google Shape;2395;p53"/>
            <p:cNvSpPr/>
            <p:nvPr/>
          </p:nvSpPr>
          <p:spPr>
            <a:xfrm>
              <a:off x="2164320" y="3687480"/>
              <a:ext cx="4320" cy="15120"/>
            </a:xfrm>
            <a:custGeom>
              <a:rect b="b" l="l" r="r" t="t"/>
              <a:pathLst>
                <a:path extrusionOk="0" h="42" w="12">
                  <a:moveTo>
                    <a:pt x="12" y="0"/>
                  </a:moveTo>
                  <a:cubicBezTo>
                    <a:pt x="5" y="4"/>
                    <a:pt x="2" y="11"/>
                    <a:pt x="1" y="18"/>
                  </a:cubicBezTo>
                  <a:cubicBezTo>
                    <a:pt x="-1" y="26"/>
                    <a:pt x="1" y="34"/>
                    <a:pt x="6" y="38"/>
                  </a:cubicBezTo>
                  <a:cubicBezTo>
                    <a:pt x="8" y="39"/>
                    <a:pt x="10" y="41"/>
                    <a:pt x="12" y="42"/>
                  </a:cubicBezTo>
                  <a:lnTo>
                    <a:pt x="12"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6" name="Google Shape;2396;p53"/>
            <p:cNvSpPr/>
            <p:nvPr/>
          </p:nvSpPr>
          <p:spPr>
            <a:xfrm>
              <a:off x="1956960" y="3685320"/>
              <a:ext cx="21960" cy="21600"/>
            </a:xfrm>
            <a:custGeom>
              <a:rect b="b" l="l" r="r" t="t"/>
              <a:pathLst>
                <a:path extrusionOk="0" h="60" w="61">
                  <a:moveTo>
                    <a:pt x="61" y="30"/>
                  </a:moveTo>
                  <a:cubicBezTo>
                    <a:pt x="61" y="47"/>
                    <a:pt x="48" y="60"/>
                    <a:pt x="31" y="60"/>
                  </a:cubicBezTo>
                  <a:cubicBezTo>
                    <a:pt x="14" y="60"/>
                    <a:pt x="0" y="47"/>
                    <a:pt x="0" y="30"/>
                  </a:cubicBezTo>
                  <a:cubicBezTo>
                    <a:pt x="0" y="13"/>
                    <a:pt x="14" y="0"/>
                    <a:pt x="31" y="0"/>
                  </a:cubicBezTo>
                  <a:cubicBezTo>
                    <a:pt x="48" y="0"/>
                    <a:pt x="61" y="13"/>
                    <a:pt x="61" y="3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7" name="Google Shape;2397;p53"/>
            <p:cNvSpPr/>
            <p:nvPr/>
          </p:nvSpPr>
          <p:spPr>
            <a:xfrm>
              <a:off x="2164320" y="3556440"/>
              <a:ext cx="4320" cy="15120"/>
            </a:xfrm>
            <a:custGeom>
              <a:rect b="b" l="l" r="r" t="t"/>
              <a:pathLst>
                <a:path extrusionOk="0" h="42" w="12">
                  <a:moveTo>
                    <a:pt x="12" y="0"/>
                  </a:moveTo>
                  <a:cubicBezTo>
                    <a:pt x="5" y="5"/>
                    <a:pt x="2" y="12"/>
                    <a:pt x="1" y="18"/>
                  </a:cubicBezTo>
                  <a:cubicBezTo>
                    <a:pt x="-1" y="27"/>
                    <a:pt x="1" y="35"/>
                    <a:pt x="6" y="38"/>
                  </a:cubicBezTo>
                  <a:cubicBezTo>
                    <a:pt x="8" y="40"/>
                    <a:pt x="10" y="41"/>
                    <a:pt x="12" y="42"/>
                  </a:cubicBezTo>
                  <a:lnTo>
                    <a:pt x="12"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8" name="Google Shape;2398;p53"/>
            <p:cNvSpPr/>
            <p:nvPr/>
          </p:nvSpPr>
          <p:spPr>
            <a:xfrm>
              <a:off x="2183040" y="3724920"/>
              <a:ext cx="7200" cy="23400"/>
            </a:xfrm>
            <a:custGeom>
              <a:rect b="b" l="l" r="r" t="t"/>
              <a:pathLst>
                <a:path extrusionOk="0" h="65" w="20">
                  <a:moveTo>
                    <a:pt x="20" y="36"/>
                  </a:moveTo>
                  <a:cubicBezTo>
                    <a:pt x="21" y="28"/>
                    <a:pt x="22" y="9"/>
                    <a:pt x="0" y="0"/>
                  </a:cubicBezTo>
                  <a:lnTo>
                    <a:pt x="0" y="65"/>
                  </a:lnTo>
                  <a:cubicBezTo>
                    <a:pt x="11" y="58"/>
                    <a:pt x="18" y="47"/>
                    <a:pt x="20" y="36"/>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99" name="Google Shape;2399;p53"/>
            <p:cNvSpPr/>
            <p:nvPr/>
          </p:nvSpPr>
          <p:spPr>
            <a:xfrm>
              <a:off x="2183040" y="3593880"/>
              <a:ext cx="7200" cy="23400"/>
            </a:xfrm>
            <a:custGeom>
              <a:rect b="b" l="l" r="r" t="t"/>
              <a:pathLst>
                <a:path extrusionOk="0" h="65" w="20">
                  <a:moveTo>
                    <a:pt x="20" y="36"/>
                  </a:moveTo>
                  <a:cubicBezTo>
                    <a:pt x="21" y="28"/>
                    <a:pt x="22" y="9"/>
                    <a:pt x="0" y="0"/>
                  </a:cubicBezTo>
                  <a:lnTo>
                    <a:pt x="0" y="65"/>
                  </a:lnTo>
                  <a:cubicBezTo>
                    <a:pt x="11" y="59"/>
                    <a:pt x="18" y="47"/>
                    <a:pt x="20" y="36"/>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00" name="Google Shape;2400;p53"/>
            <p:cNvSpPr/>
            <p:nvPr/>
          </p:nvSpPr>
          <p:spPr>
            <a:xfrm>
              <a:off x="1877040" y="3499560"/>
              <a:ext cx="373320" cy="307440"/>
            </a:xfrm>
            <a:custGeom>
              <a:rect b="b" l="l" r="r" t="t"/>
              <a:pathLst>
                <a:path extrusionOk="0" h="854" w="1037">
                  <a:moveTo>
                    <a:pt x="121" y="708"/>
                  </a:moveTo>
                  <a:cubicBezTo>
                    <a:pt x="121" y="663"/>
                    <a:pt x="144" y="623"/>
                    <a:pt x="179" y="599"/>
                  </a:cubicBezTo>
                  <a:cubicBezTo>
                    <a:pt x="168" y="584"/>
                    <a:pt x="162" y="566"/>
                    <a:pt x="162" y="546"/>
                  </a:cubicBezTo>
                  <a:cubicBezTo>
                    <a:pt x="162" y="497"/>
                    <a:pt x="203" y="456"/>
                    <a:pt x="253" y="456"/>
                  </a:cubicBezTo>
                  <a:cubicBezTo>
                    <a:pt x="303" y="456"/>
                    <a:pt x="344" y="497"/>
                    <a:pt x="344" y="546"/>
                  </a:cubicBezTo>
                  <a:cubicBezTo>
                    <a:pt x="344" y="566"/>
                    <a:pt x="338" y="584"/>
                    <a:pt x="327" y="599"/>
                  </a:cubicBezTo>
                  <a:cubicBezTo>
                    <a:pt x="362" y="623"/>
                    <a:pt x="385" y="663"/>
                    <a:pt x="385" y="708"/>
                  </a:cubicBezTo>
                  <a:lnTo>
                    <a:pt x="385" y="728"/>
                  </a:lnTo>
                  <a:cubicBezTo>
                    <a:pt x="385" y="745"/>
                    <a:pt x="371" y="759"/>
                    <a:pt x="354" y="759"/>
                  </a:cubicBezTo>
                  <a:lnTo>
                    <a:pt x="152" y="759"/>
                  </a:lnTo>
                  <a:cubicBezTo>
                    <a:pt x="135" y="759"/>
                    <a:pt x="121" y="745"/>
                    <a:pt x="121" y="728"/>
                  </a:cubicBezTo>
                  <a:lnTo>
                    <a:pt x="121" y="708"/>
                  </a:lnTo>
                  <a:moveTo>
                    <a:pt x="121" y="344"/>
                  </a:moveTo>
                  <a:cubicBezTo>
                    <a:pt x="121" y="299"/>
                    <a:pt x="144" y="259"/>
                    <a:pt x="179" y="236"/>
                  </a:cubicBezTo>
                  <a:cubicBezTo>
                    <a:pt x="168" y="221"/>
                    <a:pt x="162" y="202"/>
                    <a:pt x="162" y="182"/>
                  </a:cubicBezTo>
                  <a:cubicBezTo>
                    <a:pt x="162" y="132"/>
                    <a:pt x="203" y="91"/>
                    <a:pt x="253" y="91"/>
                  </a:cubicBezTo>
                  <a:cubicBezTo>
                    <a:pt x="303" y="91"/>
                    <a:pt x="344" y="132"/>
                    <a:pt x="344" y="182"/>
                  </a:cubicBezTo>
                  <a:cubicBezTo>
                    <a:pt x="344" y="202"/>
                    <a:pt x="338" y="221"/>
                    <a:pt x="327" y="236"/>
                  </a:cubicBezTo>
                  <a:cubicBezTo>
                    <a:pt x="362" y="259"/>
                    <a:pt x="385" y="299"/>
                    <a:pt x="385" y="344"/>
                  </a:cubicBezTo>
                  <a:lnTo>
                    <a:pt x="385" y="365"/>
                  </a:lnTo>
                  <a:cubicBezTo>
                    <a:pt x="385" y="382"/>
                    <a:pt x="371" y="395"/>
                    <a:pt x="354" y="395"/>
                  </a:cubicBezTo>
                  <a:lnTo>
                    <a:pt x="152" y="395"/>
                  </a:lnTo>
                  <a:cubicBezTo>
                    <a:pt x="135" y="395"/>
                    <a:pt x="121" y="382"/>
                    <a:pt x="121" y="365"/>
                  </a:cubicBezTo>
                  <a:lnTo>
                    <a:pt x="121" y="344"/>
                  </a:lnTo>
                  <a:moveTo>
                    <a:pt x="472" y="637"/>
                  </a:moveTo>
                  <a:lnTo>
                    <a:pt x="593" y="637"/>
                  </a:lnTo>
                  <a:cubicBezTo>
                    <a:pt x="610" y="637"/>
                    <a:pt x="624" y="651"/>
                    <a:pt x="624" y="668"/>
                  </a:cubicBezTo>
                  <a:cubicBezTo>
                    <a:pt x="624" y="684"/>
                    <a:pt x="610" y="698"/>
                    <a:pt x="593" y="698"/>
                  </a:cubicBezTo>
                  <a:lnTo>
                    <a:pt x="472" y="698"/>
                  </a:lnTo>
                  <a:cubicBezTo>
                    <a:pt x="455" y="698"/>
                    <a:pt x="441" y="684"/>
                    <a:pt x="441" y="668"/>
                  </a:cubicBezTo>
                  <a:cubicBezTo>
                    <a:pt x="441" y="651"/>
                    <a:pt x="455" y="637"/>
                    <a:pt x="472" y="637"/>
                  </a:cubicBezTo>
                  <a:moveTo>
                    <a:pt x="472" y="516"/>
                  </a:moveTo>
                  <a:lnTo>
                    <a:pt x="674" y="516"/>
                  </a:lnTo>
                  <a:cubicBezTo>
                    <a:pt x="691" y="516"/>
                    <a:pt x="705" y="529"/>
                    <a:pt x="705" y="546"/>
                  </a:cubicBezTo>
                  <a:cubicBezTo>
                    <a:pt x="705" y="563"/>
                    <a:pt x="691" y="576"/>
                    <a:pt x="674" y="576"/>
                  </a:cubicBezTo>
                  <a:lnTo>
                    <a:pt x="472" y="576"/>
                  </a:lnTo>
                  <a:cubicBezTo>
                    <a:pt x="455" y="576"/>
                    <a:pt x="441" y="563"/>
                    <a:pt x="441" y="546"/>
                  </a:cubicBezTo>
                  <a:cubicBezTo>
                    <a:pt x="441" y="529"/>
                    <a:pt x="455" y="516"/>
                    <a:pt x="472" y="516"/>
                  </a:cubicBezTo>
                  <a:moveTo>
                    <a:pt x="472" y="274"/>
                  </a:moveTo>
                  <a:lnTo>
                    <a:pt x="593" y="274"/>
                  </a:lnTo>
                  <a:cubicBezTo>
                    <a:pt x="610" y="274"/>
                    <a:pt x="624" y="287"/>
                    <a:pt x="624" y="304"/>
                  </a:cubicBezTo>
                  <a:cubicBezTo>
                    <a:pt x="624" y="321"/>
                    <a:pt x="610" y="334"/>
                    <a:pt x="593" y="334"/>
                  </a:cubicBezTo>
                  <a:lnTo>
                    <a:pt x="472" y="334"/>
                  </a:lnTo>
                  <a:cubicBezTo>
                    <a:pt x="455" y="334"/>
                    <a:pt x="441" y="321"/>
                    <a:pt x="441" y="304"/>
                  </a:cubicBezTo>
                  <a:cubicBezTo>
                    <a:pt x="441" y="287"/>
                    <a:pt x="455" y="274"/>
                    <a:pt x="472" y="274"/>
                  </a:cubicBezTo>
                  <a:moveTo>
                    <a:pt x="472" y="152"/>
                  </a:moveTo>
                  <a:lnTo>
                    <a:pt x="674" y="152"/>
                  </a:lnTo>
                  <a:cubicBezTo>
                    <a:pt x="691" y="152"/>
                    <a:pt x="705" y="166"/>
                    <a:pt x="705" y="182"/>
                  </a:cubicBezTo>
                  <a:cubicBezTo>
                    <a:pt x="705" y="199"/>
                    <a:pt x="691" y="213"/>
                    <a:pt x="674" y="213"/>
                  </a:cubicBezTo>
                  <a:lnTo>
                    <a:pt x="472" y="213"/>
                  </a:lnTo>
                  <a:cubicBezTo>
                    <a:pt x="455" y="213"/>
                    <a:pt x="441" y="199"/>
                    <a:pt x="441" y="182"/>
                  </a:cubicBezTo>
                  <a:cubicBezTo>
                    <a:pt x="441" y="166"/>
                    <a:pt x="455" y="152"/>
                    <a:pt x="472" y="152"/>
                  </a:cubicBezTo>
                  <a:moveTo>
                    <a:pt x="755" y="690"/>
                  </a:moveTo>
                  <a:cubicBezTo>
                    <a:pt x="761" y="680"/>
                    <a:pt x="773" y="678"/>
                    <a:pt x="783" y="684"/>
                  </a:cubicBezTo>
                  <a:cubicBezTo>
                    <a:pt x="794" y="691"/>
                    <a:pt x="800" y="694"/>
                    <a:pt x="810" y="695"/>
                  </a:cubicBezTo>
                  <a:lnTo>
                    <a:pt x="810" y="610"/>
                  </a:lnTo>
                  <a:cubicBezTo>
                    <a:pt x="797" y="604"/>
                    <a:pt x="787" y="598"/>
                    <a:pt x="779" y="592"/>
                  </a:cubicBezTo>
                  <a:cubicBezTo>
                    <a:pt x="762" y="579"/>
                    <a:pt x="755" y="556"/>
                    <a:pt x="759" y="532"/>
                  </a:cubicBezTo>
                  <a:cubicBezTo>
                    <a:pt x="764" y="507"/>
                    <a:pt x="782" y="487"/>
                    <a:pt x="806" y="480"/>
                  </a:cubicBezTo>
                  <a:cubicBezTo>
                    <a:pt x="807" y="479"/>
                    <a:pt x="808" y="479"/>
                    <a:pt x="810" y="479"/>
                  </a:cubicBezTo>
                  <a:lnTo>
                    <a:pt x="810" y="466"/>
                  </a:lnTo>
                  <a:cubicBezTo>
                    <a:pt x="810" y="455"/>
                    <a:pt x="819" y="446"/>
                    <a:pt x="830" y="446"/>
                  </a:cubicBezTo>
                  <a:cubicBezTo>
                    <a:pt x="841" y="446"/>
                    <a:pt x="850" y="455"/>
                    <a:pt x="850" y="466"/>
                  </a:cubicBezTo>
                  <a:lnTo>
                    <a:pt x="850" y="476"/>
                  </a:lnTo>
                  <a:cubicBezTo>
                    <a:pt x="870" y="480"/>
                    <a:pt x="884" y="489"/>
                    <a:pt x="890" y="497"/>
                  </a:cubicBezTo>
                  <a:cubicBezTo>
                    <a:pt x="898" y="506"/>
                    <a:pt x="897" y="517"/>
                    <a:pt x="888" y="525"/>
                  </a:cubicBezTo>
                  <a:cubicBezTo>
                    <a:pt x="880" y="532"/>
                    <a:pt x="867" y="531"/>
                    <a:pt x="860" y="523"/>
                  </a:cubicBezTo>
                  <a:cubicBezTo>
                    <a:pt x="860" y="522"/>
                    <a:pt x="856" y="519"/>
                    <a:pt x="850" y="517"/>
                  </a:cubicBezTo>
                  <a:lnTo>
                    <a:pt x="850" y="583"/>
                  </a:lnTo>
                  <a:cubicBezTo>
                    <a:pt x="854" y="584"/>
                    <a:pt x="857" y="585"/>
                    <a:pt x="861" y="586"/>
                  </a:cubicBezTo>
                  <a:cubicBezTo>
                    <a:pt x="896" y="599"/>
                    <a:pt x="916" y="632"/>
                    <a:pt x="910" y="668"/>
                  </a:cubicBezTo>
                  <a:cubicBezTo>
                    <a:pt x="905" y="697"/>
                    <a:pt x="884" y="726"/>
                    <a:pt x="850" y="734"/>
                  </a:cubicBezTo>
                  <a:lnTo>
                    <a:pt x="850" y="749"/>
                  </a:lnTo>
                  <a:cubicBezTo>
                    <a:pt x="850" y="760"/>
                    <a:pt x="841" y="769"/>
                    <a:pt x="830" y="769"/>
                  </a:cubicBezTo>
                  <a:cubicBezTo>
                    <a:pt x="819" y="769"/>
                    <a:pt x="810" y="760"/>
                    <a:pt x="810" y="749"/>
                  </a:cubicBezTo>
                  <a:lnTo>
                    <a:pt x="810" y="736"/>
                  </a:lnTo>
                  <a:cubicBezTo>
                    <a:pt x="793" y="735"/>
                    <a:pt x="780" y="730"/>
                    <a:pt x="760" y="718"/>
                  </a:cubicBezTo>
                  <a:cubicBezTo>
                    <a:pt x="751" y="711"/>
                    <a:pt x="748" y="699"/>
                    <a:pt x="755" y="690"/>
                  </a:cubicBezTo>
                  <a:moveTo>
                    <a:pt x="755" y="326"/>
                  </a:moveTo>
                  <a:cubicBezTo>
                    <a:pt x="761" y="317"/>
                    <a:pt x="773" y="314"/>
                    <a:pt x="783" y="320"/>
                  </a:cubicBezTo>
                  <a:cubicBezTo>
                    <a:pt x="794" y="327"/>
                    <a:pt x="800" y="330"/>
                    <a:pt x="810" y="332"/>
                  </a:cubicBezTo>
                  <a:lnTo>
                    <a:pt x="810" y="246"/>
                  </a:lnTo>
                  <a:cubicBezTo>
                    <a:pt x="797" y="240"/>
                    <a:pt x="787" y="234"/>
                    <a:pt x="779" y="228"/>
                  </a:cubicBezTo>
                  <a:cubicBezTo>
                    <a:pt x="762" y="215"/>
                    <a:pt x="755" y="192"/>
                    <a:pt x="759" y="169"/>
                  </a:cubicBezTo>
                  <a:cubicBezTo>
                    <a:pt x="764" y="143"/>
                    <a:pt x="782" y="122"/>
                    <a:pt x="806" y="115"/>
                  </a:cubicBezTo>
                  <a:cubicBezTo>
                    <a:pt x="807" y="115"/>
                    <a:pt x="808" y="114"/>
                    <a:pt x="810" y="114"/>
                  </a:cubicBezTo>
                  <a:lnTo>
                    <a:pt x="810" y="101"/>
                  </a:lnTo>
                  <a:cubicBezTo>
                    <a:pt x="810" y="90"/>
                    <a:pt x="819" y="81"/>
                    <a:pt x="830" y="81"/>
                  </a:cubicBezTo>
                  <a:cubicBezTo>
                    <a:pt x="841" y="81"/>
                    <a:pt x="850" y="90"/>
                    <a:pt x="850" y="101"/>
                  </a:cubicBezTo>
                  <a:lnTo>
                    <a:pt x="850" y="112"/>
                  </a:lnTo>
                  <a:cubicBezTo>
                    <a:pt x="870" y="115"/>
                    <a:pt x="884" y="125"/>
                    <a:pt x="890" y="133"/>
                  </a:cubicBezTo>
                  <a:cubicBezTo>
                    <a:pt x="898" y="141"/>
                    <a:pt x="897" y="154"/>
                    <a:pt x="888" y="161"/>
                  </a:cubicBezTo>
                  <a:cubicBezTo>
                    <a:pt x="880" y="168"/>
                    <a:pt x="867" y="168"/>
                    <a:pt x="860" y="159"/>
                  </a:cubicBezTo>
                  <a:cubicBezTo>
                    <a:pt x="860" y="159"/>
                    <a:pt x="856" y="156"/>
                    <a:pt x="850" y="153"/>
                  </a:cubicBezTo>
                  <a:lnTo>
                    <a:pt x="850" y="219"/>
                  </a:lnTo>
                  <a:cubicBezTo>
                    <a:pt x="854" y="220"/>
                    <a:pt x="857" y="222"/>
                    <a:pt x="861" y="223"/>
                  </a:cubicBezTo>
                  <a:cubicBezTo>
                    <a:pt x="896" y="235"/>
                    <a:pt x="916" y="268"/>
                    <a:pt x="910" y="305"/>
                  </a:cubicBezTo>
                  <a:cubicBezTo>
                    <a:pt x="905" y="333"/>
                    <a:pt x="884" y="362"/>
                    <a:pt x="850" y="370"/>
                  </a:cubicBezTo>
                  <a:lnTo>
                    <a:pt x="850" y="385"/>
                  </a:lnTo>
                  <a:cubicBezTo>
                    <a:pt x="850" y="396"/>
                    <a:pt x="841" y="405"/>
                    <a:pt x="830" y="405"/>
                  </a:cubicBezTo>
                  <a:cubicBezTo>
                    <a:pt x="819" y="405"/>
                    <a:pt x="810" y="396"/>
                    <a:pt x="810" y="385"/>
                  </a:cubicBezTo>
                  <a:lnTo>
                    <a:pt x="810" y="372"/>
                  </a:lnTo>
                  <a:cubicBezTo>
                    <a:pt x="793" y="371"/>
                    <a:pt x="780" y="367"/>
                    <a:pt x="760" y="354"/>
                  </a:cubicBezTo>
                  <a:cubicBezTo>
                    <a:pt x="751" y="348"/>
                    <a:pt x="748" y="335"/>
                    <a:pt x="755" y="326"/>
                  </a:cubicBezTo>
                  <a:moveTo>
                    <a:pt x="0" y="763"/>
                  </a:moveTo>
                  <a:cubicBezTo>
                    <a:pt x="0" y="813"/>
                    <a:pt x="41" y="854"/>
                    <a:pt x="91" y="854"/>
                  </a:cubicBezTo>
                  <a:lnTo>
                    <a:pt x="946" y="854"/>
                  </a:lnTo>
                  <a:cubicBezTo>
                    <a:pt x="996" y="854"/>
                    <a:pt x="1037" y="813"/>
                    <a:pt x="1037" y="763"/>
                  </a:cubicBezTo>
                  <a:lnTo>
                    <a:pt x="1037" y="0"/>
                  </a:lnTo>
                  <a:lnTo>
                    <a:pt x="0" y="0"/>
                  </a:lnTo>
                  <a:lnTo>
                    <a:pt x="0" y="76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01" name="Google Shape;2401;p53"/>
          <p:cNvGrpSpPr/>
          <p:nvPr/>
        </p:nvGrpSpPr>
        <p:grpSpPr>
          <a:xfrm>
            <a:off x="2516840" y="3547815"/>
            <a:ext cx="330870" cy="330870"/>
            <a:chOff x="2745360" y="3436560"/>
            <a:chExt cx="367920" cy="367920"/>
          </a:xfrm>
        </p:grpSpPr>
        <p:sp>
          <p:nvSpPr>
            <p:cNvPr id="2402" name="Google Shape;2402;p53"/>
            <p:cNvSpPr/>
            <p:nvPr/>
          </p:nvSpPr>
          <p:spPr>
            <a:xfrm>
              <a:off x="2745360" y="3436560"/>
              <a:ext cx="367920" cy="123840"/>
            </a:xfrm>
            <a:custGeom>
              <a:rect b="b" l="l" r="r" t="t"/>
              <a:pathLst>
                <a:path extrusionOk="0" h="344" w="1022">
                  <a:moveTo>
                    <a:pt x="932" y="120"/>
                  </a:moveTo>
                  <a:lnTo>
                    <a:pt x="880" y="120"/>
                  </a:lnTo>
                  <a:lnTo>
                    <a:pt x="880" y="210"/>
                  </a:lnTo>
                  <a:cubicBezTo>
                    <a:pt x="880" y="259"/>
                    <a:pt x="839" y="300"/>
                    <a:pt x="790" y="300"/>
                  </a:cubicBezTo>
                  <a:cubicBezTo>
                    <a:pt x="773" y="300"/>
                    <a:pt x="760" y="286"/>
                    <a:pt x="760" y="270"/>
                  </a:cubicBezTo>
                  <a:cubicBezTo>
                    <a:pt x="760" y="253"/>
                    <a:pt x="773" y="240"/>
                    <a:pt x="790" y="240"/>
                  </a:cubicBezTo>
                  <a:cubicBezTo>
                    <a:pt x="806" y="240"/>
                    <a:pt x="820" y="226"/>
                    <a:pt x="820" y="210"/>
                  </a:cubicBezTo>
                  <a:lnTo>
                    <a:pt x="820" y="120"/>
                  </a:lnTo>
                  <a:lnTo>
                    <a:pt x="760" y="120"/>
                  </a:lnTo>
                  <a:lnTo>
                    <a:pt x="760" y="90"/>
                  </a:lnTo>
                  <a:cubicBezTo>
                    <a:pt x="760" y="73"/>
                    <a:pt x="773" y="60"/>
                    <a:pt x="790" y="60"/>
                  </a:cubicBezTo>
                  <a:cubicBezTo>
                    <a:pt x="806" y="60"/>
                    <a:pt x="820" y="73"/>
                    <a:pt x="820" y="90"/>
                  </a:cubicBezTo>
                  <a:lnTo>
                    <a:pt x="820" y="120"/>
                  </a:lnTo>
                  <a:lnTo>
                    <a:pt x="880" y="120"/>
                  </a:lnTo>
                  <a:lnTo>
                    <a:pt x="880" y="90"/>
                  </a:lnTo>
                  <a:cubicBezTo>
                    <a:pt x="880" y="40"/>
                    <a:pt x="839" y="0"/>
                    <a:pt x="790" y="0"/>
                  </a:cubicBezTo>
                  <a:cubicBezTo>
                    <a:pt x="740" y="0"/>
                    <a:pt x="701" y="40"/>
                    <a:pt x="701" y="90"/>
                  </a:cubicBezTo>
                  <a:lnTo>
                    <a:pt x="701" y="120"/>
                  </a:lnTo>
                  <a:lnTo>
                    <a:pt x="601" y="120"/>
                  </a:lnTo>
                  <a:lnTo>
                    <a:pt x="601" y="210"/>
                  </a:lnTo>
                  <a:cubicBezTo>
                    <a:pt x="601" y="259"/>
                    <a:pt x="561" y="300"/>
                    <a:pt x="511" y="300"/>
                  </a:cubicBezTo>
                  <a:cubicBezTo>
                    <a:pt x="495" y="300"/>
                    <a:pt x="481" y="286"/>
                    <a:pt x="481" y="270"/>
                  </a:cubicBezTo>
                  <a:cubicBezTo>
                    <a:pt x="481" y="253"/>
                    <a:pt x="495" y="240"/>
                    <a:pt x="511" y="240"/>
                  </a:cubicBezTo>
                  <a:cubicBezTo>
                    <a:pt x="528" y="240"/>
                    <a:pt x="541" y="226"/>
                    <a:pt x="541" y="210"/>
                  </a:cubicBezTo>
                  <a:lnTo>
                    <a:pt x="541" y="120"/>
                  </a:lnTo>
                  <a:lnTo>
                    <a:pt x="481" y="120"/>
                  </a:lnTo>
                  <a:lnTo>
                    <a:pt x="481" y="90"/>
                  </a:lnTo>
                  <a:cubicBezTo>
                    <a:pt x="481" y="73"/>
                    <a:pt x="495" y="60"/>
                    <a:pt x="511" y="60"/>
                  </a:cubicBezTo>
                  <a:cubicBezTo>
                    <a:pt x="528" y="60"/>
                    <a:pt x="541" y="73"/>
                    <a:pt x="541" y="90"/>
                  </a:cubicBezTo>
                  <a:lnTo>
                    <a:pt x="541" y="120"/>
                  </a:lnTo>
                  <a:lnTo>
                    <a:pt x="601" y="120"/>
                  </a:lnTo>
                  <a:lnTo>
                    <a:pt x="601" y="90"/>
                  </a:lnTo>
                  <a:cubicBezTo>
                    <a:pt x="601" y="40"/>
                    <a:pt x="561" y="0"/>
                    <a:pt x="511" y="0"/>
                  </a:cubicBezTo>
                  <a:cubicBezTo>
                    <a:pt x="462" y="0"/>
                    <a:pt x="421" y="40"/>
                    <a:pt x="421" y="90"/>
                  </a:cubicBezTo>
                  <a:lnTo>
                    <a:pt x="421" y="120"/>
                  </a:lnTo>
                  <a:lnTo>
                    <a:pt x="321" y="120"/>
                  </a:lnTo>
                  <a:lnTo>
                    <a:pt x="321" y="210"/>
                  </a:lnTo>
                  <a:cubicBezTo>
                    <a:pt x="321" y="259"/>
                    <a:pt x="281" y="300"/>
                    <a:pt x="231" y="300"/>
                  </a:cubicBezTo>
                  <a:cubicBezTo>
                    <a:pt x="215" y="300"/>
                    <a:pt x="201" y="286"/>
                    <a:pt x="201" y="270"/>
                  </a:cubicBezTo>
                  <a:cubicBezTo>
                    <a:pt x="201" y="253"/>
                    <a:pt x="215" y="240"/>
                    <a:pt x="231" y="240"/>
                  </a:cubicBezTo>
                  <a:cubicBezTo>
                    <a:pt x="248" y="240"/>
                    <a:pt x="261" y="226"/>
                    <a:pt x="261" y="210"/>
                  </a:cubicBezTo>
                  <a:lnTo>
                    <a:pt x="261" y="120"/>
                  </a:lnTo>
                  <a:lnTo>
                    <a:pt x="201" y="120"/>
                  </a:lnTo>
                  <a:lnTo>
                    <a:pt x="201" y="90"/>
                  </a:lnTo>
                  <a:cubicBezTo>
                    <a:pt x="201" y="73"/>
                    <a:pt x="215" y="60"/>
                    <a:pt x="231" y="60"/>
                  </a:cubicBezTo>
                  <a:cubicBezTo>
                    <a:pt x="248" y="60"/>
                    <a:pt x="261" y="73"/>
                    <a:pt x="261" y="90"/>
                  </a:cubicBezTo>
                  <a:lnTo>
                    <a:pt x="261" y="120"/>
                  </a:lnTo>
                  <a:lnTo>
                    <a:pt x="321" y="120"/>
                  </a:lnTo>
                  <a:lnTo>
                    <a:pt x="321" y="90"/>
                  </a:lnTo>
                  <a:cubicBezTo>
                    <a:pt x="321" y="40"/>
                    <a:pt x="281" y="0"/>
                    <a:pt x="231" y="0"/>
                  </a:cubicBezTo>
                  <a:cubicBezTo>
                    <a:pt x="182" y="0"/>
                    <a:pt x="141" y="40"/>
                    <a:pt x="141" y="90"/>
                  </a:cubicBezTo>
                  <a:lnTo>
                    <a:pt x="141" y="120"/>
                  </a:lnTo>
                  <a:lnTo>
                    <a:pt x="89" y="120"/>
                  </a:lnTo>
                  <a:cubicBezTo>
                    <a:pt x="40" y="120"/>
                    <a:pt x="0" y="160"/>
                    <a:pt x="0" y="210"/>
                  </a:cubicBezTo>
                  <a:lnTo>
                    <a:pt x="0" y="344"/>
                  </a:lnTo>
                  <a:lnTo>
                    <a:pt x="1022" y="344"/>
                  </a:lnTo>
                  <a:lnTo>
                    <a:pt x="1022" y="210"/>
                  </a:lnTo>
                  <a:cubicBezTo>
                    <a:pt x="1022" y="160"/>
                    <a:pt x="981" y="120"/>
                    <a:pt x="932" y="12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03" name="Google Shape;2403;p53"/>
            <p:cNvSpPr/>
            <p:nvPr/>
          </p:nvSpPr>
          <p:spPr>
            <a:xfrm>
              <a:off x="2810520" y="3632040"/>
              <a:ext cx="122400" cy="122040"/>
            </a:xfrm>
            <a:custGeom>
              <a:rect b="b" l="l" r="r" t="t"/>
              <a:pathLst>
                <a:path extrusionOk="0" h="339" w="340">
                  <a:moveTo>
                    <a:pt x="140" y="70"/>
                  </a:moveTo>
                  <a:cubicBezTo>
                    <a:pt x="140" y="54"/>
                    <a:pt x="154" y="40"/>
                    <a:pt x="170" y="40"/>
                  </a:cubicBezTo>
                  <a:cubicBezTo>
                    <a:pt x="187" y="40"/>
                    <a:pt x="200" y="54"/>
                    <a:pt x="200" y="70"/>
                  </a:cubicBezTo>
                  <a:lnTo>
                    <a:pt x="200" y="140"/>
                  </a:lnTo>
                  <a:lnTo>
                    <a:pt x="250" y="140"/>
                  </a:lnTo>
                  <a:cubicBezTo>
                    <a:pt x="267" y="140"/>
                    <a:pt x="280" y="153"/>
                    <a:pt x="280" y="169"/>
                  </a:cubicBezTo>
                  <a:cubicBezTo>
                    <a:pt x="280" y="186"/>
                    <a:pt x="267" y="199"/>
                    <a:pt x="250" y="199"/>
                  </a:cubicBezTo>
                  <a:lnTo>
                    <a:pt x="170" y="199"/>
                  </a:lnTo>
                  <a:cubicBezTo>
                    <a:pt x="154" y="199"/>
                    <a:pt x="140" y="186"/>
                    <a:pt x="140" y="169"/>
                  </a:cubicBezTo>
                  <a:lnTo>
                    <a:pt x="140" y="70"/>
                  </a:lnTo>
                  <a:moveTo>
                    <a:pt x="170" y="339"/>
                  </a:moveTo>
                  <a:cubicBezTo>
                    <a:pt x="264" y="339"/>
                    <a:pt x="340" y="263"/>
                    <a:pt x="340" y="169"/>
                  </a:cubicBezTo>
                  <a:cubicBezTo>
                    <a:pt x="340" y="77"/>
                    <a:pt x="264" y="0"/>
                    <a:pt x="170" y="0"/>
                  </a:cubicBezTo>
                  <a:cubicBezTo>
                    <a:pt x="77" y="0"/>
                    <a:pt x="0" y="77"/>
                    <a:pt x="0" y="169"/>
                  </a:cubicBezTo>
                  <a:cubicBezTo>
                    <a:pt x="0" y="263"/>
                    <a:pt x="77" y="339"/>
                    <a:pt x="170" y="33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04" name="Google Shape;2404;p53"/>
            <p:cNvSpPr/>
            <p:nvPr/>
          </p:nvSpPr>
          <p:spPr>
            <a:xfrm>
              <a:off x="2745360" y="3581640"/>
              <a:ext cx="367920" cy="222840"/>
            </a:xfrm>
            <a:custGeom>
              <a:rect b="b" l="l" r="r" t="t"/>
              <a:pathLst>
                <a:path extrusionOk="0" h="619" w="1022">
                  <a:moveTo>
                    <a:pt x="351" y="80"/>
                  </a:moveTo>
                  <a:cubicBezTo>
                    <a:pt x="478" y="80"/>
                    <a:pt x="581" y="183"/>
                    <a:pt x="581" y="309"/>
                  </a:cubicBezTo>
                  <a:cubicBezTo>
                    <a:pt x="581" y="436"/>
                    <a:pt x="478" y="539"/>
                    <a:pt x="351" y="539"/>
                  </a:cubicBezTo>
                  <a:cubicBezTo>
                    <a:pt x="225" y="539"/>
                    <a:pt x="121" y="436"/>
                    <a:pt x="121" y="309"/>
                  </a:cubicBezTo>
                  <a:cubicBezTo>
                    <a:pt x="121" y="183"/>
                    <a:pt x="225" y="80"/>
                    <a:pt x="351" y="80"/>
                  </a:cubicBezTo>
                  <a:moveTo>
                    <a:pt x="671" y="399"/>
                  </a:moveTo>
                  <a:lnTo>
                    <a:pt x="870" y="399"/>
                  </a:lnTo>
                  <a:cubicBezTo>
                    <a:pt x="886" y="399"/>
                    <a:pt x="900" y="412"/>
                    <a:pt x="900" y="429"/>
                  </a:cubicBezTo>
                  <a:cubicBezTo>
                    <a:pt x="900" y="446"/>
                    <a:pt x="886" y="459"/>
                    <a:pt x="870" y="459"/>
                  </a:cubicBezTo>
                  <a:lnTo>
                    <a:pt x="671" y="459"/>
                  </a:lnTo>
                  <a:cubicBezTo>
                    <a:pt x="654" y="459"/>
                    <a:pt x="641" y="446"/>
                    <a:pt x="641" y="429"/>
                  </a:cubicBezTo>
                  <a:cubicBezTo>
                    <a:pt x="641" y="412"/>
                    <a:pt x="654" y="399"/>
                    <a:pt x="671" y="399"/>
                  </a:cubicBezTo>
                  <a:moveTo>
                    <a:pt x="671" y="280"/>
                  </a:moveTo>
                  <a:lnTo>
                    <a:pt x="870" y="280"/>
                  </a:lnTo>
                  <a:cubicBezTo>
                    <a:pt x="886" y="280"/>
                    <a:pt x="900" y="293"/>
                    <a:pt x="900" y="309"/>
                  </a:cubicBezTo>
                  <a:cubicBezTo>
                    <a:pt x="900" y="326"/>
                    <a:pt x="886" y="339"/>
                    <a:pt x="870" y="339"/>
                  </a:cubicBezTo>
                  <a:lnTo>
                    <a:pt x="671" y="339"/>
                  </a:lnTo>
                  <a:cubicBezTo>
                    <a:pt x="654" y="339"/>
                    <a:pt x="641" y="326"/>
                    <a:pt x="641" y="309"/>
                  </a:cubicBezTo>
                  <a:cubicBezTo>
                    <a:pt x="641" y="293"/>
                    <a:pt x="654" y="280"/>
                    <a:pt x="671" y="280"/>
                  </a:cubicBezTo>
                  <a:moveTo>
                    <a:pt x="671" y="160"/>
                  </a:moveTo>
                  <a:lnTo>
                    <a:pt x="870" y="160"/>
                  </a:lnTo>
                  <a:cubicBezTo>
                    <a:pt x="886" y="160"/>
                    <a:pt x="900" y="174"/>
                    <a:pt x="900" y="190"/>
                  </a:cubicBezTo>
                  <a:cubicBezTo>
                    <a:pt x="900" y="207"/>
                    <a:pt x="886" y="220"/>
                    <a:pt x="870" y="220"/>
                  </a:cubicBezTo>
                  <a:lnTo>
                    <a:pt x="671" y="220"/>
                  </a:lnTo>
                  <a:cubicBezTo>
                    <a:pt x="654" y="220"/>
                    <a:pt x="641" y="207"/>
                    <a:pt x="641" y="190"/>
                  </a:cubicBezTo>
                  <a:cubicBezTo>
                    <a:pt x="641" y="174"/>
                    <a:pt x="654" y="160"/>
                    <a:pt x="671" y="160"/>
                  </a:cubicBezTo>
                  <a:moveTo>
                    <a:pt x="0" y="529"/>
                  </a:moveTo>
                  <a:cubicBezTo>
                    <a:pt x="0" y="579"/>
                    <a:pt x="40" y="619"/>
                    <a:pt x="90" y="619"/>
                  </a:cubicBezTo>
                  <a:lnTo>
                    <a:pt x="932" y="619"/>
                  </a:lnTo>
                  <a:cubicBezTo>
                    <a:pt x="981" y="619"/>
                    <a:pt x="1022" y="579"/>
                    <a:pt x="1022" y="529"/>
                  </a:cubicBezTo>
                  <a:lnTo>
                    <a:pt x="1022" y="0"/>
                  </a:lnTo>
                  <a:lnTo>
                    <a:pt x="0" y="0"/>
                  </a:lnTo>
                  <a:lnTo>
                    <a:pt x="0" y="529"/>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05" name="Google Shape;2405;p53"/>
          <p:cNvGrpSpPr/>
          <p:nvPr/>
        </p:nvGrpSpPr>
        <p:grpSpPr>
          <a:xfrm>
            <a:off x="3249481" y="3541340"/>
            <a:ext cx="344468" cy="343820"/>
            <a:chOff x="3560040" y="3429360"/>
            <a:chExt cx="383040" cy="382320"/>
          </a:xfrm>
        </p:grpSpPr>
        <p:sp>
          <p:nvSpPr>
            <p:cNvPr id="2406" name="Google Shape;2406;p53"/>
            <p:cNvSpPr/>
            <p:nvPr/>
          </p:nvSpPr>
          <p:spPr>
            <a:xfrm>
              <a:off x="3684240" y="3429360"/>
              <a:ext cx="134640" cy="74520"/>
            </a:xfrm>
            <a:custGeom>
              <a:rect b="b" l="l" r="r" t="t"/>
              <a:pathLst>
                <a:path extrusionOk="0" h="207" w="374">
                  <a:moveTo>
                    <a:pt x="31" y="207"/>
                  </a:moveTo>
                  <a:lnTo>
                    <a:pt x="343" y="207"/>
                  </a:lnTo>
                  <a:cubicBezTo>
                    <a:pt x="360" y="207"/>
                    <a:pt x="374" y="193"/>
                    <a:pt x="374" y="176"/>
                  </a:cubicBezTo>
                  <a:lnTo>
                    <a:pt x="374" y="124"/>
                  </a:lnTo>
                  <a:cubicBezTo>
                    <a:pt x="374" y="101"/>
                    <a:pt x="355" y="83"/>
                    <a:pt x="332" y="83"/>
                  </a:cubicBezTo>
                  <a:lnTo>
                    <a:pt x="270" y="83"/>
                  </a:lnTo>
                  <a:cubicBezTo>
                    <a:pt x="270" y="37"/>
                    <a:pt x="233" y="0"/>
                    <a:pt x="187" y="0"/>
                  </a:cubicBezTo>
                  <a:cubicBezTo>
                    <a:pt x="141" y="0"/>
                    <a:pt x="104" y="37"/>
                    <a:pt x="104" y="83"/>
                  </a:cubicBezTo>
                  <a:lnTo>
                    <a:pt x="42" y="83"/>
                  </a:lnTo>
                  <a:cubicBezTo>
                    <a:pt x="19" y="83"/>
                    <a:pt x="0" y="101"/>
                    <a:pt x="0" y="124"/>
                  </a:cubicBezTo>
                  <a:lnTo>
                    <a:pt x="0" y="176"/>
                  </a:lnTo>
                  <a:cubicBezTo>
                    <a:pt x="0" y="193"/>
                    <a:pt x="14" y="207"/>
                    <a:pt x="31" y="207"/>
                  </a:cubicBezTo>
                  <a:close/>
                </a:path>
              </a:pathLst>
            </a:custGeom>
            <a:solidFill>
              <a:schemeClr val="lt1"/>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07" name="Google Shape;2407;p53"/>
            <p:cNvSpPr/>
            <p:nvPr/>
          </p:nvSpPr>
          <p:spPr>
            <a:xfrm>
              <a:off x="3839040" y="3579480"/>
              <a:ext cx="45000" cy="45000"/>
            </a:xfrm>
            <a:custGeom>
              <a:rect b="b" l="l" r="r" t="t"/>
              <a:pathLst>
                <a:path extrusionOk="0" h="125" w="125">
                  <a:moveTo>
                    <a:pt x="125" y="62"/>
                  </a:moveTo>
                  <a:cubicBezTo>
                    <a:pt x="125" y="97"/>
                    <a:pt x="97" y="125"/>
                    <a:pt x="62" y="125"/>
                  </a:cubicBezTo>
                  <a:cubicBezTo>
                    <a:pt x="28" y="125"/>
                    <a:pt x="0" y="97"/>
                    <a:pt x="0" y="62"/>
                  </a:cubicBezTo>
                  <a:cubicBezTo>
                    <a:pt x="0" y="28"/>
                    <a:pt x="28" y="0"/>
                    <a:pt x="62" y="0"/>
                  </a:cubicBezTo>
                  <a:cubicBezTo>
                    <a:pt x="97" y="0"/>
                    <a:pt x="125" y="28"/>
                    <a:pt x="125" y="62"/>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08" name="Google Shape;2408;p53"/>
            <p:cNvSpPr/>
            <p:nvPr/>
          </p:nvSpPr>
          <p:spPr>
            <a:xfrm>
              <a:off x="3773160" y="3579480"/>
              <a:ext cx="26280" cy="45000"/>
            </a:xfrm>
            <a:custGeom>
              <a:rect b="b" l="l" r="r" t="t"/>
              <a:pathLst>
                <a:path extrusionOk="0" h="125" w="73">
                  <a:moveTo>
                    <a:pt x="1" y="125"/>
                  </a:moveTo>
                  <a:cubicBezTo>
                    <a:pt x="11" y="125"/>
                    <a:pt x="21" y="124"/>
                    <a:pt x="28" y="124"/>
                  </a:cubicBezTo>
                  <a:cubicBezTo>
                    <a:pt x="59" y="124"/>
                    <a:pt x="73" y="93"/>
                    <a:pt x="73" y="62"/>
                  </a:cubicBezTo>
                  <a:cubicBezTo>
                    <a:pt x="73" y="32"/>
                    <a:pt x="61" y="0"/>
                    <a:pt x="27" y="0"/>
                  </a:cubicBezTo>
                  <a:lnTo>
                    <a:pt x="0" y="0"/>
                  </a:lnTo>
                  <a:cubicBezTo>
                    <a:pt x="0" y="21"/>
                    <a:pt x="1" y="105"/>
                    <a:pt x="1" y="12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09" name="Google Shape;2409;p53"/>
            <p:cNvSpPr/>
            <p:nvPr/>
          </p:nvSpPr>
          <p:spPr>
            <a:xfrm>
              <a:off x="3668760" y="3579480"/>
              <a:ext cx="44640" cy="45000"/>
            </a:xfrm>
            <a:custGeom>
              <a:rect b="b" l="l" r="r" t="t"/>
              <a:pathLst>
                <a:path extrusionOk="0" h="125" w="124">
                  <a:moveTo>
                    <a:pt x="124" y="62"/>
                  </a:moveTo>
                  <a:cubicBezTo>
                    <a:pt x="124" y="97"/>
                    <a:pt x="96" y="125"/>
                    <a:pt x="62" y="125"/>
                  </a:cubicBezTo>
                  <a:cubicBezTo>
                    <a:pt x="27" y="125"/>
                    <a:pt x="0" y="97"/>
                    <a:pt x="0" y="62"/>
                  </a:cubicBezTo>
                  <a:cubicBezTo>
                    <a:pt x="0" y="28"/>
                    <a:pt x="27" y="0"/>
                    <a:pt x="62" y="0"/>
                  </a:cubicBezTo>
                  <a:cubicBezTo>
                    <a:pt x="96" y="0"/>
                    <a:pt x="124" y="28"/>
                    <a:pt x="124" y="62"/>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0" name="Google Shape;2410;p53"/>
            <p:cNvSpPr/>
            <p:nvPr/>
          </p:nvSpPr>
          <p:spPr>
            <a:xfrm>
              <a:off x="3560040" y="3474000"/>
              <a:ext cx="383040" cy="337680"/>
            </a:xfrm>
            <a:custGeom>
              <a:rect b="b" l="l" r="r" t="t"/>
              <a:pathLst>
                <a:path extrusionOk="0" h="938" w="1064">
                  <a:moveTo>
                    <a:pt x="837" y="459"/>
                  </a:moveTo>
                  <a:cubicBezTo>
                    <a:pt x="780" y="459"/>
                    <a:pt x="734" y="413"/>
                    <a:pt x="734" y="355"/>
                  </a:cubicBezTo>
                  <a:cubicBezTo>
                    <a:pt x="734" y="298"/>
                    <a:pt x="780" y="252"/>
                    <a:pt x="837" y="252"/>
                  </a:cubicBezTo>
                  <a:cubicBezTo>
                    <a:pt x="895" y="252"/>
                    <a:pt x="941" y="298"/>
                    <a:pt x="941" y="355"/>
                  </a:cubicBezTo>
                  <a:cubicBezTo>
                    <a:pt x="941" y="413"/>
                    <a:pt x="895" y="459"/>
                    <a:pt x="837" y="459"/>
                  </a:cubicBezTo>
                  <a:moveTo>
                    <a:pt x="885" y="620"/>
                  </a:moveTo>
                  <a:lnTo>
                    <a:pt x="428" y="620"/>
                  </a:lnTo>
                  <a:cubicBezTo>
                    <a:pt x="411" y="620"/>
                    <a:pt x="397" y="606"/>
                    <a:pt x="397" y="589"/>
                  </a:cubicBezTo>
                  <a:cubicBezTo>
                    <a:pt x="397" y="573"/>
                    <a:pt x="411" y="559"/>
                    <a:pt x="428" y="559"/>
                  </a:cubicBezTo>
                  <a:lnTo>
                    <a:pt x="885" y="559"/>
                  </a:lnTo>
                  <a:cubicBezTo>
                    <a:pt x="902" y="559"/>
                    <a:pt x="916" y="573"/>
                    <a:pt x="916" y="589"/>
                  </a:cubicBezTo>
                  <a:cubicBezTo>
                    <a:pt x="916" y="606"/>
                    <a:pt x="902" y="620"/>
                    <a:pt x="885" y="620"/>
                  </a:cubicBezTo>
                  <a:moveTo>
                    <a:pt x="885" y="745"/>
                  </a:moveTo>
                  <a:lnTo>
                    <a:pt x="428" y="745"/>
                  </a:lnTo>
                  <a:cubicBezTo>
                    <a:pt x="411" y="745"/>
                    <a:pt x="397" y="731"/>
                    <a:pt x="397" y="714"/>
                  </a:cubicBezTo>
                  <a:cubicBezTo>
                    <a:pt x="397" y="697"/>
                    <a:pt x="411" y="683"/>
                    <a:pt x="428" y="683"/>
                  </a:cubicBezTo>
                  <a:lnTo>
                    <a:pt x="885" y="683"/>
                  </a:lnTo>
                  <a:cubicBezTo>
                    <a:pt x="902" y="683"/>
                    <a:pt x="916" y="697"/>
                    <a:pt x="916" y="714"/>
                  </a:cubicBezTo>
                  <a:cubicBezTo>
                    <a:pt x="916" y="731"/>
                    <a:pt x="902" y="745"/>
                    <a:pt x="885" y="745"/>
                  </a:cubicBezTo>
                  <a:moveTo>
                    <a:pt x="260" y="355"/>
                  </a:moveTo>
                  <a:cubicBezTo>
                    <a:pt x="260" y="298"/>
                    <a:pt x="307" y="252"/>
                    <a:pt x="364" y="252"/>
                  </a:cubicBezTo>
                  <a:cubicBezTo>
                    <a:pt x="421" y="252"/>
                    <a:pt x="468" y="298"/>
                    <a:pt x="468" y="355"/>
                  </a:cubicBezTo>
                  <a:cubicBezTo>
                    <a:pt x="468" y="413"/>
                    <a:pt x="421" y="459"/>
                    <a:pt x="364" y="459"/>
                  </a:cubicBezTo>
                  <a:cubicBezTo>
                    <a:pt x="307" y="459"/>
                    <a:pt x="260" y="413"/>
                    <a:pt x="260" y="355"/>
                  </a:cubicBezTo>
                  <a:moveTo>
                    <a:pt x="304" y="620"/>
                  </a:moveTo>
                  <a:lnTo>
                    <a:pt x="179" y="620"/>
                  </a:lnTo>
                  <a:cubicBezTo>
                    <a:pt x="162" y="620"/>
                    <a:pt x="148" y="606"/>
                    <a:pt x="148" y="589"/>
                  </a:cubicBezTo>
                  <a:cubicBezTo>
                    <a:pt x="148" y="573"/>
                    <a:pt x="162" y="559"/>
                    <a:pt x="179" y="559"/>
                  </a:cubicBezTo>
                  <a:lnTo>
                    <a:pt x="304" y="559"/>
                  </a:lnTo>
                  <a:cubicBezTo>
                    <a:pt x="321" y="559"/>
                    <a:pt x="335" y="573"/>
                    <a:pt x="335" y="589"/>
                  </a:cubicBezTo>
                  <a:cubicBezTo>
                    <a:pt x="335" y="606"/>
                    <a:pt x="321" y="620"/>
                    <a:pt x="304" y="620"/>
                  </a:cubicBezTo>
                  <a:moveTo>
                    <a:pt x="304" y="745"/>
                  </a:moveTo>
                  <a:lnTo>
                    <a:pt x="179" y="745"/>
                  </a:lnTo>
                  <a:cubicBezTo>
                    <a:pt x="162" y="745"/>
                    <a:pt x="148" y="731"/>
                    <a:pt x="148" y="714"/>
                  </a:cubicBezTo>
                  <a:cubicBezTo>
                    <a:pt x="148" y="697"/>
                    <a:pt x="162" y="683"/>
                    <a:pt x="179" y="683"/>
                  </a:cubicBezTo>
                  <a:lnTo>
                    <a:pt x="304" y="683"/>
                  </a:lnTo>
                  <a:cubicBezTo>
                    <a:pt x="321" y="683"/>
                    <a:pt x="335" y="697"/>
                    <a:pt x="335" y="714"/>
                  </a:cubicBezTo>
                  <a:cubicBezTo>
                    <a:pt x="335" y="731"/>
                    <a:pt x="321" y="745"/>
                    <a:pt x="304" y="745"/>
                  </a:cubicBezTo>
                  <a:moveTo>
                    <a:pt x="123" y="272"/>
                  </a:moveTo>
                  <a:cubicBezTo>
                    <a:pt x="123" y="261"/>
                    <a:pt x="132" y="252"/>
                    <a:pt x="144" y="252"/>
                  </a:cubicBezTo>
                  <a:lnTo>
                    <a:pt x="235" y="252"/>
                  </a:lnTo>
                  <a:cubicBezTo>
                    <a:pt x="247" y="252"/>
                    <a:pt x="256" y="261"/>
                    <a:pt x="256" y="272"/>
                  </a:cubicBezTo>
                  <a:cubicBezTo>
                    <a:pt x="256" y="284"/>
                    <a:pt x="247" y="293"/>
                    <a:pt x="235" y="293"/>
                  </a:cubicBezTo>
                  <a:lnTo>
                    <a:pt x="210" y="293"/>
                  </a:lnTo>
                  <a:lnTo>
                    <a:pt x="210" y="439"/>
                  </a:lnTo>
                  <a:cubicBezTo>
                    <a:pt x="210" y="450"/>
                    <a:pt x="201" y="459"/>
                    <a:pt x="189" y="459"/>
                  </a:cubicBezTo>
                  <a:cubicBezTo>
                    <a:pt x="178" y="459"/>
                    <a:pt x="169" y="450"/>
                    <a:pt x="169" y="439"/>
                  </a:cubicBezTo>
                  <a:lnTo>
                    <a:pt x="169" y="293"/>
                  </a:lnTo>
                  <a:lnTo>
                    <a:pt x="144" y="293"/>
                  </a:lnTo>
                  <a:cubicBezTo>
                    <a:pt x="132" y="293"/>
                    <a:pt x="123" y="284"/>
                    <a:pt x="123" y="272"/>
                  </a:cubicBezTo>
                  <a:moveTo>
                    <a:pt x="557" y="258"/>
                  </a:moveTo>
                  <a:cubicBezTo>
                    <a:pt x="561" y="254"/>
                    <a:pt x="566" y="252"/>
                    <a:pt x="572" y="252"/>
                  </a:cubicBezTo>
                  <a:lnTo>
                    <a:pt x="619" y="252"/>
                  </a:lnTo>
                  <a:cubicBezTo>
                    <a:pt x="671" y="252"/>
                    <a:pt x="707" y="293"/>
                    <a:pt x="707" y="355"/>
                  </a:cubicBezTo>
                  <a:cubicBezTo>
                    <a:pt x="707" y="415"/>
                    <a:pt x="670" y="458"/>
                    <a:pt x="620" y="459"/>
                  </a:cubicBezTo>
                  <a:cubicBezTo>
                    <a:pt x="607" y="459"/>
                    <a:pt x="573" y="459"/>
                    <a:pt x="572" y="459"/>
                  </a:cubicBezTo>
                  <a:lnTo>
                    <a:pt x="572" y="459"/>
                  </a:lnTo>
                  <a:cubicBezTo>
                    <a:pt x="566" y="459"/>
                    <a:pt x="561" y="457"/>
                    <a:pt x="557" y="453"/>
                  </a:cubicBezTo>
                  <a:cubicBezTo>
                    <a:pt x="553" y="449"/>
                    <a:pt x="551" y="444"/>
                    <a:pt x="551" y="439"/>
                  </a:cubicBezTo>
                  <a:cubicBezTo>
                    <a:pt x="551" y="438"/>
                    <a:pt x="551" y="272"/>
                    <a:pt x="551" y="272"/>
                  </a:cubicBezTo>
                  <a:cubicBezTo>
                    <a:pt x="551" y="267"/>
                    <a:pt x="553" y="262"/>
                    <a:pt x="557" y="258"/>
                  </a:cubicBezTo>
                  <a:moveTo>
                    <a:pt x="970" y="0"/>
                  </a:moveTo>
                  <a:lnTo>
                    <a:pt x="781" y="0"/>
                  </a:lnTo>
                  <a:lnTo>
                    <a:pt x="781" y="52"/>
                  </a:lnTo>
                  <a:cubicBezTo>
                    <a:pt x="781" y="104"/>
                    <a:pt x="739" y="146"/>
                    <a:pt x="688" y="146"/>
                  </a:cubicBezTo>
                  <a:lnTo>
                    <a:pt x="376" y="146"/>
                  </a:lnTo>
                  <a:cubicBezTo>
                    <a:pt x="325" y="146"/>
                    <a:pt x="283" y="104"/>
                    <a:pt x="283" y="52"/>
                  </a:cubicBezTo>
                  <a:lnTo>
                    <a:pt x="283" y="0"/>
                  </a:lnTo>
                  <a:lnTo>
                    <a:pt x="94" y="0"/>
                  </a:lnTo>
                  <a:cubicBezTo>
                    <a:pt x="42" y="0"/>
                    <a:pt x="0" y="42"/>
                    <a:pt x="0" y="94"/>
                  </a:cubicBezTo>
                  <a:lnTo>
                    <a:pt x="0" y="845"/>
                  </a:lnTo>
                  <a:cubicBezTo>
                    <a:pt x="0" y="896"/>
                    <a:pt x="42" y="938"/>
                    <a:pt x="94" y="938"/>
                  </a:cubicBezTo>
                  <a:lnTo>
                    <a:pt x="970" y="938"/>
                  </a:lnTo>
                  <a:cubicBezTo>
                    <a:pt x="1022" y="938"/>
                    <a:pt x="1064" y="896"/>
                    <a:pt x="1064" y="845"/>
                  </a:cubicBezTo>
                  <a:lnTo>
                    <a:pt x="1064" y="94"/>
                  </a:lnTo>
                  <a:cubicBezTo>
                    <a:pt x="1064" y="42"/>
                    <a:pt x="1022" y="0"/>
                    <a:pt x="970"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11" name="Google Shape;2411;p53"/>
          <p:cNvGrpSpPr/>
          <p:nvPr/>
        </p:nvGrpSpPr>
        <p:grpSpPr>
          <a:xfrm>
            <a:off x="4034246" y="3541017"/>
            <a:ext cx="316302" cy="344144"/>
            <a:chOff x="4432680" y="3429000"/>
            <a:chExt cx="351720" cy="382680"/>
          </a:xfrm>
        </p:grpSpPr>
        <p:sp>
          <p:nvSpPr>
            <p:cNvPr id="2412" name="Google Shape;2412;p53"/>
            <p:cNvSpPr/>
            <p:nvPr/>
          </p:nvSpPr>
          <p:spPr>
            <a:xfrm>
              <a:off x="4549680" y="3706920"/>
              <a:ext cx="117720" cy="37440"/>
            </a:xfrm>
            <a:custGeom>
              <a:rect b="b" l="l" r="r" t="t"/>
              <a:pathLst>
                <a:path extrusionOk="0" h="104" w="327">
                  <a:moveTo>
                    <a:pt x="321" y="0"/>
                  </a:moveTo>
                  <a:lnTo>
                    <a:pt x="6" y="0"/>
                  </a:lnTo>
                  <a:lnTo>
                    <a:pt x="0" y="82"/>
                  </a:lnTo>
                  <a:cubicBezTo>
                    <a:pt x="-1" y="94"/>
                    <a:pt x="9" y="104"/>
                    <a:pt x="21" y="104"/>
                  </a:cubicBezTo>
                  <a:lnTo>
                    <a:pt x="306" y="104"/>
                  </a:lnTo>
                  <a:cubicBezTo>
                    <a:pt x="318" y="104"/>
                    <a:pt x="328" y="94"/>
                    <a:pt x="327" y="82"/>
                  </a:cubicBezTo>
                  <a:lnTo>
                    <a:pt x="321"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3" name="Google Shape;2413;p53"/>
            <p:cNvSpPr/>
            <p:nvPr/>
          </p:nvSpPr>
          <p:spPr>
            <a:xfrm>
              <a:off x="4751640" y="3655080"/>
              <a:ext cx="32760" cy="44640"/>
            </a:xfrm>
            <a:custGeom>
              <a:rect b="b" l="l" r="r" t="t"/>
              <a:pathLst>
                <a:path extrusionOk="0" h="124" w="91">
                  <a:moveTo>
                    <a:pt x="0" y="0"/>
                  </a:moveTo>
                  <a:lnTo>
                    <a:pt x="9" y="124"/>
                  </a:lnTo>
                  <a:lnTo>
                    <a:pt x="91" y="124"/>
                  </a:lnTo>
                  <a:lnTo>
                    <a:pt x="91" y="92"/>
                  </a:lnTo>
                  <a:cubicBezTo>
                    <a:pt x="91" y="43"/>
                    <a:pt x="50" y="1"/>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4" name="Google Shape;2414;p53"/>
            <p:cNvSpPr/>
            <p:nvPr/>
          </p:nvSpPr>
          <p:spPr>
            <a:xfrm>
              <a:off x="4756320" y="3722040"/>
              <a:ext cx="28080" cy="59400"/>
            </a:xfrm>
            <a:custGeom>
              <a:rect b="b" l="l" r="r" t="t"/>
              <a:pathLst>
                <a:path extrusionOk="0" h="165" w="78">
                  <a:moveTo>
                    <a:pt x="7" y="100"/>
                  </a:moveTo>
                  <a:cubicBezTo>
                    <a:pt x="9" y="122"/>
                    <a:pt x="7" y="144"/>
                    <a:pt x="1" y="165"/>
                  </a:cubicBezTo>
                  <a:cubicBezTo>
                    <a:pt x="45" y="157"/>
                    <a:pt x="78" y="118"/>
                    <a:pt x="78" y="73"/>
                  </a:cubicBezTo>
                  <a:lnTo>
                    <a:pt x="78" y="0"/>
                  </a:lnTo>
                  <a:lnTo>
                    <a:pt x="0" y="0"/>
                  </a:lnTo>
                  <a:lnTo>
                    <a:pt x="7" y="100"/>
                  </a:lnTo>
                  <a:close/>
                </a:path>
              </a:pathLst>
            </a:custGeom>
            <a:solidFill>
              <a:schemeClr val="lt1"/>
            </a:solidFill>
            <a:ln>
              <a:noFill/>
            </a:ln>
          </p:spPr>
          <p:txBody>
            <a:bodyPr anchorCtr="1" anchor="ctr" bIns="14400" lIns="90000" spcFirstLastPara="1" rIns="90000" wrap="square" tIns="14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5" name="Google Shape;2415;p53"/>
            <p:cNvSpPr/>
            <p:nvPr/>
          </p:nvSpPr>
          <p:spPr>
            <a:xfrm>
              <a:off x="4432680" y="3655080"/>
              <a:ext cx="32760" cy="44640"/>
            </a:xfrm>
            <a:custGeom>
              <a:rect b="b" l="l" r="r" t="t"/>
              <a:pathLst>
                <a:path extrusionOk="0" h="124" w="91">
                  <a:moveTo>
                    <a:pt x="0" y="92"/>
                  </a:moveTo>
                  <a:lnTo>
                    <a:pt x="0" y="124"/>
                  </a:lnTo>
                  <a:lnTo>
                    <a:pt x="82" y="124"/>
                  </a:lnTo>
                  <a:lnTo>
                    <a:pt x="91" y="0"/>
                  </a:lnTo>
                  <a:cubicBezTo>
                    <a:pt x="41" y="1"/>
                    <a:pt x="0" y="43"/>
                    <a:pt x="0" y="92"/>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6" name="Google Shape;2416;p53"/>
            <p:cNvSpPr/>
            <p:nvPr/>
          </p:nvSpPr>
          <p:spPr>
            <a:xfrm>
              <a:off x="4432680" y="3722040"/>
              <a:ext cx="28080" cy="59400"/>
            </a:xfrm>
            <a:custGeom>
              <a:rect b="b" l="l" r="r" t="t"/>
              <a:pathLst>
                <a:path extrusionOk="0" h="165" w="78">
                  <a:moveTo>
                    <a:pt x="78" y="0"/>
                  </a:moveTo>
                  <a:lnTo>
                    <a:pt x="0" y="0"/>
                  </a:lnTo>
                  <a:lnTo>
                    <a:pt x="0" y="73"/>
                  </a:lnTo>
                  <a:cubicBezTo>
                    <a:pt x="0" y="118"/>
                    <a:pt x="33" y="157"/>
                    <a:pt x="77" y="165"/>
                  </a:cubicBezTo>
                  <a:cubicBezTo>
                    <a:pt x="71" y="144"/>
                    <a:pt x="69" y="122"/>
                    <a:pt x="71" y="100"/>
                  </a:cubicBezTo>
                  <a:lnTo>
                    <a:pt x="78" y="0"/>
                  </a:lnTo>
                  <a:close/>
                </a:path>
              </a:pathLst>
            </a:custGeom>
            <a:solidFill>
              <a:schemeClr val="lt1"/>
            </a:solidFill>
            <a:ln>
              <a:noFill/>
            </a:ln>
          </p:spPr>
          <p:txBody>
            <a:bodyPr anchorCtr="1" anchor="ctr" bIns="14400" lIns="90000" spcFirstLastPara="1" rIns="90000" wrap="square" tIns="14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7" name="Google Shape;2417;p53"/>
            <p:cNvSpPr/>
            <p:nvPr/>
          </p:nvSpPr>
          <p:spPr>
            <a:xfrm>
              <a:off x="4480560" y="3580200"/>
              <a:ext cx="255960" cy="231480"/>
            </a:xfrm>
            <a:custGeom>
              <a:rect b="b" l="l" r="r" t="t"/>
              <a:pathLst>
                <a:path extrusionOk="0" h="643" w="711">
                  <a:moveTo>
                    <a:pt x="563" y="495"/>
                  </a:moveTo>
                  <a:cubicBezTo>
                    <a:pt x="549" y="510"/>
                    <a:pt x="530" y="519"/>
                    <a:pt x="509" y="519"/>
                  </a:cubicBezTo>
                  <a:lnTo>
                    <a:pt x="202" y="519"/>
                  </a:lnTo>
                  <a:cubicBezTo>
                    <a:pt x="182" y="519"/>
                    <a:pt x="162" y="510"/>
                    <a:pt x="148" y="495"/>
                  </a:cubicBezTo>
                  <a:cubicBezTo>
                    <a:pt x="135" y="481"/>
                    <a:pt x="128" y="461"/>
                    <a:pt x="129" y="441"/>
                  </a:cubicBezTo>
                  <a:lnTo>
                    <a:pt x="144" y="234"/>
                  </a:lnTo>
                  <a:cubicBezTo>
                    <a:pt x="147" y="196"/>
                    <a:pt x="179" y="166"/>
                    <a:pt x="216" y="166"/>
                  </a:cubicBezTo>
                  <a:lnTo>
                    <a:pt x="495" y="166"/>
                  </a:lnTo>
                  <a:cubicBezTo>
                    <a:pt x="533" y="166"/>
                    <a:pt x="564" y="196"/>
                    <a:pt x="567" y="234"/>
                  </a:cubicBezTo>
                  <a:lnTo>
                    <a:pt x="582" y="441"/>
                  </a:lnTo>
                  <a:cubicBezTo>
                    <a:pt x="583" y="461"/>
                    <a:pt x="576" y="481"/>
                    <a:pt x="563" y="495"/>
                  </a:cubicBezTo>
                  <a:moveTo>
                    <a:pt x="686" y="145"/>
                  </a:moveTo>
                  <a:cubicBezTo>
                    <a:pt x="680" y="64"/>
                    <a:pt x="612" y="0"/>
                    <a:pt x="530" y="0"/>
                  </a:cubicBezTo>
                  <a:lnTo>
                    <a:pt x="181" y="0"/>
                  </a:lnTo>
                  <a:cubicBezTo>
                    <a:pt x="99" y="0"/>
                    <a:pt x="31" y="64"/>
                    <a:pt x="25" y="145"/>
                  </a:cubicBezTo>
                  <a:lnTo>
                    <a:pt x="0" y="499"/>
                  </a:lnTo>
                  <a:cubicBezTo>
                    <a:pt x="-3" y="536"/>
                    <a:pt x="10" y="573"/>
                    <a:pt x="36" y="600"/>
                  </a:cubicBezTo>
                  <a:cubicBezTo>
                    <a:pt x="61" y="627"/>
                    <a:pt x="97" y="643"/>
                    <a:pt x="135" y="643"/>
                  </a:cubicBezTo>
                  <a:lnTo>
                    <a:pt x="576" y="643"/>
                  </a:lnTo>
                  <a:cubicBezTo>
                    <a:pt x="614" y="643"/>
                    <a:pt x="650" y="627"/>
                    <a:pt x="675" y="600"/>
                  </a:cubicBezTo>
                  <a:cubicBezTo>
                    <a:pt x="701" y="573"/>
                    <a:pt x="714" y="536"/>
                    <a:pt x="711" y="499"/>
                  </a:cubicBezTo>
                  <a:lnTo>
                    <a:pt x="686" y="145"/>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8" name="Google Shape;2418;p53"/>
            <p:cNvSpPr/>
            <p:nvPr/>
          </p:nvSpPr>
          <p:spPr>
            <a:xfrm>
              <a:off x="4553280" y="3662640"/>
              <a:ext cx="110520" cy="21960"/>
            </a:xfrm>
            <a:custGeom>
              <a:rect b="b" l="l" r="r" t="t"/>
              <a:pathLst>
                <a:path extrusionOk="0" h="61" w="307">
                  <a:moveTo>
                    <a:pt x="304" y="19"/>
                  </a:moveTo>
                  <a:cubicBezTo>
                    <a:pt x="303" y="8"/>
                    <a:pt x="294" y="0"/>
                    <a:pt x="283" y="0"/>
                  </a:cubicBezTo>
                  <a:lnTo>
                    <a:pt x="24" y="0"/>
                  </a:lnTo>
                  <a:cubicBezTo>
                    <a:pt x="13" y="0"/>
                    <a:pt x="4" y="8"/>
                    <a:pt x="3" y="19"/>
                  </a:cubicBezTo>
                  <a:lnTo>
                    <a:pt x="0" y="61"/>
                  </a:lnTo>
                  <a:lnTo>
                    <a:pt x="307" y="61"/>
                  </a:lnTo>
                  <a:lnTo>
                    <a:pt x="304" y="19"/>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19" name="Google Shape;2419;p53"/>
            <p:cNvSpPr/>
            <p:nvPr/>
          </p:nvSpPr>
          <p:spPr>
            <a:xfrm>
              <a:off x="4477680" y="3429360"/>
              <a:ext cx="261720" cy="155880"/>
            </a:xfrm>
            <a:custGeom>
              <a:rect b="b" l="l" r="r" t="t"/>
              <a:pathLst>
                <a:path extrusionOk="0" h="433" w="727">
                  <a:moveTo>
                    <a:pt x="467" y="280"/>
                  </a:moveTo>
                  <a:lnTo>
                    <a:pt x="260" y="280"/>
                  </a:lnTo>
                  <a:cubicBezTo>
                    <a:pt x="242" y="280"/>
                    <a:pt x="228" y="266"/>
                    <a:pt x="228" y="249"/>
                  </a:cubicBezTo>
                  <a:cubicBezTo>
                    <a:pt x="228" y="232"/>
                    <a:pt x="242" y="218"/>
                    <a:pt x="260" y="218"/>
                  </a:cubicBezTo>
                  <a:lnTo>
                    <a:pt x="467" y="218"/>
                  </a:lnTo>
                  <a:cubicBezTo>
                    <a:pt x="485" y="218"/>
                    <a:pt x="499" y="232"/>
                    <a:pt x="499" y="249"/>
                  </a:cubicBezTo>
                  <a:cubicBezTo>
                    <a:pt x="499" y="266"/>
                    <a:pt x="485" y="280"/>
                    <a:pt x="467" y="280"/>
                  </a:cubicBezTo>
                  <a:moveTo>
                    <a:pt x="312" y="72"/>
                  </a:moveTo>
                  <a:cubicBezTo>
                    <a:pt x="312" y="67"/>
                    <a:pt x="316" y="62"/>
                    <a:pt x="322" y="62"/>
                  </a:cubicBezTo>
                  <a:lnTo>
                    <a:pt x="405" y="62"/>
                  </a:lnTo>
                  <a:cubicBezTo>
                    <a:pt x="411" y="62"/>
                    <a:pt x="415" y="67"/>
                    <a:pt x="415" y="72"/>
                  </a:cubicBezTo>
                  <a:lnTo>
                    <a:pt x="415" y="124"/>
                  </a:lnTo>
                  <a:lnTo>
                    <a:pt x="312" y="124"/>
                  </a:lnTo>
                  <a:lnTo>
                    <a:pt x="312" y="72"/>
                  </a:lnTo>
                  <a:moveTo>
                    <a:pt x="562" y="124"/>
                  </a:moveTo>
                  <a:lnTo>
                    <a:pt x="478" y="124"/>
                  </a:lnTo>
                  <a:lnTo>
                    <a:pt x="478" y="72"/>
                  </a:lnTo>
                  <a:cubicBezTo>
                    <a:pt x="478" y="32"/>
                    <a:pt x="445" y="0"/>
                    <a:pt x="405" y="0"/>
                  </a:cubicBezTo>
                  <a:lnTo>
                    <a:pt x="322" y="0"/>
                  </a:lnTo>
                  <a:cubicBezTo>
                    <a:pt x="282" y="0"/>
                    <a:pt x="249" y="32"/>
                    <a:pt x="249" y="72"/>
                  </a:cubicBezTo>
                  <a:lnTo>
                    <a:pt x="249" y="124"/>
                  </a:lnTo>
                  <a:lnTo>
                    <a:pt x="165" y="124"/>
                  </a:lnTo>
                  <a:cubicBezTo>
                    <a:pt x="74" y="124"/>
                    <a:pt x="0" y="198"/>
                    <a:pt x="0" y="289"/>
                  </a:cubicBezTo>
                  <a:cubicBezTo>
                    <a:pt x="0" y="299"/>
                    <a:pt x="1" y="309"/>
                    <a:pt x="3" y="318"/>
                  </a:cubicBezTo>
                  <a:lnTo>
                    <a:pt x="24" y="433"/>
                  </a:lnTo>
                  <a:cubicBezTo>
                    <a:pt x="64" y="386"/>
                    <a:pt x="123" y="357"/>
                    <a:pt x="189" y="357"/>
                  </a:cubicBezTo>
                  <a:lnTo>
                    <a:pt x="538" y="357"/>
                  </a:lnTo>
                  <a:cubicBezTo>
                    <a:pt x="604" y="357"/>
                    <a:pt x="663" y="386"/>
                    <a:pt x="704" y="433"/>
                  </a:cubicBezTo>
                  <a:lnTo>
                    <a:pt x="724" y="318"/>
                  </a:lnTo>
                  <a:cubicBezTo>
                    <a:pt x="726" y="309"/>
                    <a:pt x="727" y="299"/>
                    <a:pt x="727" y="289"/>
                  </a:cubicBezTo>
                  <a:cubicBezTo>
                    <a:pt x="727" y="198"/>
                    <a:pt x="653" y="124"/>
                    <a:pt x="562" y="12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20" name="Google Shape;2420;p53"/>
            <p:cNvSpPr/>
            <p:nvPr/>
          </p:nvSpPr>
          <p:spPr>
            <a:xfrm>
              <a:off x="4682160" y="3429000"/>
              <a:ext cx="53640" cy="40680"/>
            </a:xfrm>
            <a:custGeom>
              <a:rect b="b" l="l" r="r" t="t"/>
              <a:pathLst>
                <a:path extrusionOk="0" h="113" w="149">
                  <a:moveTo>
                    <a:pt x="147" y="77"/>
                  </a:moveTo>
                  <a:cubicBezTo>
                    <a:pt x="154" y="49"/>
                    <a:pt x="138" y="21"/>
                    <a:pt x="110" y="13"/>
                  </a:cubicBezTo>
                  <a:lnTo>
                    <a:pt x="70" y="2"/>
                  </a:lnTo>
                  <a:cubicBezTo>
                    <a:pt x="42" y="-5"/>
                    <a:pt x="14" y="11"/>
                    <a:pt x="6" y="39"/>
                  </a:cubicBezTo>
                  <a:lnTo>
                    <a:pt x="0" y="63"/>
                  </a:lnTo>
                  <a:cubicBezTo>
                    <a:pt x="52" y="64"/>
                    <a:pt x="99" y="83"/>
                    <a:pt x="137" y="113"/>
                  </a:cubicBezTo>
                  <a:lnTo>
                    <a:pt x="147" y="77"/>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21" name="Google Shape;2421;p53"/>
            <p:cNvSpPr/>
            <p:nvPr/>
          </p:nvSpPr>
          <p:spPr>
            <a:xfrm>
              <a:off x="4481280" y="3429000"/>
              <a:ext cx="53640" cy="40680"/>
            </a:xfrm>
            <a:custGeom>
              <a:rect b="b" l="l" r="r" t="t"/>
              <a:pathLst>
                <a:path extrusionOk="0" h="113" w="149">
                  <a:moveTo>
                    <a:pt x="12" y="113"/>
                  </a:moveTo>
                  <a:cubicBezTo>
                    <a:pt x="50" y="83"/>
                    <a:pt x="97" y="64"/>
                    <a:pt x="149" y="63"/>
                  </a:cubicBezTo>
                  <a:lnTo>
                    <a:pt x="143" y="39"/>
                  </a:lnTo>
                  <a:cubicBezTo>
                    <a:pt x="135" y="11"/>
                    <a:pt x="107" y="-5"/>
                    <a:pt x="79" y="2"/>
                  </a:cubicBezTo>
                  <a:lnTo>
                    <a:pt x="39" y="13"/>
                  </a:lnTo>
                  <a:cubicBezTo>
                    <a:pt x="11" y="21"/>
                    <a:pt x="-5" y="49"/>
                    <a:pt x="2" y="77"/>
                  </a:cubicBezTo>
                  <a:lnTo>
                    <a:pt x="12" y="11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22" name="Google Shape;2422;p53"/>
          <p:cNvGrpSpPr/>
          <p:nvPr/>
        </p:nvGrpSpPr>
        <p:grpSpPr>
          <a:xfrm>
            <a:off x="4783723" y="3552671"/>
            <a:ext cx="365511" cy="320834"/>
            <a:chOff x="5266080" y="3441960"/>
            <a:chExt cx="406440" cy="356760"/>
          </a:xfrm>
        </p:grpSpPr>
        <p:sp>
          <p:nvSpPr>
            <p:cNvPr id="2423" name="Google Shape;2423;p53"/>
            <p:cNvSpPr/>
            <p:nvPr/>
          </p:nvSpPr>
          <p:spPr>
            <a:xfrm>
              <a:off x="5266080" y="3751200"/>
              <a:ext cx="406440" cy="47520"/>
            </a:xfrm>
            <a:custGeom>
              <a:rect b="b" l="l" r="r" t="t"/>
              <a:pathLst>
                <a:path extrusionOk="0" h="132" w="1129">
                  <a:moveTo>
                    <a:pt x="0" y="0"/>
                  </a:moveTo>
                  <a:lnTo>
                    <a:pt x="0" y="33"/>
                  </a:lnTo>
                  <a:cubicBezTo>
                    <a:pt x="0" y="88"/>
                    <a:pt x="45" y="132"/>
                    <a:pt x="99" y="132"/>
                  </a:cubicBezTo>
                  <a:lnTo>
                    <a:pt x="1030" y="132"/>
                  </a:lnTo>
                  <a:cubicBezTo>
                    <a:pt x="1085" y="132"/>
                    <a:pt x="1129" y="88"/>
                    <a:pt x="1129" y="33"/>
                  </a:cubicBezTo>
                  <a:lnTo>
                    <a:pt x="1129" y="0"/>
                  </a:lnTo>
                  <a:lnTo>
                    <a:pt x="0" y="0"/>
                  </a:lnTo>
                  <a:close/>
                </a:path>
              </a:pathLst>
            </a:custGeom>
            <a:solidFill>
              <a:schemeClr val="lt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24" name="Google Shape;2424;p53"/>
            <p:cNvSpPr/>
            <p:nvPr/>
          </p:nvSpPr>
          <p:spPr>
            <a:xfrm>
              <a:off x="5269680" y="3687840"/>
              <a:ext cx="399240" cy="39600"/>
            </a:xfrm>
            <a:custGeom>
              <a:rect b="b" l="l" r="r" t="t"/>
              <a:pathLst>
                <a:path extrusionOk="0" h="110" w="1109">
                  <a:moveTo>
                    <a:pt x="1068" y="0"/>
                  </a:moveTo>
                  <a:lnTo>
                    <a:pt x="42" y="0"/>
                  </a:lnTo>
                  <a:lnTo>
                    <a:pt x="0" y="110"/>
                  </a:lnTo>
                  <a:lnTo>
                    <a:pt x="1109" y="110"/>
                  </a:lnTo>
                  <a:lnTo>
                    <a:pt x="1068"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25" name="Google Shape;2425;p53"/>
            <p:cNvSpPr/>
            <p:nvPr/>
          </p:nvSpPr>
          <p:spPr>
            <a:xfrm>
              <a:off x="5362200" y="3533400"/>
              <a:ext cx="23760" cy="23760"/>
            </a:xfrm>
            <a:custGeom>
              <a:rect b="b" l="l" r="r" t="t"/>
              <a:pathLst>
                <a:path extrusionOk="0" h="66" w="66">
                  <a:moveTo>
                    <a:pt x="0" y="11"/>
                  </a:moveTo>
                  <a:lnTo>
                    <a:pt x="0" y="55"/>
                  </a:lnTo>
                  <a:cubicBezTo>
                    <a:pt x="0" y="61"/>
                    <a:pt x="5" y="66"/>
                    <a:pt x="11" y="66"/>
                  </a:cubicBezTo>
                  <a:lnTo>
                    <a:pt x="66" y="66"/>
                  </a:lnTo>
                  <a:lnTo>
                    <a:pt x="66" y="0"/>
                  </a:lnTo>
                  <a:lnTo>
                    <a:pt x="11" y="0"/>
                  </a:lnTo>
                  <a:cubicBezTo>
                    <a:pt x="5" y="0"/>
                    <a:pt x="0" y="5"/>
                    <a:pt x="0" y="1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26" name="Google Shape;2426;p53"/>
            <p:cNvSpPr/>
            <p:nvPr/>
          </p:nvSpPr>
          <p:spPr>
            <a:xfrm>
              <a:off x="5289840" y="3441960"/>
              <a:ext cx="358920" cy="222480"/>
            </a:xfrm>
            <a:custGeom>
              <a:rect b="b" l="l" r="r" t="t"/>
              <a:pathLst>
                <a:path extrusionOk="0" h="618" w="997">
                  <a:moveTo>
                    <a:pt x="853" y="244"/>
                  </a:moveTo>
                  <a:lnTo>
                    <a:pt x="743" y="354"/>
                  </a:lnTo>
                  <a:cubicBezTo>
                    <a:pt x="730" y="367"/>
                    <a:pt x="709" y="367"/>
                    <a:pt x="696" y="354"/>
                  </a:cubicBezTo>
                  <a:lnTo>
                    <a:pt x="631" y="290"/>
                  </a:lnTo>
                  <a:lnTo>
                    <a:pt x="554" y="367"/>
                  </a:lnTo>
                  <a:lnTo>
                    <a:pt x="554" y="441"/>
                  </a:lnTo>
                  <a:cubicBezTo>
                    <a:pt x="554" y="471"/>
                    <a:pt x="518" y="485"/>
                    <a:pt x="497" y="465"/>
                  </a:cubicBezTo>
                  <a:cubicBezTo>
                    <a:pt x="453" y="420"/>
                    <a:pt x="395" y="393"/>
                    <a:pt x="333" y="387"/>
                  </a:cubicBezTo>
                  <a:lnTo>
                    <a:pt x="333" y="485"/>
                  </a:lnTo>
                  <a:cubicBezTo>
                    <a:pt x="333" y="504"/>
                    <a:pt x="318" y="518"/>
                    <a:pt x="300" y="518"/>
                  </a:cubicBezTo>
                  <a:cubicBezTo>
                    <a:pt x="282" y="518"/>
                    <a:pt x="267" y="504"/>
                    <a:pt x="267" y="485"/>
                  </a:cubicBezTo>
                  <a:lnTo>
                    <a:pt x="267" y="386"/>
                  </a:lnTo>
                  <a:lnTo>
                    <a:pt x="212" y="386"/>
                  </a:lnTo>
                  <a:cubicBezTo>
                    <a:pt x="169" y="386"/>
                    <a:pt x="135" y="352"/>
                    <a:pt x="135" y="309"/>
                  </a:cubicBezTo>
                  <a:lnTo>
                    <a:pt x="135" y="265"/>
                  </a:lnTo>
                  <a:cubicBezTo>
                    <a:pt x="135" y="222"/>
                    <a:pt x="169" y="188"/>
                    <a:pt x="212" y="188"/>
                  </a:cubicBezTo>
                  <a:lnTo>
                    <a:pt x="308" y="188"/>
                  </a:lnTo>
                  <a:cubicBezTo>
                    <a:pt x="379" y="188"/>
                    <a:pt x="447" y="159"/>
                    <a:pt x="497" y="109"/>
                  </a:cubicBezTo>
                  <a:cubicBezTo>
                    <a:pt x="518" y="88"/>
                    <a:pt x="554" y="103"/>
                    <a:pt x="554" y="133"/>
                  </a:cubicBezTo>
                  <a:lnTo>
                    <a:pt x="554" y="273"/>
                  </a:lnTo>
                  <a:lnTo>
                    <a:pt x="608" y="219"/>
                  </a:lnTo>
                  <a:cubicBezTo>
                    <a:pt x="620" y="207"/>
                    <a:pt x="641" y="207"/>
                    <a:pt x="654" y="219"/>
                  </a:cubicBezTo>
                  <a:lnTo>
                    <a:pt x="719" y="284"/>
                  </a:lnTo>
                  <a:lnTo>
                    <a:pt x="806" y="197"/>
                  </a:lnTo>
                  <a:cubicBezTo>
                    <a:pt x="819" y="184"/>
                    <a:pt x="840" y="184"/>
                    <a:pt x="853" y="197"/>
                  </a:cubicBezTo>
                  <a:cubicBezTo>
                    <a:pt x="866" y="210"/>
                    <a:pt x="866" y="231"/>
                    <a:pt x="853" y="244"/>
                  </a:cubicBezTo>
                  <a:moveTo>
                    <a:pt x="829" y="518"/>
                  </a:moveTo>
                  <a:lnTo>
                    <a:pt x="697" y="518"/>
                  </a:lnTo>
                  <a:cubicBezTo>
                    <a:pt x="679" y="518"/>
                    <a:pt x="664" y="504"/>
                    <a:pt x="664" y="485"/>
                  </a:cubicBezTo>
                  <a:cubicBezTo>
                    <a:pt x="664" y="467"/>
                    <a:pt x="679" y="452"/>
                    <a:pt x="697" y="452"/>
                  </a:cubicBezTo>
                  <a:lnTo>
                    <a:pt x="829" y="452"/>
                  </a:lnTo>
                  <a:cubicBezTo>
                    <a:pt x="848" y="452"/>
                    <a:pt x="862" y="467"/>
                    <a:pt x="862" y="485"/>
                  </a:cubicBezTo>
                  <a:cubicBezTo>
                    <a:pt x="862" y="504"/>
                    <a:pt x="848" y="518"/>
                    <a:pt x="829" y="518"/>
                  </a:cubicBezTo>
                  <a:moveTo>
                    <a:pt x="997" y="99"/>
                  </a:moveTo>
                  <a:cubicBezTo>
                    <a:pt x="997" y="45"/>
                    <a:pt x="952" y="0"/>
                    <a:pt x="898" y="0"/>
                  </a:cubicBezTo>
                  <a:lnTo>
                    <a:pt x="100" y="0"/>
                  </a:lnTo>
                  <a:cubicBezTo>
                    <a:pt x="45" y="0"/>
                    <a:pt x="0" y="45"/>
                    <a:pt x="0" y="99"/>
                  </a:cubicBezTo>
                  <a:lnTo>
                    <a:pt x="0" y="618"/>
                  </a:lnTo>
                  <a:lnTo>
                    <a:pt x="997" y="618"/>
                  </a:lnTo>
                  <a:lnTo>
                    <a:pt x="997" y="99"/>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27" name="Google Shape;2427;p53"/>
            <p:cNvSpPr/>
            <p:nvPr/>
          </p:nvSpPr>
          <p:spPr>
            <a:xfrm>
              <a:off x="5409720" y="3514320"/>
              <a:ext cx="55800" cy="61560"/>
            </a:xfrm>
            <a:custGeom>
              <a:rect b="b" l="l" r="r" t="t"/>
              <a:pathLst>
                <a:path extrusionOk="0" h="171" w="155">
                  <a:moveTo>
                    <a:pt x="0" y="120"/>
                  </a:moveTo>
                  <a:cubicBezTo>
                    <a:pt x="56" y="124"/>
                    <a:pt x="108" y="142"/>
                    <a:pt x="155" y="171"/>
                  </a:cubicBezTo>
                  <a:lnTo>
                    <a:pt x="155" y="0"/>
                  </a:lnTo>
                  <a:cubicBezTo>
                    <a:pt x="108" y="30"/>
                    <a:pt x="56" y="48"/>
                    <a:pt x="0" y="52"/>
                  </a:cubicBezTo>
                  <a:lnTo>
                    <a:pt x="0" y="120"/>
                  </a:lnTo>
                  <a:close/>
                </a:path>
              </a:pathLst>
            </a:custGeom>
            <a:solidFill>
              <a:schemeClr val="lt1"/>
            </a:solidFill>
            <a:ln>
              <a:noFill/>
            </a:ln>
          </p:spPr>
          <p:txBody>
            <a:bodyPr anchorCtr="1" anchor="ctr" bIns="16550" lIns="90000" spcFirstLastPara="1" rIns="90000" wrap="square" tIns="16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28" name="Google Shape;2428;p53"/>
          <p:cNvGrpSpPr/>
          <p:nvPr/>
        </p:nvGrpSpPr>
        <p:grpSpPr>
          <a:xfrm>
            <a:off x="5524458" y="3538750"/>
            <a:ext cx="349000" cy="349000"/>
            <a:chOff x="6089760" y="3426480"/>
            <a:chExt cx="388080" cy="388080"/>
          </a:xfrm>
        </p:grpSpPr>
        <p:sp>
          <p:nvSpPr>
            <p:cNvPr id="2429" name="Google Shape;2429;p53"/>
            <p:cNvSpPr/>
            <p:nvPr/>
          </p:nvSpPr>
          <p:spPr>
            <a:xfrm>
              <a:off x="6397560" y="3519000"/>
              <a:ext cx="80280" cy="295200"/>
            </a:xfrm>
            <a:custGeom>
              <a:rect b="b" l="l" r="r" t="t"/>
              <a:pathLst>
                <a:path extrusionOk="0" h="820" w="223">
                  <a:moveTo>
                    <a:pt x="96" y="127"/>
                  </a:moveTo>
                  <a:lnTo>
                    <a:pt x="223" y="127"/>
                  </a:lnTo>
                  <a:lnTo>
                    <a:pt x="223" y="32"/>
                  </a:lnTo>
                  <a:cubicBezTo>
                    <a:pt x="223" y="14"/>
                    <a:pt x="209" y="0"/>
                    <a:pt x="191" y="0"/>
                  </a:cubicBezTo>
                  <a:lnTo>
                    <a:pt x="0" y="0"/>
                  </a:lnTo>
                  <a:lnTo>
                    <a:pt x="0" y="820"/>
                  </a:lnTo>
                  <a:lnTo>
                    <a:pt x="191" y="820"/>
                  </a:lnTo>
                  <a:cubicBezTo>
                    <a:pt x="209" y="820"/>
                    <a:pt x="223" y="806"/>
                    <a:pt x="223" y="789"/>
                  </a:cubicBezTo>
                  <a:lnTo>
                    <a:pt x="223" y="694"/>
                  </a:lnTo>
                  <a:lnTo>
                    <a:pt x="96" y="694"/>
                  </a:lnTo>
                  <a:cubicBezTo>
                    <a:pt x="79" y="694"/>
                    <a:pt x="65" y="680"/>
                    <a:pt x="65" y="663"/>
                  </a:cubicBezTo>
                  <a:cubicBezTo>
                    <a:pt x="65" y="645"/>
                    <a:pt x="79" y="631"/>
                    <a:pt x="96" y="631"/>
                  </a:cubicBezTo>
                  <a:lnTo>
                    <a:pt x="223" y="631"/>
                  </a:lnTo>
                  <a:lnTo>
                    <a:pt x="223" y="568"/>
                  </a:lnTo>
                  <a:lnTo>
                    <a:pt x="96" y="568"/>
                  </a:lnTo>
                  <a:cubicBezTo>
                    <a:pt x="79" y="568"/>
                    <a:pt x="65" y="554"/>
                    <a:pt x="65" y="536"/>
                  </a:cubicBezTo>
                  <a:cubicBezTo>
                    <a:pt x="65" y="519"/>
                    <a:pt x="79" y="505"/>
                    <a:pt x="96" y="505"/>
                  </a:cubicBezTo>
                  <a:lnTo>
                    <a:pt x="223" y="505"/>
                  </a:lnTo>
                  <a:lnTo>
                    <a:pt x="223" y="442"/>
                  </a:lnTo>
                  <a:lnTo>
                    <a:pt x="96" y="442"/>
                  </a:lnTo>
                  <a:cubicBezTo>
                    <a:pt x="79" y="442"/>
                    <a:pt x="65" y="428"/>
                    <a:pt x="65" y="411"/>
                  </a:cubicBezTo>
                  <a:cubicBezTo>
                    <a:pt x="65" y="393"/>
                    <a:pt x="79" y="379"/>
                    <a:pt x="96" y="379"/>
                  </a:cubicBezTo>
                  <a:lnTo>
                    <a:pt x="223" y="379"/>
                  </a:lnTo>
                  <a:lnTo>
                    <a:pt x="223" y="316"/>
                  </a:lnTo>
                  <a:lnTo>
                    <a:pt x="96" y="316"/>
                  </a:lnTo>
                  <a:cubicBezTo>
                    <a:pt x="79" y="316"/>
                    <a:pt x="65" y="302"/>
                    <a:pt x="65" y="284"/>
                  </a:cubicBezTo>
                  <a:cubicBezTo>
                    <a:pt x="65" y="267"/>
                    <a:pt x="79" y="253"/>
                    <a:pt x="96" y="253"/>
                  </a:cubicBezTo>
                  <a:lnTo>
                    <a:pt x="223" y="253"/>
                  </a:lnTo>
                  <a:lnTo>
                    <a:pt x="223" y="190"/>
                  </a:lnTo>
                  <a:lnTo>
                    <a:pt x="96" y="190"/>
                  </a:lnTo>
                  <a:cubicBezTo>
                    <a:pt x="79" y="190"/>
                    <a:pt x="65" y="176"/>
                    <a:pt x="65" y="158"/>
                  </a:cubicBezTo>
                  <a:cubicBezTo>
                    <a:pt x="65" y="141"/>
                    <a:pt x="79" y="127"/>
                    <a:pt x="96" y="127"/>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0" name="Google Shape;2430;p53"/>
            <p:cNvSpPr/>
            <p:nvPr/>
          </p:nvSpPr>
          <p:spPr>
            <a:xfrm>
              <a:off x="6089760" y="3519000"/>
              <a:ext cx="80280" cy="295560"/>
            </a:xfrm>
            <a:custGeom>
              <a:rect b="b" l="l" r="r" t="t"/>
              <a:pathLst>
                <a:path extrusionOk="0" h="821" w="223">
                  <a:moveTo>
                    <a:pt x="0" y="32"/>
                  </a:moveTo>
                  <a:lnTo>
                    <a:pt x="0" y="127"/>
                  </a:lnTo>
                  <a:lnTo>
                    <a:pt x="126" y="127"/>
                  </a:lnTo>
                  <a:cubicBezTo>
                    <a:pt x="143" y="127"/>
                    <a:pt x="157" y="141"/>
                    <a:pt x="157" y="158"/>
                  </a:cubicBezTo>
                  <a:cubicBezTo>
                    <a:pt x="157" y="176"/>
                    <a:pt x="143" y="190"/>
                    <a:pt x="126" y="190"/>
                  </a:cubicBezTo>
                  <a:lnTo>
                    <a:pt x="0" y="190"/>
                  </a:lnTo>
                  <a:lnTo>
                    <a:pt x="0" y="253"/>
                  </a:lnTo>
                  <a:lnTo>
                    <a:pt x="126" y="253"/>
                  </a:lnTo>
                  <a:cubicBezTo>
                    <a:pt x="143" y="253"/>
                    <a:pt x="157" y="267"/>
                    <a:pt x="157" y="284"/>
                  </a:cubicBezTo>
                  <a:cubicBezTo>
                    <a:pt x="157" y="302"/>
                    <a:pt x="143" y="316"/>
                    <a:pt x="126" y="316"/>
                  </a:cubicBezTo>
                  <a:lnTo>
                    <a:pt x="0" y="316"/>
                  </a:lnTo>
                  <a:lnTo>
                    <a:pt x="0" y="379"/>
                  </a:lnTo>
                  <a:lnTo>
                    <a:pt x="126" y="379"/>
                  </a:lnTo>
                  <a:cubicBezTo>
                    <a:pt x="143" y="379"/>
                    <a:pt x="157" y="393"/>
                    <a:pt x="157" y="411"/>
                  </a:cubicBezTo>
                  <a:cubicBezTo>
                    <a:pt x="157" y="428"/>
                    <a:pt x="143" y="442"/>
                    <a:pt x="126" y="442"/>
                  </a:cubicBezTo>
                  <a:lnTo>
                    <a:pt x="0" y="442"/>
                  </a:lnTo>
                  <a:lnTo>
                    <a:pt x="0" y="505"/>
                  </a:lnTo>
                  <a:lnTo>
                    <a:pt x="126" y="505"/>
                  </a:lnTo>
                  <a:cubicBezTo>
                    <a:pt x="143" y="505"/>
                    <a:pt x="157" y="519"/>
                    <a:pt x="157" y="536"/>
                  </a:cubicBezTo>
                  <a:cubicBezTo>
                    <a:pt x="157" y="554"/>
                    <a:pt x="143" y="568"/>
                    <a:pt x="126" y="568"/>
                  </a:cubicBezTo>
                  <a:lnTo>
                    <a:pt x="0" y="568"/>
                  </a:lnTo>
                  <a:lnTo>
                    <a:pt x="0" y="631"/>
                  </a:lnTo>
                  <a:lnTo>
                    <a:pt x="126" y="631"/>
                  </a:lnTo>
                  <a:cubicBezTo>
                    <a:pt x="143" y="631"/>
                    <a:pt x="157" y="645"/>
                    <a:pt x="157" y="663"/>
                  </a:cubicBezTo>
                  <a:cubicBezTo>
                    <a:pt x="157" y="680"/>
                    <a:pt x="143" y="694"/>
                    <a:pt x="126" y="694"/>
                  </a:cubicBezTo>
                  <a:lnTo>
                    <a:pt x="0" y="694"/>
                  </a:lnTo>
                  <a:lnTo>
                    <a:pt x="0" y="789"/>
                  </a:lnTo>
                  <a:cubicBezTo>
                    <a:pt x="0" y="806"/>
                    <a:pt x="14" y="821"/>
                    <a:pt x="31" y="821"/>
                  </a:cubicBezTo>
                  <a:lnTo>
                    <a:pt x="223" y="821"/>
                  </a:lnTo>
                  <a:lnTo>
                    <a:pt x="223" y="0"/>
                  </a:lnTo>
                  <a:lnTo>
                    <a:pt x="31" y="0"/>
                  </a:lnTo>
                  <a:cubicBezTo>
                    <a:pt x="14" y="0"/>
                    <a:pt x="0" y="14"/>
                    <a:pt x="0" y="32"/>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1" name="Google Shape;2431;p53"/>
            <p:cNvSpPr/>
            <p:nvPr/>
          </p:nvSpPr>
          <p:spPr>
            <a:xfrm>
              <a:off x="6215400" y="3426480"/>
              <a:ext cx="136440" cy="34200"/>
            </a:xfrm>
            <a:custGeom>
              <a:rect b="b" l="l" r="r" t="t"/>
              <a:pathLst>
                <a:path extrusionOk="0" h="95" w="379">
                  <a:moveTo>
                    <a:pt x="379" y="32"/>
                  </a:moveTo>
                  <a:cubicBezTo>
                    <a:pt x="379" y="14"/>
                    <a:pt x="365" y="0"/>
                    <a:pt x="348" y="0"/>
                  </a:cubicBezTo>
                  <a:lnTo>
                    <a:pt x="32" y="0"/>
                  </a:lnTo>
                  <a:cubicBezTo>
                    <a:pt x="14" y="0"/>
                    <a:pt x="0" y="14"/>
                    <a:pt x="0" y="32"/>
                  </a:cubicBezTo>
                  <a:lnTo>
                    <a:pt x="0" y="95"/>
                  </a:lnTo>
                  <a:lnTo>
                    <a:pt x="379" y="95"/>
                  </a:lnTo>
                  <a:lnTo>
                    <a:pt x="379" y="32"/>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2" name="Google Shape;2432;p53"/>
            <p:cNvSpPr/>
            <p:nvPr/>
          </p:nvSpPr>
          <p:spPr>
            <a:xfrm>
              <a:off x="6257160" y="3744720"/>
              <a:ext cx="52920" cy="69840"/>
            </a:xfrm>
            <a:custGeom>
              <a:rect b="b" l="l" r="r" t="t"/>
              <a:pathLst>
                <a:path extrusionOk="0" h="194" w="147">
                  <a:moveTo>
                    <a:pt x="0" y="0"/>
                  </a:moveTo>
                  <a:lnTo>
                    <a:pt x="147" y="0"/>
                  </a:lnTo>
                  <a:lnTo>
                    <a:pt x="147" y="194"/>
                  </a:lnTo>
                  <a:lnTo>
                    <a:pt x="0" y="194"/>
                  </a:lnTo>
                  <a:lnTo>
                    <a:pt x="0" y="0"/>
                  </a:lnTo>
                  <a:close/>
                </a:path>
              </a:pathLst>
            </a:custGeom>
            <a:solidFill>
              <a:schemeClr val="lt1"/>
            </a:solidFill>
            <a:ln>
              <a:noFill/>
            </a:ln>
          </p:spPr>
          <p:txBody>
            <a:bodyPr anchorCtr="1" anchor="ctr" bIns="24825" lIns="90000" spcFirstLastPara="1" rIns="90000" wrap="square" tIns="24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3" name="Google Shape;2433;p53"/>
            <p:cNvSpPr/>
            <p:nvPr/>
          </p:nvSpPr>
          <p:spPr>
            <a:xfrm>
              <a:off x="6192720" y="3483360"/>
              <a:ext cx="181800" cy="330840"/>
            </a:xfrm>
            <a:custGeom>
              <a:rect b="b" l="l" r="r" t="t"/>
              <a:pathLst>
                <a:path extrusionOk="0" h="919" w="505">
                  <a:moveTo>
                    <a:pt x="411" y="190"/>
                  </a:moveTo>
                  <a:cubicBezTo>
                    <a:pt x="411" y="207"/>
                    <a:pt x="396" y="221"/>
                    <a:pt x="379" y="221"/>
                  </a:cubicBezTo>
                  <a:cubicBezTo>
                    <a:pt x="362" y="221"/>
                    <a:pt x="347" y="207"/>
                    <a:pt x="347" y="190"/>
                  </a:cubicBezTo>
                  <a:lnTo>
                    <a:pt x="347" y="127"/>
                  </a:lnTo>
                  <a:cubicBezTo>
                    <a:pt x="347" y="109"/>
                    <a:pt x="362" y="95"/>
                    <a:pt x="379" y="95"/>
                  </a:cubicBezTo>
                  <a:cubicBezTo>
                    <a:pt x="396" y="95"/>
                    <a:pt x="411" y="109"/>
                    <a:pt x="411" y="127"/>
                  </a:cubicBezTo>
                  <a:lnTo>
                    <a:pt x="411" y="190"/>
                  </a:lnTo>
                  <a:moveTo>
                    <a:pt x="411" y="379"/>
                  </a:moveTo>
                  <a:cubicBezTo>
                    <a:pt x="411" y="397"/>
                    <a:pt x="396" y="411"/>
                    <a:pt x="379" y="411"/>
                  </a:cubicBezTo>
                  <a:cubicBezTo>
                    <a:pt x="362" y="411"/>
                    <a:pt x="347" y="397"/>
                    <a:pt x="347" y="379"/>
                  </a:cubicBezTo>
                  <a:lnTo>
                    <a:pt x="347" y="316"/>
                  </a:lnTo>
                  <a:cubicBezTo>
                    <a:pt x="347" y="299"/>
                    <a:pt x="362" y="284"/>
                    <a:pt x="379" y="284"/>
                  </a:cubicBezTo>
                  <a:cubicBezTo>
                    <a:pt x="396" y="284"/>
                    <a:pt x="411" y="299"/>
                    <a:pt x="411" y="316"/>
                  </a:cubicBezTo>
                  <a:lnTo>
                    <a:pt x="411" y="379"/>
                  </a:lnTo>
                  <a:moveTo>
                    <a:pt x="411" y="568"/>
                  </a:moveTo>
                  <a:cubicBezTo>
                    <a:pt x="411" y="585"/>
                    <a:pt x="396" y="599"/>
                    <a:pt x="379" y="599"/>
                  </a:cubicBezTo>
                  <a:cubicBezTo>
                    <a:pt x="362" y="599"/>
                    <a:pt x="347" y="585"/>
                    <a:pt x="347" y="568"/>
                  </a:cubicBezTo>
                  <a:lnTo>
                    <a:pt x="347" y="506"/>
                  </a:lnTo>
                  <a:cubicBezTo>
                    <a:pt x="347" y="488"/>
                    <a:pt x="362" y="474"/>
                    <a:pt x="379" y="474"/>
                  </a:cubicBezTo>
                  <a:cubicBezTo>
                    <a:pt x="396" y="474"/>
                    <a:pt x="411" y="488"/>
                    <a:pt x="411" y="506"/>
                  </a:cubicBezTo>
                  <a:lnTo>
                    <a:pt x="411" y="568"/>
                  </a:lnTo>
                  <a:moveTo>
                    <a:pt x="284" y="190"/>
                  </a:moveTo>
                  <a:cubicBezTo>
                    <a:pt x="284" y="207"/>
                    <a:pt x="270" y="221"/>
                    <a:pt x="253" y="221"/>
                  </a:cubicBezTo>
                  <a:cubicBezTo>
                    <a:pt x="235" y="221"/>
                    <a:pt x="221" y="207"/>
                    <a:pt x="221" y="190"/>
                  </a:cubicBezTo>
                  <a:lnTo>
                    <a:pt x="221" y="127"/>
                  </a:lnTo>
                  <a:cubicBezTo>
                    <a:pt x="221" y="109"/>
                    <a:pt x="235" y="95"/>
                    <a:pt x="253" y="95"/>
                  </a:cubicBezTo>
                  <a:cubicBezTo>
                    <a:pt x="270" y="95"/>
                    <a:pt x="284" y="109"/>
                    <a:pt x="284" y="127"/>
                  </a:cubicBezTo>
                  <a:lnTo>
                    <a:pt x="284" y="190"/>
                  </a:lnTo>
                  <a:moveTo>
                    <a:pt x="284" y="379"/>
                  </a:moveTo>
                  <a:cubicBezTo>
                    <a:pt x="284" y="397"/>
                    <a:pt x="270" y="411"/>
                    <a:pt x="253" y="411"/>
                  </a:cubicBezTo>
                  <a:cubicBezTo>
                    <a:pt x="235" y="411"/>
                    <a:pt x="221" y="397"/>
                    <a:pt x="221" y="379"/>
                  </a:cubicBezTo>
                  <a:lnTo>
                    <a:pt x="221" y="316"/>
                  </a:lnTo>
                  <a:cubicBezTo>
                    <a:pt x="221" y="299"/>
                    <a:pt x="235" y="284"/>
                    <a:pt x="253" y="284"/>
                  </a:cubicBezTo>
                  <a:cubicBezTo>
                    <a:pt x="270" y="284"/>
                    <a:pt x="284" y="299"/>
                    <a:pt x="284" y="316"/>
                  </a:cubicBezTo>
                  <a:lnTo>
                    <a:pt x="284" y="379"/>
                  </a:lnTo>
                  <a:moveTo>
                    <a:pt x="284" y="568"/>
                  </a:moveTo>
                  <a:cubicBezTo>
                    <a:pt x="284" y="585"/>
                    <a:pt x="270" y="599"/>
                    <a:pt x="253" y="599"/>
                  </a:cubicBezTo>
                  <a:cubicBezTo>
                    <a:pt x="235" y="599"/>
                    <a:pt x="221" y="585"/>
                    <a:pt x="221" y="568"/>
                  </a:cubicBezTo>
                  <a:lnTo>
                    <a:pt x="221" y="506"/>
                  </a:lnTo>
                  <a:cubicBezTo>
                    <a:pt x="221" y="488"/>
                    <a:pt x="235" y="474"/>
                    <a:pt x="253" y="474"/>
                  </a:cubicBezTo>
                  <a:cubicBezTo>
                    <a:pt x="270" y="474"/>
                    <a:pt x="284" y="488"/>
                    <a:pt x="284" y="506"/>
                  </a:cubicBezTo>
                  <a:lnTo>
                    <a:pt x="284" y="568"/>
                  </a:lnTo>
                  <a:moveTo>
                    <a:pt x="158" y="190"/>
                  </a:moveTo>
                  <a:cubicBezTo>
                    <a:pt x="158" y="207"/>
                    <a:pt x="144" y="221"/>
                    <a:pt x="126" y="221"/>
                  </a:cubicBezTo>
                  <a:cubicBezTo>
                    <a:pt x="109" y="221"/>
                    <a:pt x="95" y="207"/>
                    <a:pt x="95" y="190"/>
                  </a:cubicBezTo>
                  <a:lnTo>
                    <a:pt x="95" y="127"/>
                  </a:lnTo>
                  <a:cubicBezTo>
                    <a:pt x="95" y="109"/>
                    <a:pt x="109" y="95"/>
                    <a:pt x="126" y="95"/>
                  </a:cubicBezTo>
                  <a:cubicBezTo>
                    <a:pt x="144" y="95"/>
                    <a:pt x="158" y="109"/>
                    <a:pt x="158" y="127"/>
                  </a:cubicBezTo>
                  <a:lnTo>
                    <a:pt x="158" y="190"/>
                  </a:lnTo>
                  <a:moveTo>
                    <a:pt x="158" y="379"/>
                  </a:moveTo>
                  <a:cubicBezTo>
                    <a:pt x="158" y="397"/>
                    <a:pt x="144" y="411"/>
                    <a:pt x="126" y="411"/>
                  </a:cubicBezTo>
                  <a:cubicBezTo>
                    <a:pt x="109" y="411"/>
                    <a:pt x="95" y="397"/>
                    <a:pt x="95" y="379"/>
                  </a:cubicBezTo>
                  <a:lnTo>
                    <a:pt x="95" y="316"/>
                  </a:lnTo>
                  <a:cubicBezTo>
                    <a:pt x="95" y="299"/>
                    <a:pt x="109" y="284"/>
                    <a:pt x="126" y="284"/>
                  </a:cubicBezTo>
                  <a:cubicBezTo>
                    <a:pt x="144" y="284"/>
                    <a:pt x="158" y="299"/>
                    <a:pt x="158" y="316"/>
                  </a:cubicBezTo>
                  <a:lnTo>
                    <a:pt x="158" y="379"/>
                  </a:lnTo>
                  <a:moveTo>
                    <a:pt x="158" y="568"/>
                  </a:moveTo>
                  <a:cubicBezTo>
                    <a:pt x="158" y="585"/>
                    <a:pt x="144" y="599"/>
                    <a:pt x="126" y="599"/>
                  </a:cubicBezTo>
                  <a:cubicBezTo>
                    <a:pt x="109" y="599"/>
                    <a:pt x="95" y="585"/>
                    <a:pt x="95" y="568"/>
                  </a:cubicBezTo>
                  <a:lnTo>
                    <a:pt x="95" y="506"/>
                  </a:lnTo>
                  <a:cubicBezTo>
                    <a:pt x="95" y="488"/>
                    <a:pt x="109" y="474"/>
                    <a:pt x="126" y="474"/>
                  </a:cubicBezTo>
                  <a:cubicBezTo>
                    <a:pt x="144" y="474"/>
                    <a:pt x="158" y="488"/>
                    <a:pt x="158" y="506"/>
                  </a:cubicBezTo>
                  <a:lnTo>
                    <a:pt x="158" y="568"/>
                  </a:lnTo>
                  <a:moveTo>
                    <a:pt x="474" y="0"/>
                  </a:moveTo>
                  <a:lnTo>
                    <a:pt x="32" y="0"/>
                  </a:lnTo>
                  <a:cubicBezTo>
                    <a:pt x="14" y="0"/>
                    <a:pt x="0" y="14"/>
                    <a:pt x="0" y="32"/>
                  </a:cubicBezTo>
                  <a:lnTo>
                    <a:pt x="0" y="919"/>
                  </a:lnTo>
                  <a:lnTo>
                    <a:pt x="116" y="919"/>
                  </a:lnTo>
                  <a:lnTo>
                    <a:pt x="116" y="726"/>
                  </a:lnTo>
                  <a:lnTo>
                    <a:pt x="105" y="726"/>
                  </a:lnTo>
                  <a:cubicBezTo>
                    <a:pt x="88" y="726"/>
                    <a:pt x="74" y="712"/>
                    <a:pt x="74" y="694"/>
                  </a:cubicBezTo>
                  <a:cubicBezTo>
                    <a:pt x="74" y="677"/>
                    <a:pt x="88" y="663"/>
                    <a:pt x="105" y="663"/>
                  </a:cubicBezTo>
                  <a:lnTo>
                    <a:pt x="400" y="663"/>
                  </a:lnTo>
                  <a:cubicBezTo>
                    <a:pt x="418" y="663"/>
                    <a:pt x="432" y="677"/>
                    <a:pt x="432" y="694"/>
                  </a:cubicBezTo>
                  <a:cubicBezTo>
                    <a:pt x="432" y="712"/>
                    <a:pt x="418" y="726"/>
                    <a:pt x="400" y="726"/>
                  </a:cubicBezTo>
                  <a:lnTo>
                    <a:pt x="390" y="726"/>
                  </a:lnTo>
                  <a:lnTo>
                    <a:pt x="390" y="919"/>
                  </a:lnTo>
                  <a:lnTo>
                    <a:pt x="505" y="919"/>
                  </a:lnTo>
                  <a:lnTo>
                    <a:pt x="505" y="32"/>
                  </a:lnTo>
                  <a:cubicBezTo>
                    <a:pt x="505" y="14"/>
                    <a:pt x="491" y="0"/>
                    <a:pt x="474"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34" name="Google Shape;2434;p53"/>
          <p:cNvGrpSpPr/>
          <p:nvPr/>
        </p:nvGrpSpPr>
        <p:grpSpPr>
          <a:xfrm>
            <a:off x="6278144" y="3547815"/>
            <a:ext cx="330870" cy="330870"/>
            <a:chOff x="6927840" y="3436560"/>
            <a:chExt cx="367920" cy="367920"/>
          </a:xfrm>
        </p:grpSpPr>
        <p:sp>
          <p:nvSpPr>
            <p:cNvPr id="2435" name="Google Shape;2435;p53"/>
            <p:cNvSpPr/>
            <p:nvPr/>
          </p:nvSpPr>
          <p:spPr>
            <a:xfrm>
              <a:off x="6927840" y="3436560"/>
              <a:ext cx="194040" cy="194040"/>
            </a:xfrm>
            <a:custGeom>
              <a:rect b="b" l="l" r="r" t="t"/>
              <a:pathLst>
                <a:path extrusionOk="0" h="539" w="539">
                  <a:moveTo>
                    <a:pt x="352" y="266"/>
                  </a:moveTo>
                  <a:cubicBezTo>
                    <a:pt x="362" y="266"/>
                    <a:pt x="371" y="275"/>
                    <a:pt x="371" y="286"/>
                  </a:cubicBezTo>
                  <a:cubicBezTo>
                    <a:pt x="371" y="297"/>
                    <a:pt x="362" y="306"/>
                    <a:pt x="352" y="306"/>
                  </a:cubicBezTo>
                  <a:lnTo>
                    <a:pt x="290" y="306"/>
                  </a:lnTo>
                  <a:lnTo>
                    <a:pt x="290" y="319"/>
                  </a:lnTo>
                  <a:lnTo>
                    <a:pt x="352" y="319"/>
                  </a:lnTo>
                  <a:cubicBezTo>
                    <a:pt x="362" y="319"/>
                    <a:pt x="371" y="328"/>
                    <a:pt x="371" y="339"/>
                  </a:cubicBezTo>
                  <a:cubicBezTo>
                    <a:pt x="371" y="350"/>
                    <a:pt x="362" y="359"/>
                    <a:pt x="352" y="359"/>
                  </a:cubicBezTo>
                  <a:lnTo>
                    <a:pt x="290" y="359"/>
                  </a:lnTo>
                  <a:lnTo>
                    <a:pt x="290" y="410"/>
                  </a:lnTo>
                  <a:cubicBezTo>
                    <a:pt x="290" y="421"/>
                    <a:pt x="281" y="429"/>
                    <a:pt x="270" y="429"/>
                  </a:cubicBezTo>
                  <a:lnTo>
                    <a:pt x="270" y="429"/>
                  </a:lnTo>
                  <a:cubicBezTo>
                    <a:pt x="259" y="429"/>
                    <a:pt x="250" y="420"/>
                    <a:pt x="250" y="409"/>
                  </a:cubicBezTo>
                  <a:lnTo>
                    <a:pt x="250" y="359"/>
                  </a:lnTo>
                  <a:lnTo>
                    <a:pt x="187" y="359"/>
                  </a:lnTo>
                  <a:cubicBezTo>
                    <a:pt x="176" y="359"/>
                    <a:pt x="168" y="350"/>
                    <a:pt x="168" y="339"/>
                  </a:cubicBezTo>
                  <a:cubicBezTo>
                    <a:pt x="168" y="328"/>
                    <a:pt x="176" y="319"/>
                    <a:pt x="187" y="319"/>
                  </a:cubicBezTo>
                  <a:lnTo>
                    <a:pt x="250" y="319"/>
                  </a:lnTo>
                  <a:lnTo>
                    <a:pt x="250" y="306"/>
                  </a:lnTo>
                  <a:lnTo>
                    <a:pt x="187" y="306"/>
                  </a:lnTo>
                  <a:cubicBezTo>
                    <a:pt x="176" y="306"/>
                    <a:pt x="168" y="297"/>
                    <a:pt x="168" y="286"/>
                  </a:cubicBezTo>
                  <a:cubicBezTo>
                    <a:pt x="168" y="275"/>
                    <a:pt x="176" y="266"/>
                    <a:pt x="187" y="266"/>
                  </a:cubicBezTo>
                  <a:lnTo>
                    <a:pt x="241" y="266"/>
                  </a:lnTo>
                  <a:lnTo>
                    <a:pt x="171" y="161"/>
                  </a:lnTo>
                  <a:cubicBezTo>
                    <a:pt x="165" y="152"/>
                    <a:pt x="167" y="139"/>
                    <a:pt x="176" y="133"/>
                  </a:cubicBezTo>
                  <a:cubicBezTo>
                    <a:pt x="185" y="127"/>
                    <a:pt x="198" y="129"/>
                    <a:pt x="204" y="139"/>
                  </a:cubicBezTo>
                  <a:lnTo>
                    <a:pt x="270" y="239"/>
                  </a:lnTo>
                  <a:lnTo>
                    <a:pt x="336" y="139"/>
                  </a:lnTo>
                  <a:cubicBezTo>
                    <a:pt x="342" y="130"/>
                    <a:pt x="353" y="128"/>
                    <a:pt x="363" y="134"/>
                  </a:cubicBezTo>
                  <a:cubicBezTo>
                    <a:pt x="372" y="140"/>
                    <a:pt x="374" y="152"/>
                    <a:pt x="368" y="161"/>
                  </a:cubicBezTo>
                  <a:lnTo>
                    <a:pt x="300" y="266"/>
                  </a:lnTo>
                  <a:lnTo>
                    <a:pt x="352" y="266"/>
                  </a:lnTo>
                  <a:moveTo>
                    <a:pt x="270" y="0"/>
                  </a:moveTo>
                  <a:cubicBezTo>
                    <a:pt x="121" y="0"/>
                    <a:pt x="0" y="121"/>
                    <a:pt x="0" y="270"/>
                  </a:cubicBezTo>
                  <a:cubicBezTo>
                    <a:pt x="0" y="418"/>
                    <a:pt x="121" y="539"/>
                    <a:pt x="270" y="539"/>
                  </a:cubicBezTo>
                  <a:cubicBezTo>
                    <a:pt x="418" y="539"/>
                    <a:pt x="539" y="418"/>
                    <a:pt x="539" y="270"/>
                  </a:cubicBezTo>
                  <a:cubicBezTo>
                    <a:pt x="539" y="121"/>
                    <a:pt x="418" y="0"/>
                    <a:pt x="270"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6" name="Google Shape;2436;p53"/>
            <p:cNvSpPr/>
            <p:nvPr/>
          </p:nvSpPr>
          <p:spPr>
            <a:xfrm>
              <a:off x="7205400" y="3713400"/>
              <a:ext cx="10440" cy="29520"/>
            </a:xfrm>
            <a:custGeom>
              <a:rect b="b" l="l" r="r" t="t"/>
              <a:pathLst>
                <a:path extrusionOk="0" h="82" w="29">
                  <a:moveTo>
                    <a:pt x="1" y="1"/>
                  </a:moveTo>
                  <a:cubicBezTo>
                    <a:pt x="0" y="0"/>
                    <a:pt x="0" y="0"/>
                    <a:pt x="0" y="0"/>
                  </a:cubicBezTo>
                  <a:lnTo>
                    <a:pt x="0" y="82"/>
                  </a:lnTo>
                  <a:cubicBezTo>
                    <a:pt x="16" y="75"/>
                    <a:pt x="26" y="60"/>
                    <a:pt x="28" y="46"/>
                  </a:cubicBezTo>
                  <a:cubicBezTo>
                    <a:pt x="29" y="38"/>
                    <a:pt x="31" y="11"/>
                    <a:pt x="1" y="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7" name="Google Shape;2437;p53"/>
            <p:cNvSpPr/>
            <p:nvPr/>
          </p:nvSpPr>
          <p:spPr>
            <a:xfrm>
              <a:off x="7184520" y="3671280"/>
              <a:ext cx="6480" cy="20520"/>
            </a:xfrm>
            <a:custGeom>
              <a:rect b="b" l="l" r="r" t="t"/>
              <a:pathLst>
                <a:path extrusionOk="0" h="57" w="18">
                  <a:moveTo>
                    <a:pt x="0" y="25"/>
                  </a:moveTo>
                  <a:cubicBezTo>
                    <a:pt x="-2" y="35"/>
                    <a:pt x="1" y="45"/>
                    <a:pt x="7" y="50"/>
                  </a:cubicBezTo>
                  <a:cubicBezTo>
                    <a:pt x="10" y="52"/>
                    <a:pt x="14" y="54"/>
                    <a:pt x="18" y="57"/>
                  </a:cubicBezTo>
                  <a:lnTo>
                    <a:pt x="18" y="0"/>
                  </a:lnTo>
                  <a:cubicBezTo>
                    <a:pt x="7" y="5"/>
                    <a:pt x="2" y="16"/>
                    <a:pt x="0" y="2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8" name="Google Shape;2438;p53"/>
            <p:cNvSpPr/>
            <p:nvPr/>
          </p:nvSpPr>
          <p:spPr>
            <a:xfrm>
              <a:off x="7101720" y="3610440"/>
              <a:ext cx="194040" cy="194040"/>
            </a:xfrm>
            <a:custGeom>
              <a:rect b="b" l="l" r="r" t="t"/>
              <a:pathLst>
                <a:path extrusionOk="0" h="539" w="539">
                  <a:moveTo>
                    <a:pt x="356" y="338"/>
                  </a:moveTo>
                  <a:cubicBezTo>
                    <a:pt x="350" y="370"/>
                    <a:pt x="326" y="402"/>
                    <a:pt x="288" y="410"/>
                  </a:cubicBezTo>
                  <a:lnTo>
                    <a:pt x="288" y="429"/>
                  </a:lnTo>
                  <a:cubicBezTo>
                    <a:pt x="288" y="440"/>
                    <a:pt x="279" y="449"/>
                    <a:pt x="268" y="449"/>
                  </a:cubicBezTo>
                  <a:cubicBezTo>
                    <a:pt x="257" y="449"/>
                    <a:pt x="248" y="440"/>
                    <a:pt x="248" y="429"/>
                  </a:cubicBezTo>
                  <a:lnTo>
                    <a:pt x="248" y="412"/>
                  </a:lnTo>
                  <a:cubicBezTo>
                    <a:pt x="229" y="411"/>
                    <a:pt x="213" y="406"/>
                    <a:pt x="191" y="392"/>
                  </a:cubicBezTo>
                  <a:cubicBezTo>
                    <a:pt x="182" y="386"/>
                    <a:pt x="179" y="373"/>
                    <a:pt x="185" y="364"/>
                  </a:cubicBezTo>
                  <a:cubicBezTo>
                    <a:pt x="192" y="355"/>
                    <a:pt x="204" y="352"/>
                    <a:pt x="213" y="358"/>
                  </a:cubicBezTo>
                  <a:cubicBezTo>
                    <a:pt x="227" y="367"/>
                    <a:pt x="236" y="371"/>
                    <a:pt x="248" y="372"/>
                  </a:cubicBezTo>
                  <a:lnTo>
                    <a:pt x="248" y="271"/>
                  </a:lnTo>
                  <a:cubicBezTo>
                    <a:pt x="233" y="264"/>
                    <a:pt x="221" y="257"/>
                    <a:pt x="212" y="250"/>
                  </a:cubicBezTo>
                  <a:cubicBezTo>
                    <a:pt x="194" y="236"/>
                    <a:pt x="186" y="211"/>
                    <a:pt x="191" y="186"/>
                  </a:cubicBezTo>
                  <a:cubicBezTo>
                    <a:pt x="196" y="159"/>
                    <a:pt x="216" y="136"/>
                    <a:pt x="242" y="128"/>
                  </a:cubicBezTo>
                  <a:cubicBezTo>
                    <a:pt x="244" y="128"/>
                    <a:pt x="246" y="127"/>
                    <a:pt x="248" y="127"/>
                  </a:cubicBezTo>
                  <a:lnTo>
                    <a:pt x="248" y="110"/>
                  </a:lnTo>
                  <a:cubicBezTo>
                    <a:pt x="248" y="99"/>
                    <a:pt x="257" y="90"/>
                    <a:pt x="268" y="90"/>
                  </a:cubicBezTo>
                  <a:cubicBezTo>
                    <a:pt x="279" y="90"/>
                    <a:pt x="288" y="99"/>
                    <a:pt x="288" y="110"/>
                  </a:cubicBezTo>
                  <a:lnTo>
                    <a:pt x="288" y="124"/>
                  </a:lnTo>
                  <a:cubicBezTo>
                    <a:pt x="311" y="128"/>
                    <a:pt x="326" y="139"/>
                    <a:pt x="334" y="147"/>
                  </a:cubicBezTo>
                  <a:cubicBezTo>
                    <a:pt x="341" y="156"/>
                    <a:pt x="340" y="168"/>
                    <a:pt x="332" y="176"/>
                  </a:cubicBezTo>
                  <a:cubicBezTo>
                    <a:pt x="324" y="183"/>
                    <a:pt x="311" y="182"/>
                    <a:pt x="304" y="174"/>
                  </a:cubicBezTo>
                  <a:cubicBezTo>
                    <a:pt x="304" y="173"/>
                    <a:pt x="298" y="168"/>
                    <a:pt x="288" y="165"/>
                  </a:cubicBezTo>
                  <a:lnTo>
                    <a:pt x="288" y="244"/>
                  </a:lnTo>
                  <a:cubicBezTo>
                    <a:pt x="293" y="246"/>
                    <a:pt x="297" y="247"/>
                    <a:pt x="302" y="249"/>
                  </a:cubicBezTo>
                  <a:cubicBezTo>
                    <a:pt x="341" y="263"/>
                    <a:pt x="362" y="298"/>
                    <a:pt x="356" y="338"/>
                  </a:cubicBezTo>
                  <a:moveTo>
                    <a:pt x="269" y="0"/>
                  </a:moveTo>
                  <a:cubicBezTo>
                    <a:pt x="121" y="0"/>
                    <a:pt x="0" y="121"/>
                    <a:pt x="0" y="269"/>
                  </a:cubicBezTo>
                  <a:cubicBezTo>
                    <a:pt x="0" y="418"/>
                    <a:pt x="121" y="539"/>
                    <a:pt x="269" y="539"/>
                  </a:cubicBezTo>
                  <a:cubicBezTo>
                    <a:pt x="418" y="539"/>
                    <a:pt x="539" y="418"/>
                    <a:pt x="539" y="269"/>
                  </a:cubicBezTo>
                  <a:cubicBezTo>
                    <a:pt x="539" y="121"/>
                    <a:pt x="418" y="0"/>
                    <a:pt x="269"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9" name="Google Shape;2439;p53"/>
            <p:cNvSpPr/>
            <p:nvPr/>
          </p:nvSpPr>
          <p:spPr>
            <a:xfrm>
              <a:off x="6963840" y="3660840"/>
              <a:ext cx="114840" cy="93240"/>
            </a:xfrm>
            <a:custGeom>
              <a:rect b="b" l="l" r="r" t="t"/>
              <a:pathLst>
                <a:path extrusionOk="0" h="259" w="319">
                  <a:moveTo>
                    <a:pt x="289" y="199"/>
                  </a:moveTo>
                  <a:lnTo>
                    <a:pt x="150" y="199"/>
                  </a:lnTo>
                  <a:cubicBezTo>
                    <a:pt x="133" y="199"/>
                    <a:pt x="120" y="186"/>
                    <a:pt x="120" y="169"/>
                  </a:cubicBezTo>
                  <a:lnTo>
                    <a:pt x="120" y="102"/>
                  </a:lnTo>
                  <a:lnTo>
                    <a:pt x="129" y="110"/>
                  </a:lnTo>
                  <a:cubicBezTo>
                    <a:pt x="140" y="122"/>
                    <a:pt x="159" y="122"/>
                    <a:pt x="171" y="110"/>
                  </a:cubicBezTo>
                  <a:cubicBezTo>
                    <a:pt x="183" y="99"/>
                    <a:pt x="183" y="80"/>
                    <a:pt x="171" y="68"/>
                  </a:cubicBezTo>
                  <a:lnTo>
                    <a:pt x="111" y="9"/>
                  </a:lnTo>
                  <a:cubicBezTo>
                    <a:pt x="100" y="-3"/>
                    <a:pt x="81" y="-3"/>
                    <a:pt x="69" y="9"/>
                  </a:cubicBezTo>
                  <a:lnTo>
                    <a:pt x="9" y="68"/>
                  </a:lnTo>
                  <a:cubicBezTo>
                    <a:pt x="-3" y="80"/>
                    <a:pt x="-3" y="99"/>
                    <a:pt x="9" y="110"/>
                  </a:cubicBezTo>
                  <a:cubicBezTo>
                    <a:pt x="21" y="122"/>
                    <a:pt x="40" y="122"/>
                    <a:pt x="51" y="110"/>
                  </a:cubicBezTo>
                  <a:lnTo>
                    <a:pt x="60" y="102"/>
                  </a:lnTo>
                  <a:lnTo>
                    <a:pt x="60" y="169"/>
                  </a:lnTo>
                  <a:cubicBezTo>
                    <a:pt x="60" y="219"/>
                    <a:pt x="100" y="259"/>
                    <a:pt x="150" y="259"/>
                  </a:cubicBezTo>
                  <a:lnTo>
                    <a:pt x="289" y="259"/>
                  </a:lnTo>
                  <a:cubicBezTo>
                    <a:pt x="305" y="259"/>
                    <a:pt x="319" y="246"/>
                    <a:pt x="319" y="229"/>
                  </a:cubicBezTo>
                  <a:cubicBezTo>
                    <a:pt x="319" y="212"/>
                    <a:pt x="305" y="199"/>
                    <a:pt x="289" y="19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0" name="Google Shape;2440;p53"/>
            <p:cNvSpPr/>
            <p:nvPr/>
          </p:nvSpPr>
          <p:spPr>
            <a:xfrm>
              <a:off x="7144920" y="3486960"/>
              <a:ext cx="115200" cy="93240"/>
            </a:xfrm>
            <a:custGeom>
              <a:rect b="b" l="l" r="r" t="t"/>
              <a:pathLst>
                <a:path extrusionOk="0" h="259" w="320">
                  <a:moveTo>
                    <a:pt x="30" y="60"/>
                  </a:moveTo>
                  <a:lnTo>
                    <a:pt x="169" y="60"/>
                  </a:lnTo>
                  <a:cubicBezTo>
                    <a:pt x="186" y="60"/>
                    <a:pt x="199" y="73"/>
                    <a:pt x="199" y="90"/>
                  </a:cubicBezTo>
                  <a:lnTo>
                    <a:pt x="199" y="157"/>
                  </a:lnTo>
                  <a:lnTo>
                    <a:pt x="191" y="148"/>
                  </a:lnTo>
                  <a:cubicBezTo>
                    <a:pt x="179" y="137"/>
                    <a:pt x="160" y="137"/>
                    <a:pt x="148" y="148"/>
                  </a:cubicBezTo>
                  <a:cubicBezTo>
                    <a:pt x="137" y="160"/>
                    <a:pt x="137" y="179"/>
                    <a:pt x="148" y="191"/>
                  </a:cubicBezTo>
                  <a:lnTo>
                    <a:pt x="208" y="251"/>
                  </a:lnTo>
                  <a:cubicBezTo>
                    <a:pt x="220" y="262"/>
                    <a:pt x="239" y="262"/>
                    <a:pt x="251" y="251"/>
                  </a:cubicBezTo>
                  <a:lnTo>
                    <a:pt x="311" y="191"/>
                  </a:lnTo>
                  <a:cubicBezTo>
                    <a:pt x="322" y="179"/>
                    <a:pt x="322" y="160"/>
                    <a:pt x="311" y="148"/>
                  </a:cubicBezTo>
                  <a:cubicBezTo>
                    <a:pt x="299" y="137"/>
                    <a:pt x="280" y="137"/>
                    <a:pt x="268" y="148"/>
                  </a:cubicBezTo>
                  <a:lnTo>
                    <a:pt x="259" y="157"/>
                  </a:lnTo>
                  <a:lnTo>
                    <a:pt x="259" y="90"/>
                  </a:lnTo>
                  <a:cubicBezTo>
                    <a:pt x="259" y="40"/>
                    <a:pt x="219" y="0"/>
                    <a:pt x="169" y="0"/>
                  </a:cubicBezTo>
                  <a:lnTo>
                    <a:pt x="30" y="0"/>
                  </a:lnTo>
                  <a:cubicBezTo>
                    <a:pt x="13" y="0"/>
                    <a:pt x="0" y="13"/>
                    <a:pt x="0" y="30"/>
                  </a:cubicBezTo>
                  <a:cubicBezTo>
                    <a:pt x="0" y="46"/>
                    <a:pt x="13" y="60"/>
                    <a:pt x="30" y="6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41" name="Google Shape;2441;p53"/>
          <p:cNvGrpSpPr/>
          <p:nvPr/>
        </p:nvGrpSpPr>
        <p:grpSpPr>
          <a:xfrm>
            <a:off x="7088161" y="3547815"/>
            <a:ext cx="291049" cy="331194"/>
            <a:chOff x="7828560" y="3436560"/>
            <a:chExt cx="323640" cy="368280"/>
          </a:xfrm>
        </p:grpSpPr>
        <p:sp>
          <p:nvSpPr>
            <p:cNvPr id="2442" name="Google Shape;2442;p53"/>
            <p:cNvSpPr/>
            <p:nvPr/>
          </p:nvSpPr>
          <p:spPr>
            <a:xfrm>
              <a:off x="7979760" y="3481200"/>
              <a:ext cx="4680" cy="15480"/>
            </a:xfrm>
            <a:custGeom>
              <a:rect b="b" l="l" r="r" t="t"/>
              <a:pathLst>
                <a:path extrusionOk="0" h="43" w="13">
                  <a:moveTo>
                    <a:pt x="13" y="0"/>
                  </a:moveTo>
                  <a:cubicBezTo>
                    <a:pt x="5" y="4"/>
                    <a:pt x="1" y="12"/>
                    <a:pt x="0" y="19"/>
                  </a:cubicBezTo>
                  <a:cubicBezTo>
                    <a:pt x="-2" y="27"/>
                    <a:pt x="1" y="34"/>
                    <a:pt x="5" y="38"/>
                  </a:cubicBezTo>
                  <a:cubicBezTo>
                    <a:pt x="8" y="40"/>
                    <a:pt x="10" y="41"/>
                    <a:pt x="13" y="43"/>
                  </a:cubicBezTo>
                  <a:lnTo>
                    <a:pt x="13"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3" name="Google Shape;2443;p53"/>
            <p:cNvSpPr/>
            <p:nvPr/>
          </p:nvSpPr>
          <p:spPr>
            <a:xfrm>
              <a:off x="7995240" y="3513240"/>
              <a:ext cx="8280" cy="21960"/>
            </a:xfrm>
            <a:custGeom>
              <a:rect b="b" l="l" r="r" t="t"/>
              <a:pathLst>
                <a:path extrusionOk="0" h="61" w="23">
                  <a:moveTo>
                    <a:pt x="22" y="33"/>
                  </a:moveTo>
                  <a:cubicBezTo>
                    <a:pt x="23" y="28"/>
                    <a:pt x="24" y="8"/>
                    <a:pt x="1" y="0"/>
                  </a:cubicBezTo>
                  <a:lnTo>
                    <a:pt x="0" y="0"/>
                  </a:lnTo>
                  <a:lnTo>
                    <a:pt x="0" y="61"/>
                  </a:lnTo>
                  <a:cubicBezTo>
                    <a:pt x="12" y="56"/>
                    <a:pt x="20" y="44"/>
                    <a:pt x="22" y="33"/>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4" name="Google Shape;2444;p53"/>
            <p:cNvSpPr/>
            <p:nvPr/>
          </p:nvSpPr>
          <p:spPr>
            <a:xfrm>
              <a:off x="7918560" y="3436560"/>
              <a:ext cx="143640" cy="143640"/>
            </a:xfrm>
            <a:custGeom>
              <a:rect b="b" l="l" r="r" t="t"/>
              <a:pathLst>
                <a:path extrusionOk="0" h="399" w="399">
                  <a:moveTo>
                    <a:pt x="137" y="271"/>
                  </a:moveTo>
                  <a:cubicBezTo>
                    <a:pt x="141" y="264"/>
                    <a:pt x="150" y="262"/>
                    <a:pt x="157" y="267"/>
                  </a:cubicBezTo>
                  <a:cubicBezTo>
                    <a:pt x="168" y="273"/>
                    <a:pt x="174" y="276"/>
                    <a:pt x="183" y="277"/>
                  </a:cubicBezTo>
                  <a:lnTo>
                    <a:pt x="183" y="201"/>
                  </a:lnTo>
                  <a:cubicBezTo>
                    <a:pt x="172" y="196"/>
                    <a:pt x="164" y="191"/>
                    <a:pt x="157" y="185"/>
                  </a:cubicBezTo>
                  <a:cubicBezTo>
                    <a:pt x="143" y="175"/>
                    <a:pt x="137" y="156"/>
                    <a:pt x="141" y="137"/>
                  </a:cubicBezTo>
                  <a:cubicBezTo>
                    <a:pt x="145" y="116"/>
                    <a:pt x="159" y="99"/>
                    <a:pt x="179" y="93"/>
                  </a:cubicBezTo>
                  <a:cubicBezTo>
                    <a:pt x="180" y="93"/>
                    <a:pt x="182" y="93"/>
                    <a:pt x="183" y="92"/>
                  </a:cubicBezTo>
                  <a:lnTo>
                    <a:pt x="183" y="80"/>
                  </a:lnTo>
                  <a:cubicBezTo>
                    <a:pt x="183" y="72"/>
                    <a:pt x="190" y="65"/>
                    <a:pt x="198" y="65"/>
                  </a:cubicBezTo>
                  <a:cubicBezTo>
                    <a:pt x="207" y="65"/>
                    <a:pt x="213" y="72"/>
                    <a:pt x="213" y="80"/>
                  </a:cubicBezTo>
                  <a:lnTo>
                    <a:pt x="213" y="90"/>
                  </a:lnTo>
                  <a:cubicBezTo>
                    <a:pt x="230" y="93"/>
                    <a:pt x="242" y="101"/>
                    <a:pt x="248" y="108"/>
                  </a:cubicBezTo>
                  <a:cubicBezTo>
                    <a:pt x="253" y="114"/>
                    <a:pt x="253" y="123"/>
                    <a:pt x="246" y="129"/>
                  </a:cubicBezTo>
                  <a:cubicBezTo>
                    <a:pt x="240" y="134"/>
                    <a:pt x="231" y="134"/>
                    <a:pt x="225" y="127"/>
                  </a:cubicBezTo>
                  <a:cubicBezTo>
                    <a:pt x="225" y="127"/>
                    <a:pt x="221" y="123"/>
                    <a:pt x="213" y="121"/>
                  </a:cubicBezTo>
                  <a:lnTo>
                    <a:pt x="213" y="181"/>
                  </a:lnTo>
                  <a:cubicBezTo>
                    <a:pt x="217" y="182"/>
                    <a:pt x="220" y="183"/>
                    <a:pt x="224" y="184"/>
                  </a:cubicBezTo>
                  <a:cubicBezTo>
                    <a:pt x="253" y="195"/>
                    <a:pt x="269" y="221"/>
                    <a:pt x="264" y="251"/>
                  </a:cubicBezTo>
                  <a:cubicBezTo>
                    <a:pt x="260" y="275"/>
                    <a:pt x="242" y="299"/>
                    <a:pt x="213" y="306"/>
                  </a:cubicBezTo>
                  <a:lnTo>
                    <a:pt x="213" y="320"/>
                  </a:lnTo>
                  <a:cubicBezTo>
                    <a:pt x="213" y="328"/>
                    <a:pt x="207" y="335"/>
                    <a:pt x="198" y="335"/>
                  </a:cubicBezTo>
                  <a:cubicBezTo>
                    <a:pt x="190" y="335"/>
                    <a:pt x="183" y="328"/>
                    <a:pt x="183" y="320"/>
                  </a:cubicBezTo>
                  <a:lnTo>
                    <a:pt x="183" y="307"/>
                  </a:lnTo>
                  <a:cubicBezTo>
                    <a:pt x="169" y="306"/>
                    <a:pt x="157" y="302"/>
                    <a:pt x="141" y="292"/>
                  </a:cubicBezTo>
                  <a:cubicBezTo>
                    <a:pt x="134" y="287"/>
                    <a:pt x="132" y="278"/>
                    <a:pt x="137" y="271"/>
                  </a:cubicBezTo>
                  <a:moveTo>
                    <a:pt x="200" y="399"/>
                  </a:moveTo>
                  <a:cubicBezTo>
                    <a:pt x="310" y="399"/>
                    <a:pt x="399" y="310"/>
                    <a:pt x="399" y="200"/>
                  </a:cubicBezTo>
                  <a:cubicBezTo>
                    <a:pt x="399" y="89"/>
                    <a:pt x="310" y="0"/>
                    <a:pt x="200" y="0"/>
                  </a:cubicBezTo>
                  <a:cubicBezTo>
                    <a:pt x="89" y="0"/>
                    <a:pt x="0" y="89"/>
                    <a:pt x="0" y="200"/>
                  </a:cubicBezTo>
                  <a:cubicBezTo>
                    <a:pt x="0" y="310"/>
                    <a:pt x="89" y="399"/>
                    <a:pt x="200" y="39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5" name="Google Shape;2445;p53"/>
            <p:cNvSpPr/>
            <p:nvPr/>
          </p:nvSpPr>
          <p:spPr>
            <a:xfrm>
              <a:off x="7828560" y="3601800"/>
              <a:ext cx="323640" cy="43200"/>
            </a:xfrm>
            <a:custGeom>
              <a:rect b="b" l="l" r="r" t="t"/>
              <a:pathLst>
                <a:path extrusionOk="0" h="120" w="899">
                  <a:moveTo>
                    <a:pt x="839" y="0"/>
                  </a:moveTo>
                  <a:lnTo>
                    <a:pt x="60" y="0"/>
                  </a:lnTo>
                  <a:cubicBezTo>
                    <a:pt x="27" y="0"/>
                    <a:pt x="0" y="27"/>
                    <a:pt x="0" y="60"/>
                  </a:cubicBezTo>
                  <a:cubicBezTo>
                    <a:pt x="0" y="93"/>
                    <a:pt x="27" y="120"/>
                    <a:pt x="60" y="120"/>
                  </a:cubicBezTo>
                  <a:lnTo>
                    <a:pt x="839" y="120"/>
                  </a:lnTo>
                  <a:cubicBezTo>
                    <a:pt x="872" y="120"/>
                    <a:pt x="899" y="93"/>
                    <a:pt x="899" y="60"/>
                  </a:cubicBezTo>
                  <a:cubicBezTo>
                    <a:pt x="899" y="27"/>
                    <a:pt x="872" y="0"/>
                    <a:pt x="839"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6" name="Google Shape;2446;p53"/>
            <p:cNvSpPr/>
            <p:nvPr/>
          </p:nvSpPr>
          <p:spPr>
            <a:xfrm>
              <a:off x="8065080" y="3436560"/>
              <a:ext cx="87120" cy="100800"/>
            </a:xfrm>
            <a:custGeom>
              <a:rect b="b" l="l" r="r" t="t"/>
              <a:pathLst>
                <a:path extrusionOk="0" h="280" w="242">
                  <a:moveTo>
                    <a:pt x="43" y="267"/>
                  </a:moveTo>
                  <a:cubicBezTo>
                    <a:pt x="61" y="275"/>
                    <a:pt x="81" y="280"/>
                    <a:pt x="102" y="280"/>
                  </a:cubicBezTo>
                  <a:cubicBezTo>
                    <a:pt x="179" y="280"/>
                    <a:pt x="242" y="217"/>
                    <a:pt x="242" y="140"/>
                  </a:cubicBezTo>
                  <a:cubicBezTo>
                    <a:pt x="242" y="62"/>
                    <a:pt x="179" y="0"/>
                    <a:pt x="102" y="0"/>
                  </a:cubicBezTo>
                  <a:cubicBezTo>
                    <a:pt x="62" y="0"/>
                    <a:pt x="26" y="17"/>
                    <a:pt x="0" y="44"/>
                  </a:cubicBezTo>
                  <a:cubicBezTo>
                    <a:pt x="33" y="87"/>
                    <a:pt x="52" y="141"/>
                    <a:pt x="52" y="200"/>
                  </a:cubicBezTo>
                  <a:cubicBezTo>
                    <a:pt x="52" y="223"/>
                    <a:pt x="49" y="245"/>
                    <a:pt x="43" y="267"/>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7" name="Google Shape;2447;p53"/>
            <p:cNvSpPr/>
            <p:nvPr/>
          </p:nvSpPr>
          <p:spPr>
            <a:xfrm>
              <a:off x="7828560" y="3436560"/>
              <a:ext cx="87120" cy="100800"/>
            </a:xfrm>
            <a:custGeom>
              <a:rect b="b" l="l" r="r" t="t"/>
              <a:pathLst>
                <a:path extrusionOk="0" h="280" w="242">
                  <a:moveTo>
                    <a:pt x="140" y="280"/>
                  </a:moveTo>
                  <a:cubicBezTo>
                    <a:pt x="161" y="280"/>
                    <a:pt x="181" y="275"/>
                    <a:pt x="199" y="267"/>
                  </a:cubicBezTo>
                  <a:cubicBezTo>
                    <a:pt x="193" y="245"/>
                    <a:pt x="190" y="223"/>
                    <a:pt x="190" y="200"/>
                  </a:cubicBezTo>
                  <a:cubicBezTo>
                    <a:pt x="190" y="141"/>
                    <a:pt x="209" y="87"/>
                    <a:pt x="242" y="44"/>
                  </a:cubicBezTo>
                  <a:cubicBezTo>
                    <a:pt x="216" y="17"/>
                    <a:pt x="180" y="0"/>
                    <a:pt x="140" y="0"/>
                  </a:cubicBezTo>
                  <a:cubicBezTo>
                    <a:pt x="63" y="0"/>
                    <a:pt x="0" y="62"/>
                    <a:pt x="0" y="140"/>
                  </a:cubicBezTo>
                  <a:cubicBezTo>
                    <a:pt x="0" y="217"/>
                    <a:pt x="63" y="280"/>
                    <a:pt x="140" y="28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8" name="Google Shape;2448;p53"/>
            <p:cNvSpPr/>
            <p:nvPr/>
          </p:nvSpPr>
          <p:spPr>
            <a:xfrm>
              <a:off x="7877880" y="3666600"/>
              <a:ext cx="225000" cy="138240"/>
            </a:xfrm>
            <a:custGeom>
              <a:rect b="b" l="l" r="r" t="t"/>
              <a:pathLst>
                <a:path extrusionOk="0" h="384" w="625">
                  <a:moveTo>
                    <a:pt x="223" y="221"/>
                  </a:moveTo>
                  <a:lnTo>
                    <a:pt x="223" y="353"/>
                  </a:lnTo>
                  <a:cubicBezTo>
                    <a:pt x="223" y="374"/>
                    <a:pt x="244" y="389"/>
                    <a:pt x="264" y="381"/>
                  </a:cubicBezTo>
                  <a:lnTo>
                    <a:pt x="384" y="333"/>
                  </a:lnTo>
                  <a:cubicBezTo>
                    <a:pt x="395" y="328"/>
                    <a:pt x="402" y="317"/>
                    <a:pt x="402" y="305"/>
                  </a:cubicBezTo>
                  <a:lnTo>
                    <a:pt x="402" y="221"/>
                  </a:lnTo>
                  <a:lnTo>
                    <a:pt x="625" y="0"/>
                  </a:lnTo>
                  <a:lnTo>
                    <a:pt x="0" y="0"/>
                  </a:lnTo>
                  <a:lnTo>
                    <a:pt x="223" y="221"/>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49" name="Google Shape;2449;p53"/>
          <p:cNvGrpSpPr/>
          <p:nvPr/>
        </p:nvGrpSpPr>
        <p:grpSpPr>
          <a:xfrm>
            <a:off x="7855768" y="3545549"/>
            <a:ext cx="335727" cy="335403"/>
            <a:chOff x="8682120" y="3434040"/>
            <a:chExt cx="373320" cy="372960"/>
          </a:xfrm>
        </p:grpSpPr>
        <p:sp>
          <p:nvSpPr>
            <p:cNvPr id="2450" name="Google Shape;2450;p53"/>
            <p:cNvSpPr/>
            <p:nvPr/>
          </p:nvSpPr>
          <p:spPr>
            <a:xfrm>
              <a:off x="8766720" y="3579840"/>
              <a:ext cx="94680" cy="80280"/>
            </a:xfrm>
            <a:custGeom>
              <a:rect b="b" l="l" r="r" t="t"/>
              <a:pathLst>
                <a:path extrusionOk="0" h="223" w="263">
                  <a:moveTo>
                    <a:pt x="0" y="132"/>
                  </a:moveTo>
                  <a:lnTo>
                    <a:pt x="0" y="223"/>
                  </a:lnTo>
                  <a:lnTo>
                    <a:pt x="263" y="223"/>
                  </a:lnTo>
                  <a:lnTo>
                    <a:pt x="263" y="132"/>
                  </a:lnTo>
                  <a:cubicBezTo>
                    <a:pt x="263" y="59"/>
                    <a:pt x="204" y="0"/>
                    <a:pt x="131" y="0"/>
                  </a:cubicBezTo>
                  <a:cubicBezTo>
                    <a:pt x="59" y="0"/>
                    <a:pt x="0" y="59"/>
                    <a:pt x="0" y="132"/>
                  </a:cubicBezTo>
                  <a:close/>
                </a:path>
              </a:pathLst>
            </a:custGeom>
            <a:solidFill>
              <a:schemeClr val="lt1"/>
            </a:solidFill>
            <a:ln>
              <a:noFill/>
            </a:ln>
          </p:spPr>
          <p:txBody>
            <a:bodyPr anchorCtr="1" anchor="ctr" bIns="35275" lIns="90000" spcFirstLastPara="1" rIns="90000" wrap="square" tIns="35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1" name="Google Shape;2451;p53"/>
            <p:cNvSpPr/>
            <p:nvPr/>
          </p:nvSpPr>
          <p:spPr>
            <a:xfrm>
              <a:off x="8792280" y="3514320"/>
              <a:ext cx="43560" cy="43560"/>
            </a:xfrm>
            <a:custGeom>
              <a:rect b="b" l="l" r="r" t="t"/>
              <a:pathLst>
                <a:path extrusionOk="0" h="121" w="121">
                  <a:moveTo>
                    <a:pt x="121" y="60"/>
                  </a:moveTo>
                  <a:cubicBezTo>
                    <a:pt x="121" y="94"/>
                    <a:pt x="94" y="121"/>
                    <a:pt x="60" y="121"/>
                  </a:cubicBezTo>
                  <a:cubicBezTo>
                    <a:pt x="27" y="121"/>
                    <a:pt x="0" y="94"/>
                    <a:pt x="0" y="60"/>
                  </a:cubicBezTo>
                  <a:cubicBezTo>
                    <a:pt x="0" y="27"/>
                    <a:pt x="27" y="0"/>
                    <a:pt x="60" y="0"/>
                  </a:cubicBezTo>
                  <a:cubicBezTo>
                    <a:pt x="94" y="0"/>
                    <a:pt x="121" y="27"/>
                    <a:pt x="121" y="6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2" name="Google Shape;2452;p53"/>
            <p:cNvSpPr/>
            <p:nvPr/>
          </p:nvSpPr>
          <p:spPr>
            <a:xfrm>
              <a:off x="8967960" y="3434040"/>
              <a:ext cx="87480" cy="226080"/>
            </a:xfrm>
            <a:custGeom>
              <a:rect b="b" l="l" r="r" t="t"/>
              <a:pathLst>
                <a:path extrusionOk="0" h="628" w="243">
                  <a:moveTo>
                    <a:pt x="152" y="375"/>
                  </a:moveTo>
                  <a:cubicBezTo>
                    <a:pt x="152" y="391"/>
                    <a:pt x="138" y="405"/>
                    <a:pt x="121" y="405"/>
                  </a:cubicBezTo>
                  <a:cubicBezTo>
                    <a:pt x="104" y="405"/>
                    <a:pt x="91" y="391"/>
                    <a:pt x="91" y="375"/>
                  </a:cubicBezTo>
                  <a:lnTo>
                    <a:pt x="91" y="253"/>
                  </a:lnTo>
                  <a:cubicBezTo>
                    <a:pt x="91" y="236"/>
                    <a:pt x="104" y="223"/>
                    <a:pt x="121" y="223"/>
                  </a:cubicBezTo>
                  <a:cubicBezTo>
                    <a:pt x="138" y="223"/>
                    <a:pt x="152" y="236"/>
                    <a:pt x="152" y="253"/>
                  </a:cubicBezTo>
                  <a:lnTo>
                    <a:pt x="152" y="375"/>
                  </a:lnTo>
                  <a:moveTo>
                    <a:pt x="152" y="0"/>
                  </a:moveTo>
                  <a:lnTo>
                    <a:pt x="0" y="0"/>
                  </a:lnTo>
                  <a:lnTo>
                    <a:pt x="0" y="628"/>
                  </a:lnTo>
                  <a:lnTo>
                    <a:pt x="152" y="628"/>
                  </a:lnTo>
                  <a:cubicBezTo>
                    <a:pt x="202" y="628"/>
                    <a:pt x="243" y="587"/>
                    <a:pt x="243" y="537"/>
                  </a:cubicBezTo>
                  <a:lnTo>
                    <a:pt x="243" y="91"/>
                  </a:lnTo>
                  <a:cubicBezTo>
                    <a:pt x="243" y="41"/>
                    <a:pt x="202" y="0"/>
                    <a:pt x="152"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3" name="Google Shape;2453;p53"/>
            <p:cNvSpPr/>
            <p:nvPr/>
          </p:nvSpPr>
          <p:spPr>
            <a:xfrm>
              <a:off x="8682120" y="3434040"/>
              <a:ext cx="263880" cy="226080"/>
            </a:xfrm>
            <a:custGeom>
              <a:rect b="b" l="l" r="r" t="t"/>
              <a:pathLst>
                <a:path extrusionOk="0" h="628" w="733">
                  <a:moveTo>
                    <a:pt x="123" y="91"/>
                  </a:moveTo>
                  <a:cubicBezTo>
                    <a:pt x="140" y="91"/>
                    <a:pt x="154" y="105"/>
                    <a:pt x="154" y="121"/>
                  </a:cubicBezTo>
                  <a:cubicBezTo>
                    <a:pt x="154" y="138"/>
                    <a:pt x="140" y="152"/>
                    <a:pt x="123" y="152"/>
                  </a:cubicBezTo>
                  <a:cubicBezTo>
                    <a:pt x="106" y="152"/>
                    <a:pt x="93" y="138"/>
                    <a:pt x="93" y="121"/>
                  </a:cubicBezTo>
                  <a:cubicBezTo>
                    <a:pt x="93" y="105"/>
                    <a:pt x="106" y="91"/>
                    <a:pt x="123" y="91"/>
                  </a:cubicBezTo>
                  <a:moveTo>
                    <a:pt x="579" y="91"/>
                  </a:moveTo>
                  <a:lnTo>
                    <a:pt x="640" y="91"/>
                  </a:lnTo>
                  <a:cubicBezTo>
                    <a:pt x="657" y="91"/>
                    <a:pt x="670" y="105"/>
                    <a:pt x="670" y="121"/>
                  </a:cubicBezTo>
                  <a:cubicBezTo>
                    <a:pt x="670" y="138"/>
                    <a:pt x="657" y="152"/>
                    <a:pt x="640" y="152"/>
                  </a:cubicBezTo>
                  <a:lnTo>
                    <a:pt x="579" y="152"/>
                  </a:lnTo>
                  <a:cubicBezTo>
                    <a:pt x="562" y="152"/>
                    <a:pt x="549" y="138"/>
                    <a:pt x="549" y="121"/>
                  </a:cubicBezTo>
                  <a:cubicBezTo>
                    <a:pt x="549" y="105"/>
                    <a:pt x="562" y="91"/>
                    <a:pt x="579" y="91"/>
                  </a:cubicBezTo>
                  <a:moveTo>
                    <a:pt x="0" y="91"/>
                  </a:moveTo>
                  <a:lnTo>
                    <a:pt x="0" y="537"/>
                  </a:lnTo>
                  <a:cubicBezTo>
                    <a:pt x="0" y="587"/>
                    <a:pt x="40" y="628"/>
                    <a:pt x="91" y="628"/>
                  </a:cubicBezTo>
                  <a:lnTo>
                    <a:pt x="174" y="628"/>
                  </a:lnTo>
                  <a:lnTo>
                    <a:pt x="174" y="537"/>
                  </a:lnTo>
                  <a:cubicBezTo>
                    <a:pt x="174" y="463"/>
                    <a:pt x="216" y="398"/>
                    <a:pt x="277" y="366"/>
                  </a:cubicBezTo>
                  <a:cubicBezTo>
                    <a:pt x="257" y="344"/>
                    <a:pt x="245" y="315"/>
                    <a:pt x="245" y="283"/>
                  </a:cubicBezTo>
                  <a:cubicBezTo>
                    <a:pt x="245" y="216"/>
                    <a:pt x="299" y="162"/>
                    <a:pt x="366" y="162"/>
                  </a:cubicBezTo>
                  <a:cubicBezTo>
                    <a:pt x="433" y="162"/>
                    <a:pt x="488" y="216"/>
                    <a:pt x="488" y="283"/>
                  </a:cubicBezTo>
                  <a:cubicBezTo>
                    <a:pt x="488" y="315"/>
                    <a:pt x="475" y="344"/>
                    <a:pt x="455" y="366"/>
                  </a:cubicBezTo>
                  <a:cubicBezTo>
                    <a:pt x="517" y="398"/>
                    <a:pt x="559" y="463"/>
                    <a:pt x="559" y="537"/>
                  </a:cubicBezTo>
                  <a:lnTo>
                    <a:pt x="559" y="628"/>
                  </a:lnTo>
                  <a:lnTo>
                    <a:pt x="733" y="628"/>
                  </a:lnTo>
                  <a:lnTo>
                    <a:pt x="733" y="0"/>
                  </a:lnTo>
                  <a:lnTo>
                    <a:pt x="91" y="0"/>
                  </a:lnTo>
                  <a:cubicBezTo>
                    <a:pt x="40" y="0"/>
                    <a:pt x="0" y="41"/>
                    <a:pt x="0" y="9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4" name="Google Shape;2454;p53"/>
            <p:cNvSpPr/>
            <p:nvPr/>
          </p:nvSpPr>
          <p:spPr>
            <a:xfrm>
              <a:off x="8794080" y="3681720"/>
              <a:ext cx="149400" cy="21600"/>
            </a:xfrm>
            <a:custGeom>
              <a:rect b="b" l="l" r="r" t="t"/>
              <a:pathLst>
                <a:path extrusionOk="0" h="60" w="415">
                  <a:moveTo>
                    <a:pt x="86" y="60"/>
                  </a:moveTo>
                  <a:lnTo>
                    <a:pt x="329" y="60"/>
                  </a:lnTo>
                  <a:cubicBezTo>
                    <a:pt x="368" y="60"/>
                    <a:pt x="402" y="35"/>
                    <a:pt x="415" y="0"/>
                  </a:cubicBezTo>
                  <a:lnTo>
                    <a:pt x="0" y="0"/>
                  </a:lnTo>
                  <a:cubicBezTo>
                    <a:pt x="12" y="35"/>
                    <a:pt x="46" y="60"/>
                    <a:pt x="86" y="6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5" name="Google Shape;2455;p53"/>
            <p:cNvSpPr/>
            <p:nvPr/>
          </p:nvSpPr>
          <p:spPr>
            <a:xfrm>
              <a:off x="8835840" y="3725280"/>
              <a:ext cx="65520" cy="81720"/>
            </a:xfrm>
            <a:custGeom>
              <a:rect b="b" l="l" r="r" t="t"/>
              <a:pathLst>
                <a:path extrusionOk="0" h="227" w="182">
                  <a:moveTo>
                    <a:pt x="0" y="197"/>
                  </a:moveTo>
                  <a:cubicBezTo>
                    <a:pt x="0" y="213"/>
                    <a:pt x="14" y="227"/>
                    <a:pt x="30" y="227"/>
                  </a:cubicBezTo>
                  <a:lnTo>
                    <a:pt x="152" y="227"/>
                  </a:lnTo>
                  <a:cubicBezTo>
                    <a:pt x="169" y="227"/>
                    <a:pt x="182" y="213"/>
                    <a:pt x="182" y="197"/>
                  </a:cubicBezTo>
                  <a:lnTo>
                    <a:pt x="182" y="0"/>
                  </a:lnTo>
                  <a:lnTo>
                    <a:pt x="0" y="0"/>
                  </a:lnTo>
                  <a:lnTo>
                    <a:pt x="0" y="197"/>
                  </a:lnTo>
                  <a:close/>
                </a:path>
              </a:pathLst>
            </a:custGeom>
            <a:solidFill>
              <a:schemeClr val="lt1"/>
            </a:solidFill>
            <a:ln>
              <a:noFill/>
            </a:ln>
          </p:spPr>
          <p:txBody>
            <a:bodyPr anchorCtr="1" anchor="ctr" bIns="36700" lIns="90000" spcFirstLastPara="1" rIns="90000" wrap="square" tIns="367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56" name="Google Shape;2456;p53"/>
          <p:cNvGrpSpPr/>
          <p:nvPr/>
        </p:nvGrpSpPr>
        <p:grpSpPr>
          <a:xfrm>
            <a:off x="959288" y="4195311"/>
            <a:ext cx="337345" cy="337669"/>
            <a:chOff x="1013400" y="4156560"/>
            <a:chExt cx="375120" cy="375480"/>
          </a:xfrm>
        </p:grpSpPr>
        <p:sp>
          <p:nvSpPr>
            <p:cNvPr id="2457" name="Google Shape;2457;p53"/>
            <p:cNvSpPr/>
            <p:nvPr/>
          </p:nvSpPr>
          <p:spPr>
            <a:xfrm>
              <a:off x="1094040" y="4242960"/>
              <a:ext cx="95040" cy="104400"/>
            </a:xfrm>
            <a:custGeom>
              <a:rect b="b" l="l" r="r" t="t"/>
              <a:pathLst>
                <a:path extrusionOk="0" h="290" w="264">
                  <a:moveTo>
                    <a:pt x="264" y="157"/>
                  </a:moveTo>
                  <a:lnTo>
                    <a:pt x="264" y="64"/>
                  </a:lnTo>
                  <a:cubicBezTo>
                    <a:pt x="215" y="57"/>
                    <a:pt x="168" y="34"/>
                    <a:pt x="132" y="0"/>
                  </a:cubicBezTo>
                  <a:cubicBezTo>
                    <a:pt x="96" y="34"/>
                    <a:pt x="49" y="57"/>
                    <a:pt x="0" y="64"/>
                  </a:cubicBezTo>
                  <a:lnTo>
                    <a:pt x="0" y="157"/>
                  </a:lnTo>
                  <a:cubicBezTo>
                    <a:pt x="0" y="230"/>
                    <a:pt x="59" y="290"/>
                    <a:pt x="132" y="290"/>
                  </a:cubicBezTo>
                  <a:cubicBezTo>
                    <a:pt x="205" y="290"/>
                    <a:pt x="264" y="230"/>
                    <a:pt x="264" y="157"/>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8" name="Google Shape;2458;p53"/>
            <p:cNvSpPr/>
            <p:nvPr/>
          </p:nvSpPr>
          <p:spPr>
            <a:xfrm>
              <a:off x="1035360" y="4156560"/>
              <a:ext cx="212400" cy="215640"/>
            </a:xfrm>
            <a:custGeom>
              <a:rect b="b" l="l" r="r" t="t"/>
              <a:pathLst>
                <a:path extrusionOk="0" h="599" w="590">
                  <a:moveTo>
                    <a:pt x="163" y="570"/>
                  </a:moveTo>
                  <a:cubicBezTo>
                    <a:pt x="163" y="566"/>
                    <a:pt x="162" y="542"/>
                    <a:pt x="163" y="538"/>
                  </a:cubicBezTo>
                  <a:cubicBezTo>
                    <a:pt x="125" y="503"/>
                    <a:pt x="102" y="453"/>
                    <a:pt x="102" y="397"/>
                  </a:cubicBezTo>
                  <a:lnTo>
                    <a:pt x="102" y="275"/>
                  </a:lnTo>
                  <a:cubicBezTo>
                    <a:pt x="102" y="258"/>
                    <a:pt x="115" y="244"/>
                    <a:pt x="132" y="244"/>
                  </a:cubicBezTo>
                  <a:cubicBezTo>
                    <a:pt x="186" y="244"/>
                    <a:pt x="238" y="219"/>
                    <a:pt x="271" y="175"/>
                  </a:cubicBezTo>
                  <a:cubicBezTo>
                    <a:pt x="276" y="168"/>
                    <a:pt x="285" y="163"/>
                    <a:pt x="295" y="163"/>
                  </a:cubicBezTo>
                  <a:cubicBezTo>
                    <a:pt x="305" y="163"/>
                    <a:pt x="314" y="168"/>
                    <a:pt x="319" y="175"/>
                  </a:cubicBezTo>
                  <a:cubicBezTo>
                    <a:pt x="352" y="219"/>
                    <a:pt x="404" y="244"/>
                    <a:pt x="458" y="244"/>
                  </a:cubicBezTo>
                  <a:cubicBezTo>
                    <a:pt x="475" y="244"/>
                    <a:pt x="489" y="258"/>
                    <a:pt x="489" y="275"/>
                  </a:cubicBezTo>
                  <a:lnTo>
                    <a:pt x="489" y="397"/>
                  </a:lnTo>
                  <a:cubicBezTo>
                    <a:pt x="489" y="453"/>
                    <a:pt x="465" y="503"/>
                    <a:pt x="427" y="538"/>
                  </a:cubicBezTo>
                  <a:cubicBezTo>
                    <a:pt x="428" y="542"/>
                    <a:pt x="427" y="566"/>
                    <a:pt x="427" y="570"/>
                  </a:cubicBezTo>
                  <a:lnTo>
                    <a:pt x="478" y="570"/>
                  </a:lnTo>
                  <a:cubicBezTo>
                    <a:pt x="518" y="570"/>
                    <a:pt x="557" y="581"/>
                    <a:pt x="590" y="599"/>
                  </a:cubicBezTo>
                  <a:lnTo>
                    <a:pt x="590" y="295"/>
                  </a:lnTo>
                  <a:cubicBezTo>
                    <a:pt x="590" y="133"/>
                    <a:pt x="458" y="0"/>
                    <a:pt x="295" y="0"/>
                  </a:cubicBezTo>
                  <a:cubicBezTo>
                    <a:pt x="132" y="0"/>
                    <a:pt x="0" y="133"/>
                    <a:pt x="0" y="295"/>
                  </a:cubicBezTo>
                  <a:lnTo>
                    <a:pt x="0" y="599"/>
                  </a:lnTo>
                  <a:cubicBezTo>
                    <a:pt x="33" y="581"/>
                    <a:pt x="71" y="570"/>
                    <a:pt x="112" y="570"/>
                  </a:cubicBezTo>
                  <a:lnTo>
                    <a:pt x="163" y="57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9" name="Google Shape;2459;p53"/>
            <p:cNvSpPr/>
            <p:nvPr/>
          </p:nvSpPr>
          <p:spPr>
            <a:xfrm>
              <a:off x="1116000" y="4364280"/>
              <a:ext cx="51120" cy="52560"/>
            </a:xfrm>
            <a:custGeom>
              <a:rect b="b" l="l" r="r" t="t"/>
              <a:pathLst>
                <a:path extrusionOk="0" h="146" w="142">
                  <a:moveTo>
                    <a:pt x="0" y="0"/>
                  </a:moveTo>
                  <a:lnTo>
                    <a:pt x="0" y="75"/>
                  </a:lnTo>
                  <a:cubicBezTo>
                    <a:pt x="0" y="114"/>
                    <a:pt x="32" y="146"/>
                    <a:pt x="71" y="146"/>
                  </a:cubicBezTo>
                  <a:cubicBezTo>
                    <a:pt x="110" y="146"/>
                    <a:pt x="142" y="114"/>
                    <a:pt x="142" y="75"/>
                  </a:cubicBezTo>
                  <a:lnTo>
                    <a:pt x="142" y="0"/>
                  </a:lnTo>
                  <a:cubicBezTo>
                    <a:pt x="120" y="9"/>
                    <a:pt x="96" y="14"/>
                    <a:pt x="71" y="14"/>
                  </a:cubicBezTo>
                  <a:cubicBezTo>
                    <a:pt x="46" y="14"/>
                    <a:pt x="22" y="9"/>
                    <a:pt x="0" y="0"/>
                  </a:cubicBezTo>
                  <a:close/>
                </a:path>
              </a:pathLst>
            </a:custGeom>
            <a:solidFill>
              <a:schemeClr val="lt1"/>
            </a:solidFill>
            <a:ln>
              <a:noFill/>
            </a:ln>
          </p:spPr>
          <p:txBody>
            <a:bodyPr anchorCtr="1" anchor="ctr" bIns="7550" lIns="90000" spcFirstLastPara="1" rIns="90000" wrap="square" tIns="7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0" name="Google Shape;2460;p53"/>
            <p:cNvSpPr/>
            <p:nvPr/>
          </p:nvSpPr>
          <p:spPr>
            <a:xfrm>
              <a:off x="1312920" y="4480200"/>
              <a:ext cx="21240" cy="42840"/>
            </a:xfrm>
            <a:custGeom>
              <a:rect b="b" l="l" r="r" t="t"/>
              <a:pathLst>
                <a:path extrusionOk="0" h="119" w="59">
                  <a:moveTo>
                    <a:pt x="30" y="119"/>
                  </a:moveTo>
                  <a:cubicBezTo>
                    <a:pt x="39" y="107"/>
                    <a:pt x="55" y="66"/>
                    <a:pt x="59" y="0"/>
                  </a:cubicBezTo>
                  <a:lnTo>
                    <a:pt x="0" y="0"/>
                  </a:lnTo>
                  <a:cubicBezTo>
                    <a:pt x="4" y="66"/>
                    <a:pt x="20" y="107"/>
                    <a:pt x="30" y="119"/>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1" name="Google Shape;2461;p53"/>
            <p:cNvSpPr/>
            <p:nvPr/>
          </p:nvSpPr>
          <p:spPr>
            <a:xfrm>
              <a:off x="1312920" y="4415400"/>
              <a:ext cx="21240" cy="42840"/>
            </a:xfrm>
            <a:custGeom>
              <a:rect b="b" l="l" r="r" t="t"/>
              <a:pathLst>
                <a:path extrusionOk="0" h="119" w="59">
                  <a:moveTo>
                    <a:pt x="0" y="119"/>
                  </a:moveTo>
                  <a:lnTo>
                    <a:pt x="59" y="119"/>
                  </a:lnTo>
                  <a:cubicBezTo>
                    <a:pt x="55" y="53"/>
                    <a:pt x="40" y="12"/>
                    <a:pt x="30" y="0"/>
                  </a:cubicBezTo>
                  <a:cubicBezTo>
                    <a:pt x="20" y="12"/>
                    <a:pt x="4" y="53"/>
                    <a:pt x="0" y="119"/>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2" name="Google Shape;2462;p53"/>
            <p:cNvSpPr/>
            <p:nvPr/>
          </p:nvSpPr>
          <p:spPr>
            <a:xfrm>
              <a:off x="1343880" y="4406400"/>
              <a:ext cx="44640" cy="51840"/>
            </a:xfrm>
            <a:custGeom>
              <a:rect b="b" l="l" r="r" t="t"/>
              <a:pathLst>
                <a:path extrusionOk="0" h="144" w="124">
                  <a:moveTo>
                    <a:pt x="124" y="144"/>
                  </a:moveTo>
                  <a:cubicBezTo>
                    <a:pt x="113" y="76"/>
                    <a:pt x="64" y="21"/>
                    <a:pt x="0" y="0"/>
                  </a:cubicBezTo>
                  <a:cubicBezTo>
                    <a:pt x="21" y="35"/>
                    <a:pt x="32" y="88"/>
                    <a:pt x="35" y="144"/>
                  </a:cubicBezTo>
                  <a:lnTo>
                    <a:pt x="124" y="144"/>
                  </a:ln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3" name="Google Shape;2463;p53"/>
            <p:cNvSpPr/>
            <p:nvPr/>
          </p:nvSpPr>
          <p:spPr>
            <a:xfrm>
              <a:off x="1258560" y="4406400"/>
              <a:ext cx="44640" cy="51840"/>
            </a:xfrm>
            <a:custGeom>
              <a:rect b="b" l="l" r="r" t="t"/>
              <a:pathLst>
                <a:path extrusionOk="0" h="144" w="124">
                  <a:moveTo>
                    <a:pt x="0" y="144"/>
                  </a:moveTo>
                  <a:lnTo>
                    <a:pt x="90" y="144"/>
                  </a:lnTo>
                  <a:cubicBezTo>
                    <a:pt x="93" y="88"/>
                    <a:pt x="104" y="35"/>
                    <a:pt x="124" y="0"/>
                  </a:cubicBezTo>
                  <a:cubicBezTo>
                    <a:pt x="60" y="21"/>
                    <a:pt x="11" y="76"/>
                    <a:pt x="0" y="144"/>
                  </a:cubicBez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4" name="Google Shape;2464;p53"/>
            <p:cNvSpPr/>
            <p:nvPr/>
          </p:nvSpPr>
          <p:spPr>
            <a:xfrm>
              <a:off x="1258560" y="4480200"/>
              <a:ext cx="44640" cy="51840"/>
            </a:xfrm>
            <a:custGeom>
              <a:rect b="b" l="l" r="r" t="t"/>
              <a:pathLst>
                <a:path extrusionOk="0" h="144" w="124">
                  <a:moveTo>
                    <a:pt x="0" y="0"/>
                  </a:moveTo>
                  <a:cubicBezTo>
                    <a:pt x="11" y="68"/>
                    <a:pt x="60" y="123"/>
                    <a:pt x="124" y="144"/>
                  </a:cubicBezTo>
                  <a:cubicBezTo>
                    <a:pt x="104" y="109"/>
                    <a:pt x="93" y="56"/>
                    <a:pt x="90" y="0"/>
                  </a:cubicBezTo>
                  <a:lnTo>
                    <a:pt x="0" y="0"/>
                  </a:ln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5" name="Google Shape;2465;p53"/>
            <p:cNvSpPr/>
            <p:nvPr/>
          </p:nvSpPr>
          <p:spPr>
            <a:xfrm>
              <a:off x="1343880" y="4480200"/>
              <a:ext cx="44640" cy="51840"/>
            </a:xfrm>
            <a:custGeom>
              <a:rect b="b" l="l" r="r" t="t"/>
              <a:pathLst>
                <a:path extrusionOk="0" h="144" w="124">
                  <a:moveTo>
                    <a:pt x="0" y="144"/>
                  </a:moveTo>
                  <a:cubicBezTo>
                    <a:pt x="64" y="123"/>
                    <a:pt x="113" y="68"/>
                    <a:pt x="124" y="0"/>
                  </a:cubicBezTo>
                  <a:lnTo>
                    <a:pt x="35" y="0"/>
                  </a:lnTo>
                  <a:cubicBezTo>
                    <a:pt x="32" y="56"/>
                    <a:pt x="21" y="109"/>
                    <a:pt x="0" y="144"/>
                  </a:cubicBezTo>
                  <a:close/>
                </a:path>
              </a:pathLst>
            </a:custGeom>
            <a:solidFill>
              <a:schemeClr val="lt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6" name="Google Shape;2466;p53"/>
            <p:cNvSpPr/>
            <p:nvPr/>
          </p:nvSpPr>
          <p:spPr>
            <a:xfrm>
              <a:off x="1013400" y="4383720"/>
              <a:ext cx="248760" cy="148320"/>
            </a:xfrm>
            <a:custGeom>
              <a:rect b="b" l="l" r="r" t="t"/>
              <a:pathLst>
                <a:path extrusionOk="0" h="412" w="691">
                  <a:moveTo>
                    <a:pt x="681" y="74"/>
                  </a:moveTo>
                  <a:cubicBezTo>
                    <a:pt x="649" y="29"/>
                    <a:pt x="597" y="0"/>
                    <a:pt x="539" y="0"/>
                  </a:cubicBezTo>
                  <a:lnTo>
                    <a:pt x="488" y="0"/>
                  </a:lnTo>
                  <a:lnTo>
                    <a:pt x="488" y="21"/>
                  </a:lnTo>
                  <a:cubicBezTo>
                    <a:pt x="488" y="94"/>
                    <a:pt x="429" y="153"/>
                    <a:pt x="356" y="153"/>
                  </a:cubicBezTo>
                  <a:cubicBezTo>
                    <a:pt x="283" y="153"/>
                    <a:pt x="224" y="94"/>
                    <a:pt x="224" y="21"/>
                  </a:cubicBezTo>
                  <a:lnTo>
                    <a:pt x="224" y="0"/>
                  </a:lnTo>
                  <a:lnTo>
                    <a:pt x="173" y="0"/>
                  </a:lnTo>
                  <a:cubicBezTo>
                    <a:pt x="77" y="0"/>
                    <a:pt x="0" y="78"/>
                    <a:pt x="0" y="174"/>
                  </a:cubicBezTo>
                  <a:lnTo>
                    <a:pt x="0" y="412"/>
                  </a:lnTo>
                  <a:lnTo>
                    <a:pt x="122" y="412"/>
                  </a:lnTo>
                  <a:lnTo>
                    <a:pt x="122" y="255"/>
                  </a:lnTo>
                  <a:cubicBezTo>
                    <a:pt x="122" y="238"/>
                    <a:pt x="136" y="224"/>
                    <a:pt x="152" y="224"/>
                  </a:cubicBezTo>
                  <a:cubicBezTo>
                    <a:pt x="169" y="224"/>
                    <a:pt x="183" y="238"/>
                    <a:pt x="183" y="255"/>
                  </a:cubicBezTo>
                  <a:lnTo>
                    <a:pt x="183" y="412"/>
                  </a:lnTo>
                  <a:lnTo>
                    <a:pt x="529" y="412"/>
                  </a:lnTo>
                  <a:lnTo>
                    <a:pt x="529" y="255"/>
                  </a:lnTo>
                  <a:cubicBezTo>
                    <a:pt x="529" y="238"/>
                    <a:pt x="543" y="224"/>
                    <a:pt x="560" y="224"/>
                  </a:cubicBezTo>
                  <a:cubicBezTo>
                    <a:pt x="577" y="224"/>
                    <a:pt x="590" y="238"/>
                    <a:pt x="590" y="255"/>
                  </a:cubicBezTo>
                  <a:lnTo>
                    <a:pt x="590" y="412"/>
                  </a:lnTo>
                  <a:lnTo>
                    <a:pt x="691" y="412"/>
                  </a:lnTo>
                  <a:cubicBezTo>
                    <a:pt x="645" y="367"/>
                    <a:pt x="617" y="306"/>
                    <a:pt x="617" y="238"/>
                  </a:cubicBezTo>
                  <a:cubicBezTo>
                    <a:pt x="617" y="174"/>
                    <a:pt x="641" y="117"/>
                    <a:pt x="681" y="7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67" name="Google Shape;2467;p53"/>
          <p:cNvGrpSpPr/>
          <p:nvPr/>
        </p:nvGrpSpPr>
        <p:grpSpPr>
          <a:xfrm>
            <a:off x="1734988" y="4195311"/>
            <a:ext cx="337669" cy="337669"/>
            <a:chOff x="1875960" y="4156560"/>
            <a:chExt cx="375480" cy="375480"/>
          </a:xfrm>
        </p:grpSpPr>
        <p:sp>
          <p:nvSpPr>
            <p:cNvPr id="2468" name="Google Shape;2468;p53"/>
            <p:cNvSpPr/>
            <p:nvPr/>
          </p:nvSpPr>
          <p:spPr>
            <a:xfrm>
              <a:off x="1978560" y="4156560"/>
              <a:ext cx="29160" cy="43920"/>
            </a:xfrm>
            <a:custGeom>
              <a:rect b="b" l="l" r="r" t="t"/>
              <a:pathLst>
                <a:path extrusionOk="0" h="122" w="81">
                  <a:moveTo>
                    <a:pt x="0" y="0"/>
                  </a:moveTo>
                  <a:lnTo>
                    <a:pt x="81" y="0"/>
                  </a:lnTo>
                  <a:lnTo>
                    <a:pt x="81" y="122"/>
                  </a:lnTo>
                  <a:lnTo>
                    <a:pt x="0" y="122"/>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9" name="Google Shape;2469;p53"/>
            <p:cNvSpPr/>
            <p:nvPr/>
          </p:nvSpPr>
          <p:spPr>
            <a:xfrm>
              <a:off x="1927080" y="4156560"/>
              <a:ext cx="29520" cy="43920"/>
            </a:xfrm>
            <a:custGeom>
              <a:rect b="b" l="l" r="r" t="t"/>
              <a:pathLst>
                <a:path extrusionOk="0" h="122" w="82">
                  <a:moveTo>
                    <a:pt x="0" y="0"/>
                  </a:moveTo>
                  <a:lnTo>
                    <a:pt x="82" y="0"/>
                  </a:lnTo>
                  <a:lnTo>
                    <a:pt x="82" y="122"/>
                  </a:lnTo>
                  <a:lnTo>
                    <a:pt x="0" y="122"/>
                  </a:lnTo>
                  <a:lnTo>
                    <a:pt x="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0" name="Google Shape;2470;p53"/>
            <p:cNvSpPr/>
            <p:nvPr/>
          </p:nvSpPr>
          <p:spPr>
            <a:xfrm>
              <a:off x="1875960" y="4156920"/>
              <a:ext cx="29160" cy="43560"/>
            </a:xfrm>
            <a:custGeom>
              <a:rect b="b" l="l" r="r" t="t"/>
              <a:pathLst>
                <a:path extrusionOk="0" h="121" w="81">
                  <a:moveTo>
                    <a:pt x="81" y="0"/>
                  </a:moveTo>
                  <a:cubicBezTo>
                    <a:pt x="36" y="5"/>
                    <a:pt x="0" y="44"/>
                    <a:pt x="0" y="91"/>
                  </a:cubicBezTo>
                  <a:lnTo>
                    <a:pt x="0" y="121"/>
                  </a:lnTo>
                  <a:lnTo>
                    <a:pt x="81" y="121"/>
                  </a:lnTo>
                  <a:lnTo>
                    <a:pt x="81"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1" name="Google Shape;2471;p53"/>
            <p:cNvSpPr/>
            <p:nvPr/>
          </p:nvSpPr>
          <p:spPr>
            <a:xfrm>
              <a:off x="2030040" y="4156560"/>
              <a:ext cx="221400" cy="43920"/>
            </a:xfrm>
            <a:custGeom>
              <a:rect b="b" l="l" r="r" t="t"/>
              <a:pathLst>
                <a:path extrusionOk="0" h="122" w="615">
                  <a:moveTo>
                    <a:pt x="523" y="0"/>
                  </a:moveTo>
                  <a:lnTo>
                    <a:pt x="0" y="0"/>
                  </a:lnTo>
                  <a:lnTo>
                    <a:pt x="0" y="122"/>
                  </a:lnTo>
                  <a:lnTo>
                    <a:pt x="615" y="122"/>
                  </a:lnTo>
                  <a:lnTo>
                    <a:pt x="615" y="92"/>
                  </a:lnTo>
                  <a:cubicBezTo>
                    <a:pt x="615" y="41"/>
                    <a:pt x="573" y="0"/>
                    <a:pt x="523"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2" name="Google Shape;2472;p53"/>
            <p:cNvSpPr/>
            <p:nvPr/>
          </p:nvSpPr>
          <p:spPr>
            <a:xfrm>
              <a:off x="1875960" y="4222440"/>
              <a:ext cx="375480" cy="309600"/>
            </a:xfrm>
            <a:custGeom>
              <a:rect b="b" l="l" r="r" t="t"/>
              <a:pathLst>
                <a:path extrusionOk="0" h="860" w="1043">
                  <a:moveTo>
                    <a:pt x="121" y="406"/>
                  </a:moveTo>
                  <a:lnTo>
                    <a:pt x="202" y="325"/>
                  </a:lnTo>
                  <a:cubicBezTo>
                    <a:pt x="214" y="313"/>
                    <a:pt x="234" y="313"/>
                    <a:pt x="245" y="325"/>
                  </a:cubicBezTo>
                  <a:cubicBezTo>
                    <a:pt x="257" y="337"/>
                    <a:pt x="257" y="356"/>
                    <a:pt x="245" y="368"/>
                  </a:cubicBezTo>
                  <a:lnTo>
                    <a:pt x="186" y="428"/>
                  </a:lnTo>
                  <a:lnTo>
                    <a:pt x="245" y="488"/>
                  </a:lnTo>
                  <a:cubicBezTo>
                    <a:pt x="257" y="500"/>
                    <a:pt x="257" y="519"/>
                    <a:pt x="245" y="531"/>
                  </a:cubicBezTo>
                  <a:cubicBezTo>
                    <a:pt x="234" y="543"/>
                    <a:pt x="214" y="543"/>
                    <a:pt x="202" y="531"/>
                  </a:cubicBezTo>
                  <a:lnTo>
                    <a:pt x="121" y="450"/>
                  </a:lnTo>
                  <a:cubicBezTo>
                    <a:pt x="109" y="438"/>
                    <a:pt x="109" y="418"/>
                    <a:pt x="121" y="406"/>
                  </a:cubicBezTo>
                  <a:moveTo>
                    <a:pt x="305" y="123"/>
                  </a:moveTo>
                  <a:cubicBezTo>
                    <a:pt x="305" y="106"/>
                    <a:pt x="319" y="92"/>
                    <a:pt x="336" y="92"/>
                  </a:cubicBezTo>
                  <a:lnTo>
                    <a:pt x="707" y="92"/>
                  </a:lnTo>
                  <a:cubicBezTo>
                    <a:pt x="723" y="92"/>
                    <a:pt x="737" y="106"/>
                    <a:pt x="737" y="123"/>
                  </a:cubicBezTo>
                  <a:lnTo>
                    <a:pt x="737" y="734"/>
                  </a:lnTo>
                  <a:cubicBezTo>
                    <a:pt x="737" y="750"/>
                    <a:pt x="723" y="764"/>
                    <a:pt x="707" y="764"/>
                  </a:cubicBezTo>
                  <a:lnTo>
                    <a:pt x="336" y="764"/>
                  </a:lnTo>
                  <a:cubicBezTo>
                    <a:pt x="319" y="764"/>
                    <a:pt x="305" y="750"/>
                    <a:pt x="305" y="734"/>
                  </a:cubicBezTo>
                  <a:lnTo>
                    <a:pt x="305" y="123"/>
                  </a:lnTo>
                  <a:moveTo>
                    <a:pt x="797" y="368"/>
                  </a:moveTo>
                  <a:cubicBezTo>
                    <a:pt x="785" y="356"/>
                    <a:pt x="785" y="337"/>
                    <a:pt x="797" y="325"/>
                  </a:cubicBezTo>
                  <a:cubicBezTo>
                    <a:pt x="809" y="313"/>
                    <a:pt x="828" y="313"/>
                    <a:pt x="840" y="325"/>
                  </a:cubicBezTo>
                  <a:lnTo>
                    <a:pt x="922" y="406"/>
                  </a:lnTo>
                  <a:cubicBezTo>
                    <a:pt x="934" y="418"/>
                    <a:pt x="934" y="438"/>
                    <a:pt x="922" y="450"/>
                  </a:cubicBezTo>
                  <a:lnTo>
                    <a:pt x="840" y="531"/>
                  </a:lnTo>
                  <a:cubicBezTo>
                    <a:pt x="828" y="543"/>
                    <a:pt x="809" y="543"/>
                    <a:pt x="797" y="531"/>
                  </a:cubicBezTo>
                  <a:cubicBezTo>
                    <a:pt x="785" y="519"/>
                    <a:pt x="785" y="500"/>
                    <a:pt x="797" y="488"/>
                  </a:cubicBezTo>
                  <a:lnTo>
                    <a:pt x="857" y="428"/>
                  </a:lnTo>
                  <a:lnTo>
                    <a:pt x="797" y="368"/>
                  </a:lnTo>
                  <a:moveTo>
                    <a:pt x="0" y="768"/>
                  </a:moveTo>
                  <a:cubicBezTo>
                    <a:pt x="0" y="819"/>
                    <a:pt x="41" y="860"/>
                    <a:pt x="91" y="860"/>
                  </a:cubicBezTo>
                  <a:lnTo>
                    <a:pt x="951" y="860"/>
                  </a:lnTo>
                  <a:cubicBezTo>
                    <a:pt x="1001" y="860"/>
                    <a:pt x="1043" y="819"/>
                    <a:pt x="1043" y="768"/>
                  </a:cubicBezTo>
                  <a:lnTo>
                    <a:pt x="1043" y="0"/>
                  </a:lnTo>
                  <a:lnTo>
                    <a:pt x="0" y="0"/>
                  </a:lnTo>
                  <a:lnTo>
                    <a:pt x="0" y="768"/>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3" name="Google Shape;2473;p53"/>
            <p:cNvSpPr/>
            <p:nvPr/>
          </p:nvSpPr>
          <p:spPr>
            <a:xfrm>
              <a:off x="2007720" y="4277520"/>
              <a:ext cx="111600" cy="198000"/>
            </a:xfrm>
            <a:custGeom>
              <a:rect b="b" l="l" r="r" t="t"/>
              <a:pathLst>
                <a:path extrusionOk="0" h="550" w="310">
                  <a:moveTo>
                    <a:pt x="0" y="0"/>
                  </a:moveTo>
                  <a:lnTo>
                    <a:pt x="310" y="0"/>
                  </a:lnTo>
                  <a:lnTo>
                    <a:pt x="310" y="550"/>
                  </a:lnTo>
                  <a:lnTo>
                    <a:pt x="0" y="550"/>
                  </a:lnTo>
                  <a:lnTo>
                    <a:pt x="0"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74" name="Google Shape;2474;p53"/>
          <p:cNvGrpSpPr/>
          <p:nvPr/>
        </p:nvGrpSpPr>
        <p:grpSpPr>
          <a:xfrm>
            <a:off x="2514250" y="4195311"/>
            <a:ext cx="336050" cy="337669"/>
            <a:chOff x="2742480" y="4156560"/>
            <a:chExt cx="373680" cy="375480"/>
          </a:xfrm>
        </p:grpSpPr>
        <p:sp>
          <p:nvSpPr>
            <p:cNvPr id="2475" name="Google Shape;2475;p53"/>
            <p:cNvSpPr/>
            <p:nvPr/>
          </p:nvSpPr>
          <p:spPr>
            <a:xfrm>
              <a:off x="2742480" y="4375440"/>
              <a:ext cx="62280" cy="45360"/>
            </a:xfrm>
            <a:custGeom>
              <a:rect b="b" l="l" r="r" t="t"/>
              <a:pathLst>
                <a:path extrusionOk="0" h="126" w="173">
                  <a:moveTo>
                    <a:pt x="173" y="56"/>
                  </a:moveTo>
                  <a:lnTo>
                    <a:pt x="173" y="0"/>
                  </a:lnTo>
                  <a:lnTo>
                    <a:pt x="20" y="56"/>
                  </a:lnTo>
                  <a:cubicBezTo>
                    <a:pt x="8" y="60"/>
                    <a:pt x="0" y="72"/>
                    <a:pt x="0" y="85"/>
                  </a:cubicBezTo>
                  <a:cubicBezTo>
                    <a:pt x="0" y="98"/>
                    <a:pt x="8" y="109"/>
                    <a:pt x="21" y="114"/>
                  </a:cubicBezTo>
                  <a:cubicBezTo>
                    <a:pt x="35" y="119"/>
                    <a:pt x="50" y="123"/>
                    <a:pt x="64" y="126"/>
                  </a:cubicBezTo>
                  <a:cubicBezTo>
                    <a:pt x="67" y="122"/>
                    <a:pt x="70" y="119"/>
                    <a:pt x="74" y="115"/>
                  </a:cubicBezTo>
                  <a:cubicBezTo>
                    <a:pt x="102" y="87"/>
                    <a:pt x="136" y="67"/>
                    <a:pt x="173" y="56"/>
                  </a:cubicBezTo>
                  <a:close/>
                </a:path>
              </a:pathLst>
            </a:custGeom>
            <a:solidFill>
              <a:schemeClr val="lt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6" name="Google Shape;2476;p53"/>
            <p:cNvSpPr/>
            <p:nvPr/>
          </p:nvSpPr>
          <p:spPr>
            <a:xfrm>
              <a:off x="2742480" y="4264560"/>
              <a:ext cx="373680" cy="200520"/>
            </a:xfrm>
            <a:custGeom>
              <a:rect b="b" l="l" r="r" t="t"/>
              <a:pathLst>
                <a:path extrusionOk="0" h="557" w="1038">
                  <a:moveTo>
                    <a:pt x="944" y="426"/>
                  </a:moveTo>
                  <a:cubicBezTo>
                    <a:pt x="933" y="457"/>
                    <a:pt x="898" y="474"/>
                    <a:pt x="866" y="462"/>
                  </a:cubicBezTo>
                  <a:cubicBezTo>
                    <a:pt x="834" y="451"/>
                    <a:pt x="818" y="415"/>
                    <a:pt x="830" y="384"/>
                  </a:cubicBezTo>
                  <a:cubicBezTo>
                    <a:pt x="841" y="352"/>
                    <a:pt x="876" y="336"/>
                    <a:pt x="908" y="347"/>
                  </a:cubicBezTo>
                  <a:cubicBezTo>
                    <a:pt x="940" y="359"/>
                    <a:pt x="956" y="394"/>
                    <a:pt x="944" y="426"/>
                  </a:cubicBezTo>
                  <a:moveTo>
                    <a:pt x="937" y="261"/>
                  </a:moveTo>
                  <a:lnTo>
                    <a:pt x="287" y="24"/>
                  </a:lnTo>
                  <a:cubicBezTo>
                    <a:pt x="201" y="-7"/>
                    <a:pt x="107" y="-8"/>
                    <a:pt x="21" y="21"/>
                  </a:cubicBezTo>
                  <a:cubicBezTo>
                    <a:pt x="8" y="25"/>
                    <a:pt x="0" y="37"/>
                    <a:pt x="0" y="50"/>
                  </a:cubicBezTo>
                  <a:cubicBezTo>
                    <a:pt x="0" y="63"/>
                    <a:pt x="8" y="74"/>
                    <a:pt x="20" y="79"/>
                  </a:cubicBezTo>
                  <a:lnTo>
                    <a:pt x="745" y="343"/>
                  </a:lnTo>
                  <a:cubicBezTo>
                    <a:pt x="744" y="346"/>
                    <a:pt x="742" y="349"/>
                    <a:pt x="741" y="353"/>
                  </a:cubicBezTo>
                  <a:cubicBezTo>
                    <a:pt x="713" y="432"/>
                    <a:pt x="753" y="520"/>
                    <a:pt x="832" y="548"/>
                  </a:cubicBezTo>
                  <a:cubicBezTo>
                    <a:pt x="912" y="577"/>
                    <a:pt x="999" y="536"/>
                    <a:pt x="1028" y="457"/>
                  </a:cubicBezTo>
                  <a:cubicBezTo>
                    <a:pt x="1057" y="378"/>
                    <a:pt x="1016" y="290"/>
                    <a:pt x="937" y="26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7" name="Google Shape;2477;p53"/>
            <p:cNvSpPr/>
            <p:nvPr/>
          </p:nvSpPr>
          <p:spPr>
            <a:xfrm>
              <a:off x="2997720" y="4223520"/>
              <a:ext cx="118440" cy="109080"/>
            </a:xfrm>
            <a:custGeom>
              <a:rect b="b" l="l" r="r" t="t"/>
              <a:pathLst>
                <a:path extrusionOk="0" h="303" w="329">
                  <a:moveTo>
                    <a:pt x="157" y="95"/>
                  </a:moveTo>
                  <a:cubicBezTo>
                    <a:pt x="189" y="83"/>
                    <a:pt x="224" y="100"/>
                    <a:pt x="235" y="131"/>
                  </a:cubicBezTo>
                  <a:cubicBezTo>
                    <a:pt x="247" y="163"/>
                    <a:pt x="231" y="198"/>
                    <a:pt x="199" y="210"/>
                  </a:cubicBezTo>
                  <a:cubicBezTo>
                    <a:pt x="167" y="221"/>
                    <a:pt x="132" y="205"/>
                    <a:pt x="121" y="173"/>
                  </a:cubicBezTo>
                  <a:cubicBezTo>
                    <a:pt x="109" y="141"/>
                    <a:pt x="125" y="106"/>
                    <a:pt x="157" y="95"/>
                  </a:cubicBezTo>
                  <a:moveTo>
                    <a:pt x="208" y="303"/>
                  </a:moveTo>
                  <a:lnTo>
                    <a:pt x="228" y="296"/>
                  </a:lnTo>
                  <a:cubicBezTo>
                    <a:pt x="307" y="267"/>
                    <a:pt x="348" y="179"/>
                    <a:pt x="319" y="100"/>
                  </a:cubicBezTo>
                  <a:cubicBezTo>
                    <a:pt x="290" y="21"/>
                    <a:pt x="203" y="-20"/>
                    <a:pt x="123" y="9"/>
                  </a:cubicBezTo>
                  <a:cubicBezTo>
                    <a:pt x="44" y="37"/>
                    <a:pt x="4" y="125"/>
                    <a:pt x="32" y="204"/>
                  </a:cubicBezTo>
                  <a:cubicBezTo>
                    <a:pt x="33" y="208"/>
                    <a:pt x="35" y="211"/>
                    <a:pt x="36" y="214"/>
                  </a:cubicBezTo>
                  <a:lnTo>
                    <a:pt x="0" y="227"/>
                  </a:lnTo>
                  <a:lnTo>
                    <a:pt x="208" y="30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8" name="Google Shape;2478;p53"/>
            <p:cNvSpPr/>
            <p:nvPr/>
          </p:nvSpPr>
          <p:spPr>
            <a:xfrm>
              <a:off x="2907360" y="4373640"/>
              <a:ext cx="26280" cy="19080"/>
            </a:xfrm>
            <a:custGeom>
              <a:rect b="b" l="l" r="r" t="t"/>
              <a:pathLst>
                <a:path extrusionOk="0" h="53" w="73">
                  <a:moveTo>
                    <a:pt x="0" y="53"/>
                  </a:moveTo>
                  <a:lnTo>
                    <a:pt x="73" y="27"/>
                  </a:lnTo>
                  <a:lnTo>
                    <a:pt x="0" y="0"/>
                  </a:lnTo>
                  <a:lnTo>
                    <a:pt x="0" y="5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9" name="Google Shape;2479;p53"/>
            <p:cNvSpPr/>
            <p:nvPr/>
          </p:nvSpPr>
          <p:spPr>
            <a:xfrm>
              <a:off x="2826720" y="4156560"/>
              <a:ext cx="132120" cy="112680"/>
            </a:xfrm>
            <a:custGeom>
              <a:rect b="b" l="l" r="r" t="t"/>
              <a:pathLst>
                <a:path extrusionOk="0" h="313" w="367">
                  <a:moveTo>
                    <a:pt x="163" y="299"/>
                  </a:moveTo>
                  <a:lnTo>
                    <a:pt x="163" y="230"/>
                  </a:lnTo>
                  <a:lnTo>
                    <a:pt x="322" y="310"/>
                  </a:lnTo>
                  <a:cubicBezTo>
                    <a:pt x="332" y="315"/>
                    <a:pt x="343" y="314"/>
                    <a:pt x="352" y="309"/>
                  </a:cubicBezTo>
                  <a:cubicBezTo>
                    <a:pt x="361" y="303"/>
                    <a:pt x="367" y="293"/>
                    <a:pt x="367" y="283"/>
                  </a:cubicBezTo>
                  <a:lnTo>
                    <a:pt x="367" y="183"/>
                  </a:lnTo>
                  <a:cubicBezTo>
                    <a:pt x="367" y="172"/>
                    <a:pt x="360" y="161"/>
                    <a:pt x="350" y="156"/>
                  </a:cubicBezTo>
                  <a:lnTo>
                    <a:pt x="44" y="3"/>
                  </a:lnTo>
                  <a:cubicBezTo>
                    <a:pt x="35" y="-1"/>
                    <a:pt x="24" y="-1"/>
                    <a:pt x="15" y="5"/>
                  </a:cubicBezTo>
                  <a:cubicBezTo>
                    <a:pt x="5" y="10"/>
                    <a:pt x="0" y="20"/>
                    <a:pt x="0" y="31"/>
                  </a:cubicBezTo>
                  <a:lnTo>
                    <a:pt x="0" y="247"/>
                  </a:lnTo>
                  <a:cubicBezTo>
                    <a:pt x="25" y="251"/>
                    <a:pt x="50" y="258"/>
                    <a:pt x="74" y="267"/>
                  </a:cubicBezTo>
                  <a:lnTo>
                    <a:pt x="163" y="299"/>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0" name="Google Shape;2480;p53"/>
            <p:cNvSpPr/>
            <p:nvPr/>
          </p:nvSpPr>
          <p:spPr>
            <a:xfrm>
              <a:off x="2768040" y="4344480"/>
              <a:ext cx="117360" cy="187560"/>
            </a:xfrm>
            <a:custGeom>
              <a:rect b="b" l="l" r="r" t="t"/>
              <a:pathLst>
                <a:path extrusionOk="0" h="521" w="326">
                  <a:moveTo>
                    <a:pt x="163" y="195"/>
                  </a:moveTo>
                  <a:cubicBezTo>
                    <a:pt x="119" y="195"/>
                    <a:pt x="77" y="212"/>
                    <a:pt x="46" y="244"/>
                  </a:cubicBezTo>
                  <a:cubicBezTo>
                    <a:pt x="16" y="276"/>
                    <a:pt x="-1" y="318"/>
                    <a:pt x="0" y="362"/>
                  </a:cubicBezTo>
                  <a:cubicBezTo>
                    <a:pt x="1" y="404"/>
                    <a:pt x="18" y="443"/>
                    <a:pt x="48" y="473"/>
                  </a:cubicBezTo>
                  <a:cubicBezTo>
                    <a:pt x="78" y="503"/>
                    <a:pt x="117" y="520"/>
                    <a:pt x="159" y="521"/>
                  </a:cubicBezTo>
                  <a:cubicBezTo>
                    <a:pt x="160" y="521"/>
                    <a:pt x="162" y="521"/>
                    <a:pt x="163" y="521"/>
                  </a:cubicBezTo>
                  <a:cubicBezTo>
                    <a:pt x="206" y="521"/>
                    <a:pt x="246" y="504"/>
                    <a:pt x="277" y="474"/>
                  </a:cubicBezTo>
                  <a:cubicBezTo>
                    <a:pt x="309" y="444"/>
                    <a:pt x="326" y="402"/>
                    <a:pt x="326" y="358"/>
                  </a:cubicBezTo>
                  <a:lnTo>
                    <a:pt x="326" y="59"/>
                  </a:lnTo>
                  <a:lnTo>
                    <a:pt x="163" y="0"/>
                  </a:lnTo>
                  <a:lnTo>
                    <a:pt x="163" y="195"/>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81" name="Google Shape;2481;p53"/>
          <p:cNvGrpSpPr/>
          <p:nvPr/>
        </p:nvGrpSpPr>
        <p:grpSpPr>
          <a:xfrm>
            <a:off x="3253690" y="4195311"/>
            <a:ext cx="336374" cy="337669"/>
            <a:chOff x="3564720" y="4156560"/>
            <a:chExt cx="374040" cy="375480"/>
          </a:xfrm>
        </p:grpSpPr>
        <p:sp>
          <p:nvSpPr>
            <p:cNvPr id="2482" name="Google Shape;2482;p53"/>
            <p:cNvSpPr/>
            <p:nvPr/>
          </p:nvSpPr>
          <p:spPr>
            <a:xfrm>
              <a:off x="3564720" y="4484160"/>
              <a:ext cx="32760" cy="47880"/>
            </a:xfrm>
            <a:custGeom>
              <a:rect b="b" l="l" r="r" t="t"/>
              <a:pathLst>
                <a:path extrusionOk="0" h="133" w="91">
                  <a:moveTo>
                    <a:pt x="0" y="102"/>
                  </a:moveTo>
                  <a:cubicBezTo>
                    <a:pt x="0" y="119"/>
                    <a:pt x="13" y="133"/>
                    <a:pt x="30" y="133"/>
                  </a:cubicBezTo>
                  <a:lnTo>
                    <a:pt x="91" y="133"/>
                  </a:lnTo>
                  <a:lnTo>
                    <a:pt x="91" y="0"/>
                  </a:lnTo>
                  <a:lnTo>
                    <a:pt x="0" y="0"/>
                  </a:lnTo>
                  <a:lnTo>
                    <a:pt x="0" y="102"/>
                  </a:lnTo>
                  <a:close/>
                </a:path>
              </a:pathLst>
            </a:custGeom>
            <a:solidFill>
              <a:schemeClr val="lt1"/>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3" name="Google Shape;2483;p53"/>
            <p:cNvSpPr/>
            <p:nvPr/>
          </p:nvSpPr>
          <p:spPr>
            <a:xfrm>
              <a:off x="3619800" y="4484160"/>
              <a:ext cx="32760" cy="47880"/>
            </a:xfrm>
            <a:custGeom>
              <a:rect b="b" l="l" r="r" t="t"/>
              <a:pathLst>
                <a:path extrusionOk="0" h="133" w="91">
                  <a:moveTo>
                    <a:pt x="0" y="0"/>
                  </a:moveTo>
                  <a:lnTo>
                    <a:pt x="91" y="0"/>
                  </a:lnTo>
                  <a:lnTo>
                    <a:pt x="91" y="133"/>
                  </a:lnTo>
                  <a:lnTo>
                    <a:pt x="0" y="133"/>
                  </a:lnTo>
                  <a:lnTo>
                    <a:pt x="0" y="0"/>
                  </a:lnTo>
                  <a:close/>
                </a:path>
              </a:pathLst>
            </a:custGeom>
            <a:solidFill>
              <a:schemeClr val="lt1"/>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4" name="Google Shape;2484;p53"/>
            <p:cNvSpPr/>
            <p:nvPr/>
          </p:nvSpPr>
          <p:spPr>
            <a:xfrm>
              <a:off x="3674520" y="4484160"/>
              <a:ext cx="33120" cy="47880"/>
            </a:xfrm>
            <a:custGeom>
              <a:rect b="b" l="l" r="r" t="t"/>
              <a:pathLst>
                <a:path extrusionOk="0" h="133" w="92">
                  <a:moveTo>
                    <a:pt x="0" y="133"/>
                  </a:moveTo>
                  <a:lnTo>
                    <a:pt x="61" y="133"/>
                  </a:lnTo>
                  <a:cubicBezTo>
                    <a:pt x="78" y="133"/>
                    <a:pt x="92" y="119"/>
                    <a:pt x="92" y="102"/>
                  </a:cubicBezTo>
                  <a:lnTo>
                    <a:pt x="92" y="0"/>
                  </a:lnTo>
                  <a:lnTo>
                    <a:pt x="0" y="0"/>
                  </a:lnTo>
                  <a:lnTo>
                    <a:pt x="0" y="133"/>
                  </a:lnTo>
                  <a:close/>
                </a:path>
              </a:pathLst>
            </a:custGeom>
            <a:solidFill>
              <a:schemeClr val="lt1"/>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5" name="Google Shape;2485;p53"/>
            <p:cNvSpPr/>
            <p:nvPr/>
          </p:nvSpPr>
          <p:spPr>
            <a:xfrm>
              <a:off x="3564720" y="4156560"/>
              <a:ext cx="32760" cy="47520"/>
            </a:xfrm>
            <a:custGeom>
              <a:rect b="b" l="l" r="r" t="t"/>
              <a:pathLst>
                <a:path extrusionOk="0" h="132" w="91">
                  <a:moveTo>
                    <a:pt x="91" y="0"/>
                  </a:moveTo>
                  <a:lnTo>
                    <a:pt x="30" y="0"/>
                  </a:lnTo>
                  <a:cubicBezTo>
                    <a:pt x="13" y="0"/>
                    <a:pt x="0" y="14"/>
                    <a:pt x="0" y="31"/>
                  </a:cubicBezTo>
                  <a:lnTo>
                    <a:pt x="0" y="132"/>
                  </a:lnTo>
                  <a:lnTo>
                    <a:pt x="91" y="132"/>
                  </a:lnTo>
                  <a:lnTo>
                    <a:pt x="91" y="0"/>
                  </a:lnTo>
                  <a:close/>
                </a:path>
              </a:pathLst>
            </a:custGeom>
            <a:solidFill>
              <a:schemeClr val="lt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6" name="Google Shape;2486;p53"/>
            <p:cNvSpPr/>
            <p:nvPr/>
          </p:nvSpPr>
          <p:spPr>
            <a:xfrm>
              <a:off x="3619800" y="4156560"/>
              <a:ext cx="32760" cy="47520"/>
            </a:xfrm>
            <a:custGeom>
              <a:rect b="b" l="l" r="r" t="t"/>
              <a:pathLst>
                <a:path extrusionOk="0" h="132" w="91">
                  <a:moveTo>
                    <a:pt x="0" y="0"/>
                  </a:moveTo>
                  <a:lnTo>
                    <a:pt x="91" y="0"/>
                  </a:lnTo>
                  <a:lnTo>
                    <a:pt x="91" y="132"/>
                  </a:lnTo>
                  <a:lnTo>
                    <a:pt x="0" y="132"/>
                  </a:lnTo>
                  <a:lnTo>
                    <a:pt x="0" y="0"/>
                  </a:lnTo>
                  <a:close/>
                </a:path>
              </a:pathLst>
            </a:custGeom>
            <a:solidFill>
              <a:schemeClr val="lt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7" name="Google Shape;2487;p53"/>
            <p:cNvSpPr/>
            <p:nvPr/>
          </p:nvSpPr>
          <p:spPr>
            <a:xfrm>
              <a:off x="3674520" y="4156560"/>
              <a:ext cx="33120" cy="47520"/>
            </a:xfrm>
            <a:custGeom>
              <a:rect b="b" l="l" r="r" t="t"/>
              <a:pathLst>
                <a:path extrusionOk="0" h="132" w="92">
                  <a:moveTo>
                    <a:pt x="92" y="31"/>
                  </a:moveTo>
                  <a:cubicBezTo>
                    <a:pt x="92" y="14"/>
                    <a:pt x="78" y="0"/>
                    <a:pt x="61" y="0"/>
                  </a:cubicBezTo>
                  <a:lnTo>
                    <a:pt x="0" y="0"/>
                  </a:lnTo>
                  <a:lnTo>
                    <a:pt x="0" y="132"/>
                  </a:lnTo>
                  <a:lnTo>
                    <a:pt x="92" y="132"/>
                  </a:lnTo>
                  <a:lnTo>
                    <a:pt x="92" y="31"/>
                  </a:lnTo>
                  <a:close/>
                </a:path>
              </a:pathLst>
            </a:custGeom>
            <a:solidFill>
              <a:schemeClr val="lt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8" name="Google Shape;2488;p53"/>
            <p:cNvSpPr/>
            <p:nvPr/>
          </p:nvSpPr>
          <p:spPr>
            <a:xfrm>
              <a:off x="3564720" y="4264560"/>
              <a:ext cx="374040" cy="200520"/>
            </a:xfrm>
            <a:custGeom>
              <a:rect b="b" l="l" r="r" t="t"/>
              <a:pathLst>
                <a:path extrusionOk="0" h="557" w="1039">
                  <a:moveTo>
                    <a:pt x="945" y="426"/>
                  </a:moveTo>
                  <a:cubicBezTo>
                    <a:pt x="934" y="457"/>
                    <a:pt x="899" y="474"/>
                    <a:pt x="867" y="462"/>
                  </a:cubicBezTo>
                  <a:cubicBezTo>
                    <a:pt x="835" y="451"/>
                    <a:pt x="819" y="415"/>
                    <a:pt x="831" y="384"/>
                  </a:cubicBezTo>
                  <a:cubicBezTo>
                    <a:pt x="842" y="352"/>
                    <a:pt x="877" y="336"/>
                    <a:pt x="909" y="347"/>
                  </a:cubicBezTo>
                  <a:cubicBezTo>
                    <a:pt x="941" y="359"/>
                    <a:pt x="957" y="394"/>
                    <a:pt x="945" y="426"/>
                  </a:cubicBezTo>
                  <a:moveTo>
                    <a:pt x="938" y="261"/>
                  </a:moveTo>
                  <a:lnTo>
                    <a:pt x="287" y="24"/>
                  </a:lnTo>
                  <a:cubicBezTo>
                    <a:pt x="201" y="-7"/>
                    <a:pt x="107" y="-8"/>
                    <a:pt x="21" y="21"/>
                  </a:cubicBezTo>
                  <a:cubicBezTo>
                    <a:pt x="8" y="25"/>
                    <a:pt x="0" y="37"/>
                    <a:pt x="0" y="50"/>
                  </a:cubicBezTo>
                  <a:cubicBezTo>
                    <a:pt x="0" y="63"/>
                    <a:pt x="8" y="74"/>
                    <a:pt x="20" y="79"/>
                  </a:cubicBezTo>
                  <a:lnTo>
                    <a:pt x="746" y="343"/>
                  </a:lnTo>
                  <a:cubicBezTo>
                    <a:pt x="745" y="346"/>
                    <a:pt x="743" y="349"/>
                    <a:pt x="742" y="353"/>
                  </a:cubicBezTo>
                  <a:cubicBezTo>
                    <a:pt x="713" y="432"/>
                    <a:pt x="754" y="520"/>
                    <a:pt x="833" y="548"/>
                  </a:cubicBezTo>
                  <a:cubicBezTo>
                    <a:pt x="913" y="577"/>
                    <a:pt x="1000" y="536"/>
                    <a:pt x="1029" y="457"/>
                  </a:cubicBezTo>
                  <a:cubicBezTo>
                    <a:pt x="1058" y="378"/>
                    <a:pt x="1017" y="290"/>
                    <a:pt x="938" y="26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9" name="Google Shape;2489;p53"/>
            <p:cNvSpPr/>
            <p:nvPr/>
          </p:nvSpPr>
          <p:spPr>
            <a:xfrm>
              <a:off x="3819960" y="4223520"/>
              <a:ext cx="118800" cy="109080"/>
            </a:xfrm>
            <a:custGeom>
              <a:rect b="b" l="l" r="r" t="t"/>
              <a:pathLst>
                <a:path extrusionOk="0" h="303" w="330">
                  <a:moveTo>
                    <a:pt x="158" y="95"/>
                  </a:moveTo>
                  <a:cubicBezTo>
                    <a:pt x="190" y="83"/>
                    <a:pt x="225" y="100"/>
                    <a:pt x="236" y="131"/>
                  </a:cubicBezTo>
                  <a:cubicBezTo>
                    <a:pt x="248" y="163"/>
                    <a:pt x="232" y="198"/>
                    <a:pt x="200" y="210"/>
                  </a:cubicBezTo>
                  <a:cubicBezTo>
                    <a:pt x="168" y="221"/>
                    <a:pt x="133" y="205"/>
                    <a:pt x="122" y="173"/>
                  </a:cubicBezTo>
                  <a:cubicBezTo>
                    <a:pt x="110" y="141"/>
                    <a:pt x="127" y="106"/>
                    <a:pt x="158" y="95"/>
                  </a:cubicBezTo>
                  <a:moveTo>
                    <a:pt x="209" y="303"/>
                  </a:moveTo>
                  <a:lnTo>
                    <a:pt x="229" y="296"/>
                  </a:lnTo>
                  <a:cubicBezTo>
                    <a:pt x="308" y="267"/>
                    <a:pt x="349" y="179"/>
                    <a:pt x="320" y="100"/>
                  </a:cubicBezTo>
                  <a:cubicBezTo>
                    <a:pt x="291" y="21"/>
                    <a:pt x="204" y="-20"/>
                    <a:pt x="124" y="9"/>
                  </a:cubicBezTo>
                  <a:cubicBezTo>
                    <a:pt x="45" y="37"/>
                    <a:pt x="4" y="125"/>
                    <a:pt x="33" y="204"/>
                  </a:cubicBezTo>
                  <a:cubicBezTo>
                    <a:pt x="34" y="208"/>
                    <a:pt x="36" y="211"/>
                    <a:pt x="37" y="214"/>
                  </a:cubicBezTo>
                  <a:lnTo>
                    <a:pt x="0" y="227"/>
                  </a:lnTo>
                  <a:lnTo>
                    <a:pt x="209" y="30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0" name="Google Shape;2490;p53"/>
            <p:cNvSpPr/>
            <p:nvPr/>
          </p:nvSpPr>
          <p:spPr>
            <a:xfrm>
              <a:off x="3729600" y="4373640"/>
              <a:ext cx="26280" cy="19080"/>
            </a:xfrm>
            <a:custGeom>
              <a:rect b="b" l="l" r="r" t="t"/>
              <a:pathLst>
                <a:path extrusionOk="0" h="53" w="73">
                  <a:moveTo>
                    <a:pt x="0" y="53"/>
                  </a:moveTo>
                  <a:lnTo>
                    <a:pt x="73" y="27"/>
                  </a:lnTo>
                  <a:lnTo>
                    <a:pt x="0" y="0"/>
                  </a:lnTo>
                  <a:lnTo>
                    <a:pt x="0" y="5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1" name="Google Shape;2491;p53"/>
            <p:cNvSpPr/>
            <p:nvPr/>
          </p:nvSpPr>
          <p:spPr>
            <a:xfrm>
              <a:off x="3564720" y="4226400"/>
              <a:ext cx="142920" cy="37800"/>
            </a:xfrm>
            <a:custGeom>
              <a:rect b="b" l="l" r="r" t="t"/>
              <a:pathLst>
                <a:path extrusionOk="0" h="105" w="397">
                  <a:moveTo>
                    <a:pt x="149" y="45"/>
                  </a:moveTo>
                  <a:cubicBezTo>
                    <a:pt x="204" y="45"/>
                    <a:pt x="257" y="54"/>
                    <a:pt x="308" y="73"/>
                  </a:cubicBezTo>
                  <a:lnTo>
                    <a:pt x="397" y="105"/>
                  </a:lnTo>
                  <a:lnTo>
                    <a:pt x="397" y="0"/>
                  </a:lnTo>
                  <a:lnTo>
                    <a:pt x="0" y="0"/>
                  </a:lnTo>
                  <a:lnTo>
                    <a:pt x="0" y="70"/>
                  </a:lnTo>
                  <a:lnTo>
                    <a:pt x="1" y="69"/>
                  </a:lnTo>
                  <a:cubicBezTo>
                    <a:pt x="49" y="53"/>
                    <a:pt x="99" y="45"/>
                    <a:pt x="149" y="4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2" name="Google Shape;2492;p53"/>
            <p:cNvSpPr/>
            <p:nvPr/>
          </p:nvSpPr>
          <p:spPr>
            <a:xfrm>
              <a:off x="3564720" y="4313880"/>
              <a:ext cx="142920" cy="148320"/>
            </a:xfrm>
            <a:custGeom>
              <a:rect b="b" l="l" r="r" t="t"/>
              <a:pathLst>
                <a:path extrusionOk="0" h="412" w="397">
                  <a:moveTo>
                    <a:pt x="0" y="412"/>
                  </a:moveTo>
                  <a:lnTo>
                    <a:pt x="397" y="412"/>
                  </a:lnTo>
                  <a:lnTo>
                    <a:pt x="397" y="144"/>
                  </a:lnTo>
                  <a:lnTo>
                    <a:pt x="0" y="0"/>
                  </a:lnTo>
                  <a:lnTo>
                    <a:pt x="0" y="412"/>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93" name="Google Shape;2493;p53"/>
          <p:cNvGrpSpPr/>
          <p:nvPr/>
        </p:nvGrpSpPr>
        <p:grpSpPr>
          <a:xfrm>
            <a:off x="4023563" y="4195311"/>
            <a:ext cx="337669" cy="337669"/>
            <a:chOff x="4420800" y="4156560"/>
            <a:chExt cx="375480" cy="375480"/>
          </a:xfrm>
        </p:grpSpPr>
        <p:sp>
          <p:nvSpPr>
            <p:cNvPr id="2494" name="Google Shape;2494;p53"/>
            <p:cNvSpPr/>
            <p:nvPr/>
          </p:nvSpPr>
          <p:spPr>
            <a:xfrm>
              <a:off x="4510440" y="4260600"/>
              <a:ext cx="285840" cy="271440"/>
            </a:xfrm>
            <a:custGeom>
              <a:rect b="b" l="l" r="r" t="t"/>
              <a:pathLst>
                <a:path extrusionOk="0" h="754" w="794">
                  <a:moveTo>
                    <a:pt x="641" y="408"/>
                  </a:moveTo>
                  <a:cubicBezTo>
                    <a:pt x="624" y="408"/>
                    <a:pt x="611" y="394"/>
                    <a:pt x="611" y="377"/>
                  </a:cubicBezTo>
                  <a:cubicBezTo>
                    <a:pt x="611" y="360"/>
                    <a:pt x="624" y="346"/>
                    <a:pt x="641" y="346"/>
                  </a:cubicBezTo>
                  <a:cubicBezTo>
                    <a:pt x="658" y="346"/>
                    <a:pt x="672" y="360"/>
                    <a:pt x="672" y="377"/>
                  </a:cubicBezTo>
                  <a:cubicBezTo>
                    <a:pt x="672" y="394"/>
                    <a:pt x="658" y="408"/>
                    <a:pt x="641" y="408"/>
                  </a:cubicBezTo>
                  <a:moveTo>
                    <a:pt x="580" y="469"/>
                  </a:moveTo>
                  <a:cubicBezTo>
                    <a:pt x="563" y="469"/>
                    <a:pt x="549" y="455"/>
                    <a:pt x="549" y="438"/>
                  </a:cubicBezTo>
                  <a:cubicBezTo>
                    <a:pt x="549" y="421"/>
                    <a:pt x="563" y="408"/>
                    <a:pt x="580" y="408"/>
                  </a:cubicBezTo>
                  <a:cubicBezTo>
                    <a:pt x="597" y="408"/>
                    <a:pt x="611" y="421"/>
                    <a:pt x="611" y="438"/>
                  </a:cubicBezTo>
                  <a:cubicBezTo>
                    <a:pt x="611" y="455"/>
                    <a:pt x="597" y="469"/>
                    <a:pt x="580" y="469"/>
                  </a:cubicBezTo>
                  <a:moveTo>
                    <a:pt x="519" y="408"/>
                  </a:moveTo>
                  <a:cubicBezTo>
                    <a:pt x="502" y="408"/>
                    <a:pt x="488" y="394"/>
                    <a:pt x="488" y="377"/>
                  </a:cubicBezTo>
                  <a:cubicBezTo>
                    <a:pt x="488" y="360"/>
                    <a:pt x="502" y="346"/>
                    <a:pt x="519" y="346"/>
                  </a:cubicBezTo>
                  <a:cubicBezTo>
                    <a:pt x="536" y="346"/>
                    <a:pt x="549" y="360"/>
                    <a:pt x="549" y="377"/>
                  </a:cubicBezTo>
                  <a:cubicBezTo>
                    <a:pt x="549" y="394"/>
                    <a:pt x="536" y="408"/>
                    <a:pt x="519" y="408"/>
                  </a:cubicBezTo>
                  <a:moveTo>
                    <a:pt x="580" y="285"/>
                  </a:moveTo>
                  <a:cubicBezTo>
                    <a:pt x="597" y="285"/>
                    <a:pt x="611" y="299"/>
                    <a:pt x="611" y="316"/>
                  </a:cubicBezTo>
                  <a:cubicBezTo>
                    <a:pt x="611" y="333"/>
                    <a:pt x="597" y="346"/>
                    <a:pt x="580" y="346"/>
                  </a:cubicBezTo>
                  <a:cubicBezTo>
                    <a:pt x="563" y="346"/>
                    <a:pt x="549" y="333"/>
                    <a:pt x="549" y="316"/>
                  </a:cubicBezTo>
                  <a:cubicBezTo>
                    <a:pt x="549" y="299"/>
                    <a:pt x="563" y="285"/>
                    <a:pt x="580" y="285"/>
                  </a:cubicBezTo>
                  <a:moveTo>
                    <a:pt x="275" y="408"/>
                  </a:moveTo>
                  <a:lnTo>
                    <a:pt x="244" y="408"/>
                  </a:lnTo>
                  <a:lnTo>
                    <a:pt x="244" y="438"/>
                  </a:lnTo>
                  <a:cubicBezTo>
                    <a:pt x="244" y="455"/>
                    <a:pt x="230" y="469"/>
                    <a:pt x="213" y="469"/>
                  </a:cubicBezTo>
                  <a:cubicBezTo>
                    <a:pt x="197" y="469"/>
                    <a:pt x="183" y="455"/>
                    <a:pt x="183" y="438"/>
                  </a:cubicBezTo>
                  <a:lnTo>
                    <a:pt x="183" y="408"/>
                  </a:lnTo>
                  <a:lnTo>
                    <a:pt x="152" y="408"/>
                  </a:lnTo>
                  <a:cubicBezTo>
                    <a:pt x="135" y="408"/>
                    <a:pt x="122" y="394"/>
                    <a:pt x="122" y="377"/>
                  </a:cubicBezTo>
                  <a:cubicBezTo>
                    <a:pt x="122" y="360"/>
                    <a:pt x="135" y="346"/>
                    <a:pt x="152" y="346"/>
                  </a:cubicBezTo>
                  <a:lnTo>
                    <a:pt x="183" y="346"/>
                  </a:lnTo>
                  <a:lnTo>
                    <a:pt x="183" y="316"/>
                  </a:lnTo>
                  <a:cubicBezTo>
                    <a:pt x="183" y="299"/>
                    <a:pt x="197" y="285"/>
                    <a:pt x="213" y="285"/>
                  </a:cubicBezTo>
                  <a:cubicBezTo>
                    <a:pt x="230" y="285"/>
                    <a:pt x="244" y="299"/>
                    <a:pt x="244" y="316"/>
                  </a:cubicBezTo>
                  <a:lnTo>
                    <a:pt x="244" y="346"/>
                  </a:lnTo>
                  <a:lnTo>
                    <a:pt x="275" y="346"/>
                  </a:lnTo>
                  <a:cubicBezTo>
                    <a:pt x="291" y="346"/>
                    <a:pt x="305" y="360"/>
                    <a:pt x="305" y="377"/>
                  </a:cubicBezTo>
                  <a:cubicBezTo>
                    <a:pt x="305" y="394"/>
                    <a:pt x="291" y="408"/>
                    <a:pt x="275" y="408"/>
                  </a:cubicBezTo>
                  <a:moveTo>
                    <a:pt x="791" y="344"/>
                  </a:moveTo>
                  <a:cubicBezTo>
                    <a:pt x="778" y="252"/>
                    <a:pt x="703" y="179"/>
                    <a:pt x="611" y="165"/>
                  </a:cubicBezTo>
                  <a:cubicBezTo>
                    <a:pt x="544" y="156"/>
                    <a:pt x="478" y="178"/>
                    <a:pt x="431" y="224"/>
                  </a:cubicBezTo>
                  <a:lnTo>
                    <a:pt x="427" y="224"/>
                  </a:lnTo>
                  <a:lnTo>
                    <a:pt x="427" y="31"/>
                  </a:lnTo>
                  <a:cubicBezTo>
                    <a:pt x="427" y="14"/>
                    <a:pt x="414" y="0"/>
                    <a:pt x="397" y="0"/>
                  </a:cubicBezTo>
                  <a:cubicBezTo>
                    <a:pt x="380" y="0"/>
                    <a:pt x="366" y="14"/>
                    <a:pt x="366" y="31"/>
                  </a:cubicBezTo>
                  <a:lnTo>
                    <a:pt x="366" y="224"/>
                  </a:lnTo>
                  <a:lnTo>
                    <a:pt x="363" y="224"/>
                  </a:lnTo>
                  <a:cubicBezTo>
                    <a:pt x="315" y="178"/>
                    <a:pt x="249" y="156"/>
                    <a:pt x="182" y="165"/>
                  </a:cubicBezTo>
                  <a:cubicBezTo>
                    <a:pt x="90" y="179"/>
                    <a:pt x="16" y="252"/>
                    <a:pt x="2" y="344"/>
                  </a:cubicBezTo>
                  <a:cubicBezTo>
                    <a:pt x="-6" y="401"/>
                    <a:pt x="7" y="457"/>
                    <a:pt x="40" y="502"/>
                  </a:cubicBezTo>
                  <a:lnTo>
                    <a:pt x="40" y="649"/>
                  </a:lnTo>
                  <a:cubicBezTo>
                    <a:pt x="40" y="707"/>
                    <a:pt x="87" y="754"/>
                    <a:pt x="145" y="754"/>
                  </a:cubicBezTo>
                  <a:cubicBezTo>
                    <a:pt x="186" y="754"/>
                    <a:pt x="224" y="729"/>
                    <a:pt x="240" y="692"/>
                  </a:cubicBezTo>
                  <a:lnTo>
                    <a:pt x="294" y="570"/>
                  </a:lnTo>
                  <a:lnTo>
                    <a:pt x="318" y="570"/>
                  </a:lnTo>
                  <a:cubicBezTo>
                    <a:pt x="336" y="596"/>
                    <a:pt x="365" y="611"/>
                    <a:pt x="397" y="611"/>
                  </a:cubicBezTo>
                  <a:cubicBezTo>
                    <a:pt x="429" y="611"/>
                    <a:pt x="458" y="596"/>
                    <a:pt x="475" y="570"/>
                  </a:cubicBezTo>
                  <a:lnTo>
                    <a:pt x="499" y="570"/>
                  </a:lnTo>
                  <a:lnTo>
                    <a:pt x="553" y="692"/>
                  </a:lnTo>
                  <a:cubicBezTo>
                    <a:pt x="570" y="729"/>
                    <a:pt x="607" y="754"/>
                    <a:pt x="649" y="754"/>
                  </a:cubicBezTo>
                  <a:cubicBezTo>
                    <a:pt x="706" y="754"/>
                    <a:pt x="753" y="707"/>
                    <a:pt x="753" y="649"/>
                  </a:cubicBezTo>
                  <a:lnTo>
                    <a:pt x="753" y="502"/>
                  </a:lnTo>
                  <a:cubicBezTo>
                    <a:pt x="786" y="457"/>
                    <a:pt x="800" y="401"/>
                    <a:pt x="791" y="34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5" name="Google Shape;2495;p53"/>
            <p:cNvSpPr/>
            <p:nvPr/>
          </p:nvSpPr>
          <p:spPr>
            <a:xfrm>
              <a:off x="4483080" y="4201920"/>
              <a:ext cx="5040" cy="16200"/>
            </a:xfrm>
            <a:custGeom>
              <a:rect b="b" l="l" r="r" t="t"/>
              <a:pathLst>
                <a:path extrusionOk="0" h="45" w="14">
                  <a:moveTo>
                    <a:pt x="1" y="19"/>
                  </a:moveTo>
                  <a:cubicBezTo>
                    <a:pt x="-1" y="28"/>
                    <a:pt x="1" y="35"/>
                    <a:pt x="6" y="39"/>
                  </a:cubicBezTo>
                  <a:cubicBezTo>
                    <a:pt x="8" y="41"/>
                    <a:pt x="11" y="43"/>
                    <a:pt x="14" y="45"/>
                  </a:cubicBezTo>
                  <a:lnTo>
                    <a:pt x="14" y="0"/>
                  </a:lnTo>
                  <a:cubicBezTo>
                    <a:pt x="6" y="4"/>
                    <a:pt x="2" y="13"/>
                    <a:pt x="1" y="19"/>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6" name="Google Shape;2496;p53"/>
            <p:cNvSpPr/>
            <p:nvPr/>
          </p:nvSpPr>
          <p:spPr>
            <a:xfrm>
              <a:off x="4499280" y="4234680"/>
              <a:ext cx="7920" cy="22680"/>
            </a:xfrm>
            <a:custGeom>
              <a:rect b="b" l="l" r="r" t="t"/>
              <a:pathLst>
                <a:path extrusionOk="0" h="63" w="22">
                  <a:moveTo>
                    <a:pt x="0" y="0"/>
                  </a:moveTo>
                  <a:lnTo>
                    <a:pt x="0" y="0"/>
                  </a:lnTo>
                  <a:lnTo>
                    <a:pt x="0" y="63"/>
                  </a:lnTo>
                  <a:cubicBezTo>
                    <a:pt x="12" y="57"/>
                    <a:pt x="20" y="45"/>
                    <a:pt x="21" y="34"/>
                  </a:cubicBezTo>
                  <a:cubicBezTo>
                    <a:pt x="22" y="28"/>
                    <a:pt x="24" y="8"/>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7" name="Google Shape;2497;p53"/>
            <p:cNvSpPr/>
            <p:nvPr/>
          </p:nvSpPr>
          <p:spPr>
            <a:xfrm>
              <a:off x="4420800" y="4156560"/>
              <a:ext cx="146520" cy="146520"/>
            </a:xfrm>
            <a:custGeom>
              <a:rect b="b" l="l" r="r" t="t"/>
              <a:pathLst>
                <a:path extrusionOk="0" h="407" w="407">
                  <a:moveTo>
                    <a:pt x="270" y="256"/>
                  </a:moveTo>
                  <a:cubicBezTo>
                    <a:pt x="266" y="281"/>
                    <a:pt x="247" y="305"/>
                    <a:pt x="218" y="312"/>
                  </a:cubicBezTo>
                  <a:lnTo>
                    <a:pt x="218" y="326"/>
                  </a:lnTo>
                  <a:cubicBezTo>
                    <a:pt x="218" y="334"/>
                    <a:pt x="211" y="341"/>
                    <a:pt x="203" y="341"/>
                  </a:cubicBezTo>
                  <a:cubicBezTo>
                    <a:pt x="194" y="341"/>
                    <a:pt x="187" y="334"/>
                    <a:pt x="187" y="326"/>
                  </a:cubicBezTo>
                  <a:lnTo>
                    <a:pt x="187" y="313"/>
                  </a:lnTo>
                  <a:cubicBezTo>
                    <a:pt x="173" y="312"/>
                    <a:pt x="161" y="308"/>
                    <a:pt x="144" y="297"/>
                  </a:cubicBezTo>
                  <a:cubicBezTo>
                    <a:pt x="137" y="293"/>
                    <a:pt x="135" y="283"/>
                    <a:pt x="140" y="276"/>
                  </a:cubicBezTo>
                  <a:cubicBezTo>
                    <a:pt x="144" y="269"/>
                    <a:pt x="154" y="267"/>
                    <a:pt x="161" y="272"/>
                  </a:cubicBezTo>
                  <a:cubicBezTo>
                    <a:pt x="171" y="279"/>
                    <a:pt x="178" y="281"/>
                    <a:pt x="187" y="282"/>
                  </a:cubicBezTo>
                  <a:lnTo>
                    <a:pt x="187" y="205"/>
                  </a:lnTo>
                  <a:cubicBezTo>
                    <a:pt x="176" y="200"/>
                    <a:pt x="167" y="195"/>
                    <a:pt x="160" y="189"/>
                  </a:cubicBezTo>
                  <a:cubicBezTo>
                    <a:pt x="146" y="178"/>
                    <a:pt x="140" y="159"/>
                    <a:pt x="144" y="140"/>
                  </a:cubicBezTo>
                  <a:cubicBezTo>
                    <a:pt x="148" y="118"/>
                    <a:pt x="163" y="101"/>
                    <a:pt x="183" y="95"/>
                  </a:cubicBezTo>
                  <a:cubicBezTo>
                    <a:pt x="184" y="95"/>
                    <a:pt x="186" y="95"/>
                    <a:pt x="187" y="94"/>
                  </a:cubicBezTo>
                  <a:lnTo>
                    <a:pt x="187" y="82"/>
                  </a:lnTo>
                  <a:cubicBezTo>
                    <a:pt x="187" y="73"/>
                    <a:pt x="194" y="66"/>
                    <a:pt x="203" y="66"/>
                  </a:cubicBezTo>
                  <a:cubicBezTo>
                    <a:pt x="211" y="66"/>
                    <a:pt x="218" y="73"/>
                    <a:pt x="218" y="82"/>
                  </a:cubicBezTo>
                  <a:lnTo>
                    <a:pt x="218" y="92"/>
                  </a:lnTo>
                  <a:cubicBezTo>
                    <a:pt x="235" y="95"/>
                    <a:pt x="247" y="103"/>
                    <a:pt x="253" y="110"/>
                  </a:cubicBezTo>
                  <a:cubicBezTo>
                    <a:pt x="259" y="116"/>
                    <a:pt x="258" y="126"/>
                    <a:pt x="252" y="131"/>
                  </a:cubicBezTo>
                  <a:cubicBezTo>
                    <a:pt x="245" y="137"/>
                    <a:pt x="236" y="136"/>
                    <a:pt x="230" y="130"/>
                  </a:cubicBezTo>
                  <a:cubicBezTo>
                    <a:pt x="230" y="130"/>
                    <a:pt x="226" y="126"/>
                    <a:pt x="218" y="124"/>
                  </a:cubicBezTo>
                  <a:lnTo>
                    <a:pt x="218" y="184"/>
                  </a:lnTo>
                  <a:cubicBezTo>
                    <a:pt x="221" y="186"/>
                    <a:pt x="225" y="187"/>
                    <a:pt x="229" y="188"/>
                  </a:cubicBezTo>
                  <a:cubicBezTo>
                    <a:pt x="259" y="199"/>
                    <a:pt x="275" y="226"/>
                    <a:pt x="270" y="256"/>
                  </a:cubicBezTo>
                  <a:moveTo>
                    <a:pt x="407" y="204"/>
                  </a:moveTo>
                  <a:cubicBezTo>
                    <a:pt x="407" y="91"/>
                    <a:pt x="316" y="0"/>
                    <a:pt x="204" y="0"/>
                  </a:cubicBezTo>
                  <a:cubicBezTo>
                    <a:pt x="91" y="0"/>
                    <a:pt x="0" y="91"/>
                    <a:pt x="0" y="204"/>
                  </a:cubicBezTo>
                  <a:cubicBezTo>
                    <a:pt x="0" y="316"/>
                    <a:pt x="91" y="407"/>
                    <a:pt x="204" y="407"/>
                  </a:cubicBezTo>
                  <a:cubicBezTo>
                    <a:pt x="316" y="407"/>
                    <a:pt x="407" y="316"/>
                    <a:pt x="407" y="20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498" name="Google Shape;2498;p53"/>
          <p:cNvGrpSpPr/>
          <p:nvPr/>
        </p:nvGrpSpPr>
        <p:grpSpPr>
          <a:xfrm>
            <a:off x="4797644" y="4195311"/>
            <a:ext cx="337669" cy="337669"/>
            <a:chOff x="5281560" y="4156560"/>
            <a:chExt cx="375480" cy="375480"/>
          </a:xfrm>
        </p:grpSpPr>
        <p:sp>
          <p:nvSpPr>
            <p:cNvPr id="2499" name="Google Shape;2499;p53"/>
            <p:cNvSpPr/>
            <p:nvPr/>
          </p:nvSpPr>
          <p:spPr>
            <a:xfrm>
              <a:off x="5281560" y="4156560"/>
              <a:ext cx="95400" cy="95400"/>
            </a:xfrm>
            <a:custGeom>
              <a:rect b="b" l="l" r="r" t="t"/>
              <a:pathLst>
                <a:path extrusionOk="0" h="265" w="265">
                  <a:moveTo>
                    <a:pt x="265" y="132"/>
                  </a:moveTo>
                  <a:cubicBezTo>
                    <a:pt x="265" y="206"/>
                    <a:pt x="206" y="265"/>
                    <a:pt x="133" y="265"/>
                  </a:cubicBezTo>
                  <a:cubicBezTo>
                    <a:pt x="60" y="265"/>
                    <a:pt x="0" y="206"/>
                    <a:pt x="0" y="132"/>
                  </a:cubicBezTo>
                  <a:cubicBezTo>
                    <a:pt x="0" y="59"/>
                    <a:pt x="60" y="0"/>
                    <a:pt x="133" y="0"/>
                  </a:cubicBezTo>
                  <a:cubicBezTo>
                    <a:pt x="206" y="0"/>
                    <a:pt x="265" y="59"/>
                    <a:pt x="265" y="132"/>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0" name="Google Shape;2500;p53"/>
            <p:cNvSpPr/>
            <p:nvPr/>
          </p:nvSpPr>
          <p:spPr>
            <a:xfrm>
              <a:off x="5539680" y="4156560"/>
              <a:ext cx="65880" cy="43920"/>
            </a:xfrm>
            <a:custGeom>
              <a:rect b="b" l="l" r="r" t="t"/>
              <a:pathLst>
                <a:path extrusionOk="0" h="122" w="183">
                  <a:moveTo>
                    <a:pt x="31" y="61"/>
                  </a:moveTo>
                  <a:cubicBezTo>
                    <a:pt x="48" y="61"/>
                    <a:pt x="61" y="75"/>
                    <a:pt x="61" y="92"/>
                  </a:cubicBezTo>
                  <a:cubicBezTo>
                    <a:pt x="61" y="109"/>
                    <a:pt x="75" y="122"/>
                    <a:pt x="92" y="122"/>
                  </a:cubicBezTo>
                  <a:cubicBezTo>
                    <a:pt x="109" y="122"/>
                    <a:pt x="122" y="109"/>
                    <a:pt x="122" y="92"/>
                  </a:cubicBezTo>
                  <a:cubicBezTo>
                    <a:pt x="122" y="75"/>
                    <a:pt x="136" y="61"/>
                    <a:pt x="153" y="61"/>
                  </a:cubicBezTo>
                  <a:cubicBezTo>
                    <a:pt x="170" y="61"/>
                    <a:pt x="183" y="47"/>
                    <a:pt x="183" y="31"/>
                  </a:cubicBezTo>
                  <a:cubicBezTo>
                    <a:pt x="183" y="14"/>
                    <a:pt x="170" y="0"/>
                    <a:pt x="153" y="0"/>
                  </a:cubicBezTo>
                  <a:cubicBezTo>
                    <a:pt x="129" y="0"/>
                    <a:pt x="108" y="9"/>
                    <a:pt x="92" y="23"/>
                  </a:cubicBezTo>
                  <a:cubicBezTo>
                    <a:pt x="76" y="9"/>
                    <a:pt x="54" y="0"/>
                    <a:pt x="31" y="0"/>
                  </a:cubicBezTo>
                  <a:cubicBezTo>
                    <a:pt x="14" y="0"/>
                    <a:pt x="0" y="14"/>
                    <a:pt x="0" y="31"/>
                  </a:cubicBezTo>
                  <a:cubicBezTo>
                    <a:pt x="0" y="47"/>
                    <a:pt x="14" y="61"/>
                    <a:pt x="31" y="6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1" name="Google Shape;2501;p53"/>
            <p:cNvSpPr/>
            <p:nvPr/>
          </p:nvSpPr>
          <p:spPr>
            <a:xfrm>
              <a:off x="5591160" y="4215240"/>
              <a:ext cx="65880" cy="43920"/>
            </a:xfrm>
            <a:custGeom>
              <a:rect b="b" l="l" r="r" t="t"/>
              <a:pathLst>
                <a:path extrusionOk="0" h="122" w="183">
                  <a:moveTo>
                    <a:pt x="0" y="31"/>
                  </a:moveTo>
                  <a:cubicBezTo>
                    <a:pt x="0" y="47"/>
                    <a:pt x="13" y="61"/>
                    <a:pt x="30" y="61"/>
                  </a:cubicBezTo>
                  <a:cubicBezTo>
                    <a:pt x="47" y="61"/>
                    <a:pt x="61" y="75"/>
                    <a:pt x="61" y="92"/>
                  </a:cubicBezTo>
                  <a:cubicBezTo>
                    <a:pt x="61" y="109"/>
                    <a:pt x="74" y="122"/>
                    <a:pt x="91" y="122"/>
                  </a:cubicBezTo>
                  <a:cubicBezTo>
                    <a:pt x="108" y="122"/>
                    <a:pt x="122" y="109"/>
                    <a:pt x="122" y="92"/>
                  </a:cubicBezTo>
                  <a:cubicBezTo>
                    <a:pt x="122" y="75"/>
                    <a:pt x="136" y="61"/>
                    <a:pt x="152" y="61"/>
                  </a:cubicBezTo>
                  <a:cubicBezTo>
                    <a:pt x="169" y="61"/>
                    <a:pt x="183" y="47"/>
                    <a:pt x="183" y="31"/>
                  </a:cubicBezTo>
                  <a:cubicBezTo>
                    <a:pt x="183" y="14"/>
                    <a:pt x="169" y="0"/>
                    <a:pt x="152" y="0"/>
                  </a:cubicBezTo>
                  <a:cubicBezTo>
                    <a:pt x="129" y="0"/>
                    <a:pt x="108" y="9"/>
                    <a:pt x="91" y="23"/>
                  </a:cubicBezTo>
                  <a:cubicBezTo>
                    <a:pt x="75" y="9"/>
                    <a:pt x="54" y="0"/>
                    <a:pt x="30" y="0"/>
                  </a:cubicBezTo>
                  <a:cubicBezTo>
                    <a:pt x="13" y="0"/>
                    <a:pt x="0" y="14"/>
                    <a:pt x="0" y="3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2" name="Google Shape;2502;p53"/>
            <p:cNvSpPr/>
            <p:nvPr/>
          </p:nvSpPr>
          <p:spPr>
            <a:xfrm>
              <a:off x="5350320" y="4334040"/>
              <a:ext cx="60480" cy="66960"/>
            </a:xfrm>
            <a:custGeom>
              <a:rect b="b" l="l" r="r" t="t"/>
              <a:pathLst>
                <a:path extrusionOk="0" h="186" w="168">
                  <a:moveTo>
                    <a:pt x="57" y="17"/>
                  </a:moveTo>
                  <a:lnTo>
                    <a:pt x="0" y="130"/>
                  </a:lnTo>
                  <a:lnTo>
                    <a:pt x="84" y="186"/>
                  </a:lnTo>
                  <a:lnTo>
                    <a:pt x="168" y="130"/>
                  </a:lnTo>
                  <a:lnTo>
                    <a:pt x="112" y="17"/>
                  </a:lnTo>
                  <a:cubicBezTo>
                    <a:pt x="100" y="-6"/>
                    <a:pt x="68" y="-6"/>
                    <a:pt x="57" y="17"/>
                  </a:cubicBezTo>
                  <a:close/>
                </a:path>
              </a:pathLst>
            </a:custGeom>
            <a:solidFill>
              <a:schemeClr val="lt1"/>
            </a:solidFill>
            <a:ln>
              <a:noFill/>
            </a:ln>
          </p:spPr>
          <p:txBody>
            <a:bodyPr anchorCtr="1" anchor="ctr" bIns="21950" lIns="90000" spcFirstLastPara="1" rIns="90000" wrap="square" tIns="21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3" name="Google Shape;2503;p53"/>
            <p:cNvSpPr/>
            <p:nvPr/>
          </p:nvSpPr>
          <p:spPr>
            <a:xfrm>
              <a:off x="5281560" y="4400640"/>
              <a:ext cx="105840" cy="131400"/>
            </a:xfrm>
            <a:custGeom>
              <a:rect b="b" l="l" r="r" t="t"/>
              <a:pathLst>
                <a:path extrusionOk="0" h="365" w="294">
                  <a:moveTo>
                    <a:pt x="292" y="63"/>
                  </a:moveTo>
                  <a:cubicBezTo>
                    <a:pt x="282" y="70"/>
                    <a:pt x="269" y="70"/>
                    <a:pt x="258" y="63"/>
                  </a:cubicBezTo>
                  <a:lnTo>
                    <a:pt x="164" y="0"/>
                  </a:lnTo>
                  <a:lnTo>
                    <a:pt x="4" y="321"/>
                  </a:lnTo>
                  <a:cubicBezTo>
                    <a:pt x="-7" y="341"/>
                    <a:pt x="8" y="365"/>
                    <a:pt x="31" y="365"/>
                  </a:cubicBezTo>
                  <a:lnTo>
                    <a:pt x="114" y="365"/>
                  </a:lnTo>
                  <a:lnTo>
                    <a:pt x="294" y="62"/>
                  </a:lnTo>
                  <a:lnTo>
                    <a:pt x="292" y="63"/>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4" name="Google Shape;2504;p53"/>
            <p:cNvSpPr/>
            <p:nvPr/>
          </p:nvSpPr>
          <p:spPr>
            <a:xfrm>
              <a:off x="5348160" y="4363200"/>
              <a:ext cx="308880" cy="168840"/>
            </a:xfrm>
            <a:custGeom>
              <a:rect b="b" l="l" r="r" t="t"/>
              <a:pathLst>
                <a:path extrusionOk="0" h="469" w="858">
                  <a:moveTo>
                    <a:pt x="603" y="0"/>
                  </a:moveTo>
                  <a:lnTo>
                    <a:pt x="457" y="97"/>
                  </a:lnTo>
                  <a:cubicBezTo>
                    <a:pt x="447" y="104"/>
                    <a:pt x="434" y="104"/>
                    <a:pt x="423" y="97"/>
                  </a:cubicBezTo>
                  <a:lnTo>
                    <a:pt x="278" y="0"/>
                  </a:lnTo>
                  <a:lnTo>
                    <a:pt x="0" y="469"/>
                  </a:lnTo>
                  <a:lnTo>
                    <a:pt x="827" y="469"/>
                  </a:lnTo>
                  <a:cubicBezTo>
                    <a:pt x="851" y="469"/>
                    <a:pt x="866" y="443"/>
                    <a:pt x="854" y="423"/>
                  </a:cubicBezTo>
                  <a:lnTo>
                    <a:pt x="603"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5" name="Google Shape;2505;p53"/>
            <p:cNvSpPr/>
            <p:nvPr/>
          </p:nvSpPr>
          <p:spPr>
            <a:xfrm>
              <a:off x="5459400" y="4275360"/>
              <a:ext cx="94680" cy="100440"/>
            </a:xfrm>
            <a:custGeom>
              <a:rect b="b" l="l" r="r" t="t"/>
              <a:pathLst>
                <a:path extrusionOk="0" h="279" w="263">
                  <a:moveTo>
                    <a:pt x="105" y="15"/>
                  </a:moveTo>
                  <a:lnTo>
                    <a:pt x="0" y="192"/>
                  </a:lnTo>
                  <a:lnTo>
                    <a:pt x="131" y="279"/>
                  </a:lnTo>
                  <a:lnTo>
                    <a:pt x="263" y="191"/>
                  </a:lnTo>
                  <a:lnTo>
                    <a:pt x="158" y="15"/>
                  </a:lnTo>
                  <a:cubicBezTo>
                    <a:pt x="146" y="-5"/>
                    <a:pt x="117" y="-5"/>
                    <a:pt x="105" y="15"/>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6" name="Google Shape;2506;p53"/>
            <p:cNvSpPr/>
            <p:nvPr/>
          </p:nvSpPr>
          <p:spPr>
            <a:xfrm>
              <a:off x="5393160" y="4186080"/>
              <a:ext cx="131760" cy="95040"/>
            </a:xfrm>
            <a:custGeom>
              <a:rect b="b" l="l" r="r" t="t"/>
              <a:pathLst>
                <a:path extrusionOk="0" h="264" w="366">
                  <a:moveTo>
                    <a:pt x="91" y="264"/>
                  </a:moveTo>
                  <a:lnTo>
                    <a:pt x="173" y="264"/>
                  </a:lnTo>
                  <a:cubicBezTo>
                    <a:pt x="220" y="264"/>
                    <a:pt x="259" y="229"/>
                    <a:pt x="264" y="183"/>
                  </a:cubicBezTo>
                  <a:lnTo>
                    <a:pt x="275" y="183"/>
                  </a:lnTo>
                  <a:cubicBezTo>
                    <a:pt x="325" y="183"/>
                    <a:pt x="366" y="142"/>
                    <a:pt x="366" y="91"/>
                  </a:cubicBezTo>
                  <a:cubicBezTo>
                    <a:pt x="366" y="41"/>
                    <a:pt x="325" y="0"/>
                    <a:pt x="275" y="0"/>
                  </a:cubicBezTo>
                  <a:lnTo>
                    <a:pt x="193" y="0"/>
                  </a:lnTo>
                  <a:cubicBezTo>
                    <a:pt x="146" y="0"/>
                    <a:pt x="107" y="35"/>
                    <a:pt x="102" y="81"/>
                  </a:cubicBezTo>
                  <a:lnTo>
                    <a:pt x="91" y="81"/>
                  </a:lnTo>
                  <a:cubicBezTo>
                    <a:pt x="41" y="81"/>
                    <a:pt x="0" y="122"/>
                    <a:pt x="0" y="173"/>
                  </a:cubicBezTo>
                  <a:cubicBezTo>
                    <a:pt x="0" y="223"/>
                    <a:pt x="41" y="264"/>
                    <a:pt x="91" y="26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507" name="Google Shape;2507;p53"/>
          <p:cNvGrpSpPr/>
          <p:nvPr/>
        </p:nvGrpSpPr>
        <p:grpSpPr>
          <a:xfrm>
            <a:off x="5511509" y="4195959"/>
            <a:ext cx="374576" cy="336374"/>
            <a:chOff x="6075360" y="4157280"/>
            <a:chExt cx="416520" cy="374040"/>
          </a:xfrm>
        </p:grpSpPr>
        <p:sp>
          <p:nvSpPr>
            <p:cNvPr id="2508" name="Google Shape;2508;p53"/>
            <p:cNvSpPr/>
            <p:nvPr/>
          </p:nvSpPr>
          <p:spPr>
            <a:xfrm>
              <a:off x="6140520" y="4376880"/>
              <a:ext cx="334800" cy="154440"/>
            </a:xfrm>
            <a:custGeom>
              <a:rect b="b" l="l" r="r" t="t"/>
              <a:pathLst>
                <a:path extrusionOk="0" h="429" w="930">
                  <a:moveTo>
                    <a:pt x="786" y="10"/>
                  </a:moveTo>
                  <a:cubicBezTo>
                    <a:pt x="772" y="-3"/>
                    <a:pt x="751" y="-3"/>
                    <a:pt x="738" y="10"/>
                  </a:cubicBezTo>
                  <a:lnTo>
                    <a:pt x="602" y="145"/>
                  </a:lnTo>
                  <a:cubicBezTo>
                    <a:pt x="589" y="159"/>
                    <a:pt x="589" y="180"/>
                    <a:pt x="602" y="193"/>
                  </a:cubicBezTo>
                  <a:cubicBezTo>
                    <a:pt x="615" y="207"/>
                    <a:pt x="637" y="207"/>
                    <a:pt x="650" y="193"/>
                  </a:cubicBezTo>
                  <a:lnTo>
                    <a:pt x="728" y="116"/>
                  </a:lnTo>
                  <a:lnTo>
                    <a:pt x="728" y="362"/>
                  </a:lnTo>
                  <a:lnTo>
                    <a:pt x="68" y="362"/>
                  </a:lnTo>
                  <a:lnTo>
                    <a:pt x="68" y="34"/>
                  </a:lnTo>
                  <a:cubicBezTo>
                    <a:pt x="68" y="15"/>
                    <a:pt x="53" y="0"/>
                    <a:pt x="34" y="0"/>
                  </a:cubicBezTo>
                  <a:cubicBezTo>
                    <a:pt x="15" y="0"/>
                    <a:pt x="0" y="15"/>
                    <a:pt x="0" y="34"/>
                  </a:cubicBezTo>
                  <a:lnTo>
                    <a:pt x="0" y="395"/>
                  </a:lnTo>
                  <a:cubicBezTo>
                    <a:pt x="0" y="414"/>
                    <a:pt x="15" y="429"/>
                    <a:pt x="34" y="429"/>
                  </a:cubicBezTo>
                  <a:lnTo>
                    <a:pt x="762" y="429"/>
                  </a:lnTo>
                  <a:cubicBezTo>
                    <a:pt x="780" y="429"/>
                    <a:pt x="795" y="414"/>
                    <a:pt x="795" y="395"/>
                  </a:cubicBezTo>
                  <a:lnTo>
                    <a:pt x="795" y="116"/>
                  </a:lnTo>
                  <a:lnTo>
                    <a:pt x="873" y="193"/>
                  </a:lnTo>
                  <a:cubicBezTo>
                    <a:pt x="886" y="207"/>
                    <a:pt x="908" y="207"/>
                    <a:pt x="921" y="193"/>
                  </a:cubicBezTo>
                  <a:cubicBezTo>
                    <a:pt x="934" y="180"/>
                    <a:pt x="934" y="159"/>
                    <a:pt x="921" y="145"/>
                  </a:cubicBezTo>
                  <a:lnTo>
                    <a:pt x="786" y="1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09" name="Google Shape;2509;p53"/>
            <p:cNvSpPr/>
            <p:nvPr/>
          </p:nvSpPr>
          <p:spPr>
            <a:xfrm>
              <a:off x="6112080" y="4157280"/>
              <a:ext cx="81360" cy="81360"/>
            </a:xfrm>
            <a:custGeom>
              <a:rect b="b" l="l" r="r" t="t"/>
              <a:pathLst>
                <a:path extrusionOk="0" h="226" w="226">
                  <a:moveTo>
                    <a:pt x="226" y="113"/>
                  </a:moveTo>
                  <a:cubicBezTo>
                    <a:pt x="226" y="175"/>
                    <a:pt x="175" y="226"/>
                    <a:pt x="113" y="226"/>
                  </a:cubicBezTo>
                  <a:cubicBezTo>
                    <a:pt x="50" y="226"/>
                    <a:pt x="0" y="175"/>
                    <a:pt x="0" y="113"/>
                  </a:cubicBezTo>
                  <a:cubicBezTo>
                    <a:pt x="0" y="50"/>
                    <a:pt x="50" y="0"/>
                    <a:pt x="113" y="0"/>
                  </a:cubicBezTo>
                  <a:cubicBezTo>
                    <a:pt x="143" y="0"/>
                    <a:pt x="171" y="11"/>
                    <a:pt x="193" y="33"/>
                  </a:cubicBezTo>
                  <a:cubicBezTo>
                    <a:pt x="214" y="54"/>
                    <a:pt x="226" y="83"/>
                    <a:pt x="226" y="113"/>
                  </a:cubicBezTo>
                  <a:close/>
                </a:path>
              </a:pathLst>
            </a:custGeom>
            <a:solidFill>
              <a:schemeClr val="lt1"/>
            </a:solidFill>
            <a:ln>
              <a:noFill/>
            </a:ln>
          </p:spPr>
          <p:txBody>
            <a:bodyPr anchorCtr="1" anchor="ctr" bIns="36350" lIns="90000" spcFirstLastPara="1" rIns="90000" wrap="square" tIns="36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0" name="Google Shape;2510;p53"/>
            <p:cNvSpPr/>
            <p:nvPr/>
          </p:nvSpPr>
          <p:spPr>
            <a:xfrm>
              <a:off x="6075360" y="4244760"/>
              <a:ext cx="154440" cy="99360"/>
            </a:xfrm>
            <a:custGeom>
              <a:rect b="b" l="l" r="r" t="t"/>
              <a:pathLst>
                <a:path extrusionOk="0" h="276" w="429">
                  <a:moveTo>
                    <a:pt x="429" y="243"/>
                  </a:moveTo>
                  <a:lnTo>
                    <a:pt x="429" y="175"/>
                  </a:lnTo>
                  <a:cubicBezTo>
                    <a:pt x="429" y="103"/>
                    <a:pt x="394" y="39"/>
                    <a:pt x="340" y="0"/>
                  </a:cubicBezTo>
                  <a:cubicBezTo>
                    <a:pt x="307" y="31"/>
                    <a:pt x="263" y="50"/>
                    <a:pt x="215" y="50"/>
                  </a:cubicBezTo>
                  <a:cubicBezTo>
                    <a:pt x="166" y="50"/>
                    <a:pt x="122" y="31"/>
                    <a:pt x="90" y="0"/>
                  </a:cubicBezTo>
                  <a:cubicBezTo>
                    <a:pt x="36" y="39"/>
                    <a:pt x="0" y="103"/>
                    <a:pt x="0" y="175"/>
                  </a:cubicBezTo>
                  <a:lnTo>
                    <a:pt x="0" y="243"/>
                  </a:lnTo>
                  <a:cubicBezTo>
                    <a:pt x="0" y="261"/>
                    <a:pt x="15" y="276"/>
                    <a:pt x="34" y="276"/>
                  </a:cubicBezTo>
                  <a:lnTo>
                    <a:pt x="396" y="276"/>
                  </a:lnTo>
                  <a:cubicBezTo>
                    <a:pt x="414" y="276"/>
                    <a:pt x="429" y="261"/>
                    <a:pt x="429" y="24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1" name="Google Shape;2511;p53"/>
            <p:cNvSpPr/>
            <p:nvPr/>
          </p:nvSpPr>
          <p:spPr>
            <a:xfrm>
              <a:off x="6374160" y="4157280"/>
              <a:ext cx="81360" cy="81360"/>
            </a:xfrm>
            <a:custGeom>
              <a:rect b="b" l="l" r="r" t="t"/>
              <a:pathLst>
                <a:path extrusionOk="0" h="226" w="226">
                  <a:moveTo>
                    <a:pt x="226" y="113"/>
                  </a:moveTo>
                  <a:cubicBezTo>
                    <a:pt x="226" y="175"/>
                    <a:pt x="175" y="226"/>
                    <a:pt x="113" y="226"/>
                  </a:cubicBezTo>
                  <a:cubicBezTo>
                    <a:pt x="50" y="226"/>
                    <a:pt x="0" y="175"/>
                    <a:pt x="0" y="113"/>
                  </a:cubicBezTo>
                  <a:cubicBezTo>
                    <a:pt x="0" y="50"/>
                    <a:pt x="50" y="0"/>
                    <a:pt x="113" y="0"/>
                  </a:cubicBezTo>
                  <a:cubicBezTo>
                    <a:pt x="175" y="0"/>
                    <a:pt x="226" y="50"/>
                    <a:pt x="226" y="113"/>
                  </a:cubicBezTo>
                  <a:close/>
                </a:path>
              </a:pathLst>
            </a:custGeom>
            <a:solidFill>
              <a:schemeClr val="lt1"/>
            </a:solidFill>
            <a:ln>
              <a:noFill/>
            </a:ln>
          </p:spPr>
          <p:txBody>
            <a:bodyPr anchorCtr="1" anchor="ctr" bIns="36350" lIns="90000" spcFirstLastPara="1" rIns="90000" wrap="square" tIns="36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2" name="Google Shape;2512;p53"/>
            <p:cNvSpPr/>
            <p:nvPr/>
          </p:nvSpPr>
          <p:spPr>
            <a:xfrm>
              <a:off x="6337440" y="4244760"/>
              <a:ext cx="154440" cy="99360"/>
            </a:xfrm>
            <a:custGeom>
              <a:rect b="b" l="l" r="r" t="t"/>
              <a:pathLst>
                <a:path extrusionOk="0" h="276" w="429">
                  <a:moveTo>
                    <a:pt x="339" y="0"/>
                  </a:moveTo>
                  <a:cubicBezTo>
                    <a:pt x="307" y="31"/>
                    <a:pt x="263" y="50"/>
                    <a:pt x="215" y="50"/>
                  </a:cubicBezTo>
                  <a:cubicBezTo>
                    <a:pt x="166" y="50"/>
                    <a:pt x="122" y="31"/>
                    <a:pt x="90" y="0"/>
                  </a:cubicBezTo>
                  <a:cubicBezTo>
                    <a:pt x="35" y="39"/>
                    <a:pt x="0" y="103"/>
                    <a:pt x="0" y="175"/>
                  </a:cubicBezTo>
                  <a:lnTo>
                    <a:pt x="0" y="243"/>
                  </a:lnTo>
                  <a:cubicBezTo>
                    <a:pt x="0" y="261"/>
                    <a:pt x="15" y="276"/>
                    <a:pt x="34" y="276"/>
                  </a:cubicBezTo>
                  <a:lnTo>
                    <a:pt x="395" y="276"/>
                  </a:lnTo>
                  <a:cubicBezTo>
                    <a:pt x="414" y="276"/>
                    <a:pt x="429" y="261"/>
                    <a:pt x="429" y="243"/>
                  </a:cubicBezTo>
                  <a:lnTo>
                    <a:pt x="429" y="175"/>
                  </a:lnTo>
                  <a:cubicBezTo>
                    <a:pt x="429" y="103"/>
                    <a:pt x="394" y="39"/>
                    <a:pt x="339"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513" name="Google Shape;2513;p53"/>
          <p:cNvGrpSpPr/>
          <p:nvPr/>
        </p:nvGrpSpPr>
        <p:grpSpPr>
          <a:xfrm>
            <a:off x="6288827" y="4195311"/>
            <a:ext cx="309503" cy="337669"/>
            <a:chOff x="6939720" y="4156560"/>
            <a:chExt cx="344160" cy="375480"/>
          </a:xfrm>
        </p:grpSpPr>
        <p:sp>
          <p:nvSpPr>
            <p:cNvPr id="2514" name="Google Shape;2514;p53"/>
            <p:cNvSpPr/>
            <p:nvPr/>
          </p:nvSpPr>
          <p:spPr>
            <a:xfrm>
              <a:off x="6939720" y="4156560"/>
              <a:ext cx="344160" cy="111600"/>
            </a:xfrm>
            <a:custGeom>
              <a:rect b="b" l="l" r="r" t="t"/>
              <a:pathLst>
                <a:path extrusionOk="0" h="310" w="956">
                  <a:moveTo>
                    <a:pt x="366" y="126"/>
                  </a:moveTo>
                  <a:lnTo>
                    <a:pt x="366" y="92"/>
                  </a:lnTo>
                  <a:cubicBezTo>
                    <a:pt x="366" y="75"/>
                    <a:pt x="379" y="61"/>
                    <a:pt x="396" y="61"/>
                  </a:cubicBezTo>
                  <a:lnTo>
                    <a:pt x="559" y="61"/>
                  </a:lnTo>
                  <a:cubicBezTo>
                    <a:pt x="576" y="61"/>
                    <a:pt x="590" y="75"/>
                    <a:pt x="590" y="92"/>
                  </a:cubicBezTo>
                  <a:lnTo>
                    <a:pt x="590" y="126"/>
                  </a:lnTo>
                  <a:lnTo>
                    <a:pt x="366" y="126"/>
                  </a:lnTo>
                  <a:moveTo>
                    <a:pt x="865" y="126"/>
                  </a:moveTo>
                  <a:lnTo>
                    <a:pt x="651" y="126"/>
                  </a:lnTo>
                  <a:lnTo>
                    <a:pt x="651" y="92"/>
                  </a:lnTo>
                  <a:cubicBezTo>
                    <a:pt x="651" y="41"/>
                    <a:pt x="610" y="0"/>
                    <a:pt x="559" y="0"/>
                  </a:cubicBezTo>
                  <a:lnTo>
                    <a:pt x="396" y="0"/>
                  </a:lnTo>
                  <a:cubicBezTo>
                    <a:pt x="346" y="0"/>
                    <a:pt x="306" y="41"/>
                    <a:pt x="306" y="92"/>
                  </a:cubicBezTo>
                  <a:lnTo>
                    <a:pt x="306" y="126"/>
                  </a:lnTo>
                  <a:lnTo>
                    <a:pt x="92" y="126"/>
                  </a:lnTo>
                  <a:cubicBezTo>
                    <a:pt x="41" y="126"/>
                    <a:pt x="0" y="167"/>
                    <a:pt x="0" y="218"/>
                  </a:cubicBezTo>
                  <a:lnTo>
                    <a:pt x="0" y="310"/>
                  </a:lnTo>
                  <a:lnTo>
                    <a:pt x="242" y="310"/>
                  </a:lnTo>
                  <a:cubicBezTo>
                    <a:pt x="302" y="247"/>
                    <a:pt x="385" y="208"/>
                    <a:pt x="478" y="208"/>
                  </a:cubicBezTo>
                  <a:cubicBezTo>
                    <a:pt x="571" y="208"/>
                    <a:pt x="655" y="247"/>
                    <a:pt x="714" y="310"/>
                  </a:cubicBezTo>
                  <a:lnTo>
                    <a:pt x="956" y="310"/>
                  </a:lnTo>
                  <a:lnTo>
                    <a:pt x="956" y="218"/>
                  </a:lnTo>
                  <a:cubicBezTo>
                    <a:pt x="956" y="167"/>
                    <a:pt x="915" y="126"/>
                    <a:pt x="865" y="126"/>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5" name="Google Shape;2515;p53"/>
            <p:cNvSpPr/>
            <p:nvPr/>
          </p:nvSpPr>
          <p:spPr>
            <a:xfrm>
              <a:off x="7185600" y="4290120"/>
              <a:ext cx="98280" cy="153720"/>
            </a:xfrm>
            <a:custGeom>
              <a:rect b="b" l="l" r="r" t="t"/>
              <a:pathLst>
                <a:path extrusionOk="0" h="427" w="273">
                  <a:moveTo>
                    <a:pt x="121" y="163"/>
                  </a:moveTo>
                  <a:cubicBezTo>
                    <a:pt x="121" y="250"/>
                    <a:pt x="86" y="332"/>
                    <a:pt x="25" y="393"/>
                  </a:cubicBezTo>
                  <a:cubicBezTo>
                    <a:pt x="14" y="404"/>
                    <a:pt x="6" y="415"/>
                    <a:pt x="0" y="427"/>
                  </a:cubicBezTo>
                  <a:lnTo>
                    <a:pt x="182" y="427"/>
                  </a:lnTo>
                  <a:cubicBezTo>
                    <a:pt x="232" y="427"/>
                    <a:pt x="273" y="386"/>
                    <a:pt x="273" y="336"/>
                  </a:cubicBezTo>
                  <a:lnTo>
                    <a:pt x="273" y="0"/>
                  </a:lnTo>
                  <a:lnTo>
                    <a:pt x="77" y="0"/>
                  </a:lnTo>
                  <a:cubicBezTo>
                    <a:pt x="105" y="48"/>
                    <a:pt x="121" y="103"/>
                    <a:pt x="121" y="16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6" name="Google Shape;2516;p53"/>
            <p:cNvSpPr/>
            <p:nvPr/>
          </p:nvSpPr>
          <p:spPr>
            <a:xfrm>
              <a:off x="6939720" y="4290120"/>
              <a:ext cx="98640" cy="153720"/>
            </a:xfrm>
            <a:custGeom>
              <a:rect b="b" l="l" r="r" t="t"/>
              <a:pathLst>
                <a:path extrusionOk="0" h="427" w="274">
                  <a:moveTo>
                    <a:pt x="153" y="163"/>
                  </a:moveTo>
                  <a:cubicBezTo>
                    <a:pt x="153" y="103"/>
                    <a:pt x="169" y="48"/>
                    <a:pt x="197" y="0"/>
                  </a:cubicBezTo>
                  <a:lnTo>
                    <a:pt x="0" y="0"/>
                  </a:lnTo>
                  <a:lnTo>
                    <a:pt x="0" y="336"/>
                  </a:lnTo>
                  <a:cubicBezTo>
                    <a:pt x="0" y="386"/>
                    <a:pt x="41" y="427"/>
                    <a:pt x="92" y="427"/>
                  </a:cubicBezTo>
                  <a:lnTo>
                    <a:pt x="274" y="427"/>
                  </a:lnTo>
                  <a:cubicBezTo>
                    <a:pt x="268" y="415"/>
                    <a:pt x="259" y="404"/>
                    <a:pt x="249" y="393"/>
                  </a:cubicBezTo>
                  <a:cubicBezTo>
                    <a:pt x="187" y="332"/>
                    <a:pt x="153" y="250"/>
                    <a:pt x="153" y="16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7" name="Google Shape;2517;p53"/>
            <p:cNvSpPr/>
            <p:nvPr/>
          </p:nvSpPr>
          <p:spPr>
            <a:xfrm>
              <a:off x="7063920" y="4480560"/>
              <a:ext cx="95400" cy="51480"/>
            </a:xfrm>
            <a:custGeom>
              <a:rect b="b" l="l" r="r" t="t"/>
              <a:pathLst>
                <a:path extrusionOk="0" h="143" w="265">
                  <a:moveTo>
                    <a:pt x="0" y="51"/>
                  </a:moveTo>
                  <a:cubicBezTo>
                    <a:pt x="0" y="102"/>
                    <a:pt x="41" y="143"/>
                    <a:pt x="92" y="143"/>
                  </a:cubicBezTo>
                  <a:lnTo>
                    <a:pt x="173" y="143"/>
                  </a:lnTo>
                  <a:cubicBezTo>
                    <a:pt x="224" y="143"/>
                    <a:pt x="265" y="102"/>
                    <a:pt x="265" y="51"/>
                  </a:cubicBezTo>
                  <a:lnTo>
                    <a:pt x="265" y="0"/>
                  </a:lnTo>
                  <a:lnTo>
                    <a:pt x="0" y="0"/>
                  </a:lnTo>
                  <a:lnTo>
                    <a:pt x="0" y="51"/>
                  </a:lnTo>
                  <a:close/>
                </a:path>
              </a:pathLst>
            </a:custGeom>
            <a:solidFill>
              <a:schemeClr val="lt1"/>
            </a:solidFill>
            <a:ln>
              <a:noFill/>
            </a:ln>
          </p:spPr>
          <p:txBody>
            <a:bodyPr anchorCtr="1" anchor="ctr" bIns="6475" lIns="90000" spcFirstLastPara="1" rIns="90000" wrap="square" tIns="6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8" name="Google Shape;2518;p53"/>
            <p:cNvSpPr/>
            <p:nvPr/>
          </p:nvSpPr>
          <p:spPr>
            <a:xfrm>
              <a:off x="7118280" y="4366080"/>
              <a:ext cx="10800" cy="29880"/>
            </a:xfrm>
            <a:custGeom>
              <a:rect b="b" l="l" r="r" t="t"/>
              <a:pathLst>
                <a:path extrusionOk="0" h="83" w="30">
                  <a:moveTo>
                    <a:pt x="1" y="0"/>
                  </a:moveTo>
                  <a:lnTo>
                    <a:pt x="0" y="0"/>
                  </a:lnTo>
                  <a:lnTo>
                    <a:pt x="0" y="83"/>
                  </a:lnTo>
                  <a:cubicBezTo>
                    <a:pt x="17" y="76"/>
                    <a:pt x="27" y="61"/>
                    <a:pt x="29" y="46"/>
                  </a:cubicBezTo>
                  <a:cubicBezTo>
                    <a:pt x="31" y="38"/>
                    <a:pt x="33" y="11"/>
                    <a:pt x="1"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19" name="Google Shape;2519;p53"/>
            <p:cNvSpPr/>
            <p:nvPr/>
          </p:nvSpPr>
          <p:spPr>
            <a:xfrm>
              <a:off x="7097400" y="4322520"/>
              <a:ext cx="6480" cy="21240"/>
            </a:xfrm>
            <a:custGeom>
              <a:rect b="b" l="l" r="r" t="t"/>
              <a:pathLst>
                <a:path extrusionOk="0" h="59" w="18">
                  <a:moveTo>
                    <a:pt x="0" y="26"/>
                  </a:moveTo>
                  <a:cubicBezTo>
                    <a:pt x="-2" y="36"/>
                    <a:pt x="0" y="47"/>
                    <a:pt x="7" y="52"/>
                  </a:cubicBezTo>
                  <a:cubicBezTo>
                    <a:pt x="10" y="54"/>
                    <a:pt x="14" y="57"/>
                    <a:pt x="18" y="59"/>
                  </a:cubicBezTo>
                  <a:lnTo>
                    <a:pt x="18" y="0"/>
                  </a:lnTo>
                  <a:cubicBezTo>
                    <a:pt x="7" y="5"/>
                    <a:pt x="1" y="16"/>
                    <a:pt x="0" y="26"/>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0" name="Google Shape;2520;p53"/>
            <p:cNvSpPr/>
            <p:nvPr/>
          </p:nvSpPr>
          <p:spPr>
            <a:xfrm>
              <a:off x="7016760" y="4253400"/>
              <a:ext cx="190080" cy="205200"/>
            </a:xfrm>
            <a:custGeom>
              <a:rect b="b" l="l" r="r" t="t"/>
              <a:pathLst>
                <a:path extrusionOk="0" h="570" w="528">
                  <a:moveTo>
                    <a:pt x="351" y="366"/>
                  </a:moveTo>
                  <a:cubicBezTo>
                    <a:pt x="346" y="398"/>
                    <a:pt x="321" y="430"/>
                    <a:pt x="282" y="439"/>
                  </a:cubicBezTo>
                  <a:lnTo>
                    <a:pt x="282" y="458"/>
                  </a:lnTo>
                  <a:cubicBezTo>
                    <a:pt x="282" y="469"/>
                    <a:pt x="273" y="478"/>
                    <a:pt x="262" y="478"/>
                  </a:cubicBezTo>
                  <a:cubicBezTo>
                    <a:pt x="251" y="478"/>
                    <a:pt x="242" y="469"/>
                    <a:pt x="242" y="458"/>
                  </a:cubicBezTo>
                  <a:lnTo>
                    <a:pt x="242" y="441"/>
                  </a:lnTo>
                  <a:cubicBezTo>
                    <a:pt x="222" y="440"/>
                    <a:pt x="207" y="435"/>
                    <a:pt x="184" y="420"/>
                  </a:cubicBezTo>
                  <a:cubicBezTo>
                    <a:pt x="175" y="414"/>
                    <a:pt x="172" y="401"/>
                    <a:pt x="178" y="392"/>
                  </a:cubicBezTo>
                  <a:cubicBezTo>
                    <a:pt x="184" y="382"/>
                    <a:pt x="197" y="380"/>
                    <a:pt x="206" y="386"/>
                  </a:cubicBezTo>
                  <a:cubicBezTo>
                    <a:pt x="220" y="395"/>
                    <a:pt x="229" y="399"/>
                    <a:pt x="242" y="400"/>
                  </a:cubicBezTo>
                  <a:lnTo>
                    <a:pt x="242" y="297"/>
                  </a:lnTo>
                  <a:cubicBezTo>
                    <a:pt x="226" y="290"/>
                    <a:pt x="215" y="283"/>
                    <a:pt x="206" y="276"/>
                  </a:cubicBezTo>
                  <a:cubicBezTo>
                    <a:pt x="187" y="261"/>
                    <a:pt x="179" y="236"/>
                    <a:pt x="184" y="210"/>
                  </a:cubicBezTo>
                  <a:cubicBezTo>
                    <a:pt x="189" y="181"/>
                    <a:pt x="209" y="159"/>
                    <a:pt x="235" y="151"/>
                  </a:cubicBezTo>
                  <a:cubicBezTo>
                    <a:pt x="238" y="150"/>
                    <a:pt x="240" y="150"/>
                    <a:pt x="242" y="149"/>
                  </a:cubicBezTo>
                  <a:lnTo>
                    <a:pt x="242" y="132"/>
                  </a:lnTo>
                  <a:cubicBezTo>
                    <a:pt x="242" y="121"/>
                    <a:pt x="251" y="112"/>
                    <a:pt x="262" y="112"/>
                  </a:cubicBezTo>
                  <a:cubicBezTo>
                    <a:pt x="273" y="112"/>
                    <a:pt x="282" y="121"/>
                    <a:pt x="282" y="132"/>
                  </a:cubicBezTo>
                  <a:lnTo>
                    <a:pt x="282" y="147"/>
                  </a:lnTo>
                  <a:cubicBezTo>
                    <a:pt x="306" y="150"/>
                    <a:pt x="322" y="161"/>
                    <a:pt x="329" y="170"/>
                  </a:cubicBezTo>
                  <a:cubicBezTo>
                    <a:pt x="337" y="179"/>
                    <a:pt x="336" y="191"/>
                    <a:pt x="328" y="199"/>
                  </a:cubicBezTo>
                  <a:cubicBezTo>
                    <a:pt x="319" y="206"/>
                    <a:pt x="306" y="205"/>
                    <a:pt x="299" y="197"/>
                  </a:cubicBezTo>
                  <a:cubicBezTo>
                    <a:pt x="298" y="196"/>
                    <a:pt x="293" y="191"/>
                    <a:pt x="282" y="188"/>
                  </a:cubicBezTo>
                  <a:lnTo>
                    <a:pt x="282" y="269"/>
                  </a:lnTo>
                  <a:cubicBezTo>
                    <a:pt x="287" y="271"/>
                    <a:pt x="292" y="273"/>
                    <a:pt x="297" y="275"/>
                  </a:cubicBezTo>
                  <a:cubicBezTo>
                    <a:pt x="337" y="289"/>
                    <a:pt x="358" y="324"/>
                    <a:pt x="351" y="366"/>
                  </a:cubicBezTo>
                  <a:moveTo>
                    <a:pt x="264" y="0"/>
                  </a:moveTo>
                  <a:cubicBezTo>
                    <a:pt x="118" y="0"/>
                    <a:pt x="0" y="119"/>
                    <a:pt x="0" y="265"/>
                  </a:cubicBezTo>
                  <a:cubicBezTo>
                    <a:pt x="0" y="336"/>
                    <a:pt x="28" y="402"/>
                    <a:pt x="78" y="452"/>
                  </a:cubicBezTo>
                  <a:cubicBezTo>
                    <a:pt x="110" y="485"/>
                    <a:pt x="129" y="527"/>
                    <a:pt x="131" y="570"/>
                  </a:cubicBezTo>
                  <a:lnTo>
                    <a:pt x="396" y="570"/>
                  </a:lnTo>
                  <a:cubicBezTo>
                    <a:pt x="398" y="527"/>
                    <a:pt x="417" y="485"/>
                    <a:pt x="450" y="452"/>
                  </a:cubicBezTo>
                  <a:cubicBezTo>
                    <a:pt x="501" y="402"/>
                    <a:pt x="528" y="336"/>
                    <a:pt x="528" y="265"/>
                  </a:cubicBezTo>
                  <a:cubicBezTo>
                    <a:pt x="528" y="119"/>
                    <a:pt x="410" y="0"/>
                    <a:pt x="264"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521" name="Google Shape;2521;p53"/>
          <p:cNvGrpSpPr/>
          <p:nvPr/>
        </p:nvGrpSpPr>
        <p:grpSpPr>
          <a:xfrm>
            <a:off x="7041865" y="4195635"/>
            <a:ext cx="383641" cy="337022"/>
            <a:chOff x="7777080" y="4156920"/>
            <a:chExt cx="426600" cy="374760"/>
          </a:xfrm>
        </p:grpSpPr>
        <p:sp>
          <p:nvSpPr>
            <p:cNvPr id="2522" name="Google Shape;2522;p53"/>
            <p:cNvSpPr/>
            <p:nvPr/>
          </p:nvSpPr>
          <p:spPr>
            <a:xfrm>
              <a:off x="7777080" y="4481640"/>
              <a:ext cx="426600" cy="50040"/>
            </a:xfrm>
            <a:custGeom>
              <a:rect b="b" l="l" r="r" t="t"/>
              <a:pathLst>
                <a:path extrusionOk="0" h="139" w="1185">
                  <a:moveTo>
                    <a:pt x="0" y="0"/>
                  </a:moveTo>
                  <a:lnTo>
                    <a:pt x="0" y="35"/>
                  </a:lnTo>
                  <a:cubicBezTo>
                    <a:pt x="0" y="92"/>
                    <a:pt x="47" y="139"/>
                    <a:pt x="104" y="139"/>
                  </a:cubicBezTo>
                  <a:lnTo>
                    <a:pt x="1081" y="139"/>
                  </a:lnTo>
                  <a:cubicBezTo>
                    <a:pt x="1138" y="139"/>
                    <a:pt x="1185" y="92"/>
                    <a:pt x="1185" y="35"/>
                  </a:cubicBezTo>
                  <a:lnTo>
                    <a:pt x="1185" y="0"/>
                  </a:lnTo>
                  <a:lnTo>
                    <a:pt x="0" y="0"/>
                  </a:lnTo>
                  <a:close/>
                </a:path>
              </a:pathLst>
            </a:custGeom>
            <a:solidFill>
              <a:schemeClr val="lt1"/>
            </a:solidFill>
            <a:ln>
              <a:noFill/>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3" name="Google Shape;2523;p53"/>
            <p:cNvSpPr/>
            <p:nvPr/>
          </p:nvSpPr>
          <p:spPr>
            <a:xfrm>
              <a:off x="7781040" y="4415040"/>
              <a:ext cx="418680" cy="41760"/>
            </a:xfrm>
            <a:custGeom>
              <a:rect b="b" l="l" r="r" t="t"/>
              <a:pathLst>
                <a:path extrusionOk="0" h="116" w="1163">
                  <a:moveTo>
                    <a:pt x="1120" y="0"/>
                  </a:moveTo>
                  <a:lnTo>
                    <a:pt x="43" y="0"/>
                  </a:lnTo>
                  <a:lnTo>
                    <a:pt x="0" y="116"/>
                  </a:lnTo>
                  <a:lnTo>
                    <a:pt x="1163" y="116"/>
                  </a:lnTo>
                  <a:lnTo>
                    <a:pt x="1120"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4" name="Google Shape;2524;p53"/>
            <p:cNvSpPr/>
            <p:nvPr/>
          </p:nvSpPr>
          <p:spPr>
            <a:xfrm>
              <a:off x="8051760" y="4227840"/>
              <a:ext cx="35640" cy="28440"/>
            </a:xfrm>
            <a:custGeom>
              <a:rect b="b" l="l" r="r" t="t"/>
              <a:pathLst>
                <a:path extrusionOk="0" h="79" w="99">
                  <a:moveTo>
                    <a:pt x="59" y="79"/>
                  </a:moveTo>
                  <a:cubicBezTo>
                    <a:pt x="81" y="79"/>
                    <a:pt x="99" y="61"/>
                    <a:pt x="99" y="39"/>
                  </a:cubicBezTo>
                  <a:cubicBezTo>
                    <a:pt x="99" y="17"/>
                    <a:pt x="81" y="0"/>
                    <a:pt x="59" y="0"/>
                  </a:cubicBezTo>
                  <a:lnTo>
                    <a:pt x="0" y="0"/>
                  </a:lnTo>
                  <a:lnTo>
                    <a:pt x="0" y="79"/>
                  </a:lnTo>
                  <a:cubicBezTo>
                    <a:pt x="0" y="79"/>
                    <a:pt x="52" y="79"/>
                    <a:pt x="59" y="79"/>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5" name="Google Shape;2525;p53"/>
            <p:cNvSpPr/>
            <p:nvPr/>
          </p:nvSpPr>
          <p:spPr>
            <a:xfrm>
              <a:off x="7802280" y="4156920"/>
              <a:ext cx="376200" cy="233280"/>
            </a:xfrm>
            <a:custGeom>
              <a:rect b="b" l="l" r="r" t="t"/>
              <a:pathLst>
                <a:path extrusionOk="0" h="648" w="1045">
                  <a:moveTo>
                    <a:pt x="769" y="520"/>
                  </a:moveTo>
                  <a:cubicBezTo>
                    <a:pt x="745" y="520"/>
                    <a:pt x="659" y="520"/>
                    <a:pt x="658" y="520"/>
                  </a:cubicBezTo>
                  <a:lnTo>
                    <a:pt x="658" y="520"/>
                  </a:lnTo>
                  <a:cubicBezTo>
                    <a:pt x="649" y="520"/>
                    <a:pt x="640" y="517"/>
                    <a:pt x="634" y="510"/>
                  </a:cubicBezTo>
                  <a:cubicBezTo>
                    <a:pt x="627" y="504"/>
                    <a:pt x="623" y="495"/>
                    <a:pt x="623" y="486"/>
                  </a:cubicBezTo>
                  <a:lnTo>
                    <a:pt x="623" y="162"/>
                  </a:lnTo>
                  <a:cubicBezTo>
                    <a:pt x="623" y="143"/>
                    <a:pt x="639" y="127"/>
                    <a:pt x="658" y="127"/>
                  </a:cubicBezTo>
                  <a:lnTo>
                    <a:pt x="752" y="127"/>
                  </a:lnTo>
                  <a:cubicBezTo>
                    <a:pt x="812" y="127"/>
                    <a:pt x="861" y="176"/>
                    <a:pt x="861" y="236"/>
                  </a:cubicBezTo>
                  <a:cubicBezTo>
                    <a:pt x="861" y="260"/>
                    <a:pt x="854" y="282"/>
                    <a:pt x="841" y="300"/>
                  </a:cubicBezTo>
                  <a:cubicBezTo>
                    <a:pt x="871" y="322"/>
                    <a:pt x="890" y="358"/>
                    <a:pt x="890" y="398"/>
                  </a:cubicBezTo>
                  <a:cubicBezTo>
                    <a:pt x="890" y="465"/>
                    <a:pt x="836" y="520"/>
                    <a:pt x="769" y="520"/>
                  </a:cubicBezTo>
                  <a:moveTo>
                    <a:pt x="488" y="486"/>
                  </a:moveTo>
                  <a:cubicBezTo>
                    <a:pt x="488" y="505"/>
                    <a:pt x="472" y="520"/>
                    <a:pt x="453" y="520"/>
                  </a:cubicBezTo>
                  <a:lnTo>
                    <a:pt x="175" y="520"/>
                  </a:lnTo>
                  <a:cubicBezTo>
                    <a:pt x="156" y="520"/>
                    <a:pt x="141" y="505"/>
                    <a:pt x="141" y="486"/>
                  </a:cubicBezTo>
                  <a:lnTo>
                    <a:pt x="141" y="439"/>
                  </a:lnTo>
                  <a:cubicBezTo>
                    <a:pt x="141" y="377"/>
                    <a:pt x="174" y="322"/>
                    <a:pt x="224" y="291"/>
                  </a:cubicBezTo>
                  <a:cubicBezTo>
                    <a:pt x="208" y="272"/>
                    <a:pt x="199" y="247"/>
                    <a:pt x="199" y="220"/>
                  </a:cubicBezTo>
                  <a:cubicBezTo>
                    <a:pt x="199" y="156"/>
                    <a:pt x="250" y="104"/>
                    <a:pt x="314" y="104"/>
                  </a:cubicBezTo>
                  <a:cubicBezTo>
                    <a:pt x="378" y="104"/>
                    <a:pt x="430" y="156"/>
                    <a:pt x="430" y="220"/>
                  </a:cubicBezTo>
                  <a:cubicBezTo>
                    <a:pt x="430" y="247"/>
                    <a:pt x="421" y="272"/>
                    <a:pt x="405" y="291"/>
                  </a:cubicBezTo>
                  <a:cubicBezTo>
                    <a:pt x="455" y="322"/>
                    <a:pt x="488" y="377"/>
                    <a:pt x="488" y="439"/>
                  </a:cubicBezTo>
                  <a:lnTo>
                    <a:pt x="488" y="486"/>
                  </a:lnTo>
                  <a:moveTo>
                    <a:pt x="1045" y="104"/>
                  </a:moveTo>
                  <a:cubicBezTo>
                    <a:pt x="1045" y="47"/>
                    <a:pt x="999" y="0"/>
                    <a:pt x="941" y="0"/>
                  </a:cubicBezTo>
                  <a:lnTo>
                    <a:pt x="104" y="0"/>
                  </a:lnTo>
                  <a:cubicBezTo>
                    <a:pt x="46" y="0"/>
                    <a:pt x="0" y="47"/>
                    <a:pt x="0" y="104"/>
                  </a:cubicBezTo>
                  <a:lnTo>
                    <a:pt x="0" y="648"/>
                  </a:lnTo>
                  <a:lnTo>
                    <a:pt x="1045" y="648"/>
                  </a:lnTo>
                  <a:lnTo>
                    <a:pt x="1045" y="104"/>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6" name="Google Shape;2526;p53"/>
            <p:cNvSpPr/>
            <p:nvPr/>
          </p:nvSpPr>
          <p:spPr>
            <a:xfrm>
              <a:off x="7898760" y="4219200"/>
              <a:ext cx="33480" cy="33480"/>
            </a:xfrm>
            <a:custGeom>
              <a:rect b="b" l="l" r="r" t="t"/>
              <a:pathLst>
                <a:path extrusionOk="0" h="93" w="93">
                  <a:moveTo>
                    <a:pt x="93" y="47"/>
                  </a:moveTo>
                  <a:cubicBezTo>
                    <a:pt x="93" y="72"/>
                    <a:pt x="72" y="93"/>
                    <a:pt x="46" y="93"/>
                  </a:cubicBezTo>
                  <a:cubicBezTo>
                    <a:pt x="21" y="93"/>
                    <a:pt x="0" y="72"/>
                    <a:pt x="0" y="47"/>
                  </a:cubicBezTo>
                  <a:cubicBezTo>
                    <a:pt x="0" y="21"/>
                    <a:pt x="21" y="0"/>
                    <a:pt x="46" y="0"/>
                  </a:cubicBezTo>
                  <a:cubicBezTo>
                    <a:pt x="72" y="0"/>
                    <a:pt x="93" y="21"/>
                    <a:pt x="93" y="47"/>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7" name="Google Shape;2527;p53"/>
            <p:cNvSpPr/>
            <p:nvPr/>
          </p:nvSpPr>
          <p:spPr>
            <a:xfrm>
              <a:off x="7877880" y="4277520"/>
              <a:ext cx="74880" cy="41760"/>
            </a:xfrm>
            <a:custGeom>
              <a:rect b="b" l="l" r="r" t="t"/>
              <a:pathLst>
                <a:path extrusionOk="0" h="116" w="208">
                  <a:moveTo>
                    <a:pt x="104" y="0"/>
                  </a:moveTo>
                  <a:cubicBezTo>
                    <a:pt x="47" y="0"/>
                    <a:pt x="0" y="47"/>
                    <a:pt x="0" y="104"/>
                  </a:cubicBezTo>
                  <a:lnTo>
                    <a:pt x="0" y="116"/>
                  </a:lnTo>
                  <a:lnTo>
                    <a:pt x="208" y="116"/>
                  </a:lnTo>
                  <a:lnTo>
                    <a:pt x="208" y="104"/>
                  </a:lnTo>
                  <a:cubicBezTo>
                    <a:pt x="208" y="47"/>
                    <a:pt x="162" y="0"/>
                    <a:pt x="104"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8" name="Google Shape;2528;p53"/>
            <p:cNvSpPr/>
            <p:nvPr/>
          </p:nvSpPr>
          <p:spPr>
            <a:xfrm>
              <a:off x="8051760" y="4281480"/>
              <a:ext cx="46080" cy="37800"/>
            </a:xfrm>
            <a:custGeom>
              <a:rect b="b" l="l" r="r" t="t"/>
              <a:pathLst>
                <a:path extrusionOk="0" h="105" w="128">
                  <a:moveTo>
                    <a:pt x="76" y="0"/>
                  </a:moveTo>
                  <a:cubicBezTo>
                    <a:pt x="76" y="0"/>
                    <a:pt x="8" y="0"/>
                    <a:pt x="0" y="0"/>
                  </a:cubicBezTo>
                  <a:lnTo>
                    <a:pt x="0" y="105"/>
                  </a:lnTo>
                  <a:cubicBezTo>
                    <a:pt x="27" y="105"/>
                    <a:pt x="62" y="105"/>
                    <a:pt x="76" y="105"/>
                  </a:cubicBezTo>
                  <a:cubicBezTo>
                    <a:pt x="104" y="105"/>
                    <a:pt x="128" y="81"/>
                    <a:pt x="128" y="52"/>
                  </a:cubicBezTo>
                  <a:cubicBezTo>
                    <a:pt x="128" y="23"/>
                    <a:pt x="104" y="0"/>
                    <a:pt x="76"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529" name="Google Shape;2529;p53"/>
          <p:cNvGrpSpPr/>
          <p:nvPr/>
        </p:nvGrpSpPr>
        <p:grpSpPr>
          <a:xfrm>
            <a:off x="7854797" y="4195311"/>
            <a:ext cx="337669" cy="337669"/>
            <a:chOff x="8681040" y="4156560"/>
            <a:chExt cx="375480" cy="375480"/>
          </a:xfrm>
        </p:grpSpPr>
        <p:sp>
          <p:nvSpPr>
            <p:cNvPr id="2530" name="Google Shape;2530;p53"/>
            <p:cNvSpPr/>
            <p:nvPr/>
          </p:nvSpPr>
          <p:spPr>
            <a:xfrm>
              <a:off x="8799120" y="4390560"/>
              <a:ext cx="5040" cy="15840"/>
            </a:xfrm>
            <a:custGeom>
              <a:rect b="b" l="l" r="r" t="t"/>
              <a:pathLst>
                <a:path extrusionOk="0" h="44" w="14">
                  <a:moveTo>
                    <a:pt x="14" y="0"/>
                  </a:moveTo>
                  <a:cubicBezTo>
                    <a:pt x="6" y="4"/>
                    <a:pt x="1" y="12"/>
                    <a:pt x="0" y="19"/>
                  </a:cubicBezTo>
                  <a:cubicBezTo>
                    <a:pt x="-1" y="27"/>
                    <a:pt x="1" y="35"/>
                    <a:pt x="6" y="39"/>
                  </a:cubicBezTo>
                  <a:cubicBezTo>
                    <a:pt x="8" y="40"/>
                    <a:pt x="11" y="42"/>
                    <a:pt x="14" y="44"/>
                  </a:cubicBezTo>
                  <a:lnTo>
                    <a:pt x="14" y="0"/>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31" name="Google Shape;2531;p53"/>
            <p:cNvSpPr/>
            <p:nvPr/>
          </p:nvSpPr>
          <p:spPr>
            <a:xfrm>
              <a:off x="8814960" y="4422960"/>
              <a:ext cx="7920" cy="22680"/>
            </a:xfrm>
            <a:custGeom>
              <a:rect b="b" l="l" r="r" t="t"/>
              <a:pathLst>
                <a:path extrusionOk="0" h="63" w="22">
                  <a:moveTo>
                    <a:pt x="22" y="35"/>
                  </a:moveTo>
                  <a:cubicBezTo>
                    <a:pt x="23" y="29"/>
                    <a:pt x="24" y="9"/>
                    <a:pt x="1" y="0"/>
                  </a:cubicBezTo>
                  <a:lnTo>
                    <a:pt x="0" y="0"/>
                  </a:lnTo>
                  <a:lnTo>
                    <a:pt x="0" y="63"/>
                  </a:lnTo>
                  <a:cubicBezTo>
                    <a:pt x="13" y="58"/>
                    <a:pt x="20" y="46"/>
                    <a:pt x="22" y="35"/>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32" name="Google Shape;2532;p53"/>
            <p:cNvSpPr/>
            <p:nvPr/>
          </p:nvSpPr>
          <p:spPr>
            <a:xfrm>
              <a:off x="8747640" y="4356000"/>
              <a:ext cx="124560" cy="124560"/>
            </a:xfrm>
            <a:custGeom>
              <a:rect b="b" l="l" r="r" t="t"/>
              <a:pathLst>
                <a:path extrusionOk="0" h="346" w="346">
                  <a:moveTo>
                    <a:pt x="109" y="246"/>
                  </a:moveTo>
                  <a:cubicBezTo>
                    <a:pt x="114" y="239"/>
                    <a:pt x="123" y="237"/>
                    <a:pt x="130" y="241"/>
                  </a:cubicBezTo>
                  <a:cubicBezTo>
                    <a:pt x="141" y="248"/>
                    <a:pt x="147" y="251"/>
                    <a:pt x="157" y="252"/>
                  </a:cubicBezTo>
                  <a:lnTo>
                    <a:pt x="157" y="174"/>
                  </a:lnTo>
                  <a:cubicBezTo>
                    <a:pt x="145" y="169"/>
                    <a:pt x="137" y="164"/>
                    <a:pt x="130" y="159"/>
                  </a:cubicBezTo>
                  <a:cubicBezTo>
                    <a:pt x="116" y="148"/>
                    <a:pt x="109" y="129"/>
                    <a:pt x="113" y="109"/>
                  </a:cubicBezTo>
                  <a:cubicBezTo>
                    <a:pt x="117" y="88"/>
                    <a:pt x="132" y="71"/>
                    <a:pt x="152" y="65"/>
                  </a:cubicBezTo>
                  <a:cubicBezTo>
                    <a:pt x="154" y="64"/>
                    <a:pt x="155" y="64"/>
                    <a:pt x="157" y="63"/>
                  </a:cubicBezTo>
                  <a:lnTo>
                    <a:pt x="157" y="51"/>
                  </a:lnTo>
                  <a:cubicBezTo>
                    <a:pt x="157" y="43"/>
                    <a:pt x="164" y="36"/>
                    <a:pt x="172" y="36"/>
                  </a:cubicBezTo>
                  <a:cubicBezTo>
                    <a:pt x="181" y="36"/>
                    <a:pt x="187" y="43"/>
                    <a:pt x="187" y="51"/>
                  </a:cubicBezTo>
                  <a:lnTo>
                    <a:pt x="187" y="62"/>
                  </a:lnTo>
                  <a:cubicBezTo>
                    <a:pt x="205" y="64"/>
                    <a:pt x="217" y="73"/>
                    <a:pt x="223" y="79"/>
                  </a:cubicBezTo>
                  <a:cubicBezTo>
                    <a:pt x="228" y="86"/>
                    <a:pt x="227" y="95"/>
                    <a:pt x="221" y="101"/>
                  </a:cubicBezTo>
                  <a:cubicBezTo>
                    <a:pt x="215" y="106"/>
                    <a:pt x="205" y="106"/>
                    <a:pt x="200" y="99"/>
                  </a:cubicBezTo>
                  <a:cubicBezTo>
                    <a:pt x="199" y="99"/>
                    <a:pt x="195" y="95"/>
                    <a:pt x="187" y="93"/>
                  </a:cubicBezTo>
                  <a:lnTo>
                    <a:pt x="187" y="154"/>
                  </a:lnTo>
                  <a:cubicBezTo>
                    <a:pt x="191" y="155"/>
                    <a:pt x="195" y="156"/>
                    <a:pt x="198" y="158"/>
                  </a:cubicBezTo>
                  <a:cubicBezTo>
                    <a:pt x="228" y="168"/>
                    <a:pt x="244" y="195"/>
                    <a:pt x="239" y="226"/>
                  </a:cubicBezTo>
                  <a:cubicBezTo>
                    <a:pt x="235" y="250"/>
                    <a:pt x="216" y="274"/>
                    <a:pt x="187" y="281"/>
                  </a:cubicBezTo>
                  <a:lnTo>
                    <a:pt x="187" y="295"/>
                  </a:lnTo>
                  <a:cubicBezTo>
                    <a:pt x="187" y="304"/>
                    <a:pt x="181" y="311"/>
                    <a:pt x="172" y="311"/>
                  </a:cubicBezTo>
                  <a:cubicBezTo>
                    <a:pt x="164" y="311"/>
                    <a:pt x="157" y="304"/>
                    <a:pt x="157" y="295"/>
                  </a:cubicBezTo>
                  <a:lnTo>
                    <a:pt x="157" y="282"/>
                  </a:lnTo>
                  <a:cubicBezTo>
                    <a:pt x="142" y="281"/>
                    <a:pt x="130" y="278"/>
                    <a:pt x="113" y="267"/>
                  </a:cubicBezTo>
                  <a:cubicBezTo>
                    <a:pt x="106" y="262"/>
                    <a:pt x="104" y="253"/>
                    <a:pt x="109" y="246"/>
                  </a:cubicBezTo>
                  <a:moveTo>
                    <a:pt x="173" y="346"/>
                  </a:moveTo>
                  <a:cubicBezTo>
                    <a:pt x="269" y="346"/>
                    <a:pt x="346" y="269"/>
                    <a:pt x="346" y="173"/>
                  </a:cubicBezTo>
                  <a:cubicBezTo>
                    <a:pt x="346" y="78"/>
                    <a:pt x="269" y="0"/>
                    <a:pt x="173" y="0"/>
                  </a:cubicBezTo>
                  <a:cubicBezTo>
                    <a:pt x="78" y="0"/>
                    <a:pt x="0" y="78"/>
                    <a:pt x="0" y="173"/>
                  </a:cubicBezTo>
                  <a:cubicBezTo>
                    <a:pt x="0" y="269"/>
                    <a:pt x="78" y="346"/>
                    <a:pt x="173" y="346"/>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33" name="Google Shape;2533;p53"/>
            <p:cNvSpPr/>
            <p:nvPr/>
          </p:nvSpPr>
          <p:spPr>
            <a:xfrm>
              <a:off x="8681040" y="4304520"/>
              <a:ext cx="375480" cy="227520"/>
            </a:xfrm>
            <a:custGeom>
              <a:rect b="b" l="l" r="r" t="t"/>
              <a:pathLst>
                <a:path extrusionOk="0" h="632" w="1043">
                  <a:moveTo>
                    <a:pt x="358" y="82"/>
                  </a:moveTo>
                  <a:cubicBezTo>
                    <a:pt x="487" y="82"/>
                    <a:pt x="592" y="187"/>
                    <a:pt x="592" y="316"/>
                  </a:cubicBezTo>
                  <a:cubicBezTo>
                    <a:pt x="592" y="445"/>
                    <a:pt x="487" y="550"/>
                    <a:pt x="358" y="550"/>
                  </a:cubicBezTo>
                  <a:cubicBezTo>
                    <a:pt x="229" y="550"/>
                    <a:pt x="124" y="445"/>
                    <a:pt x="124" y="316"/>
                  </a:cubicBezTo>
                  <a:cubicBezTo>
                    <a:pt x="124" y="187"/>
                    <a:pt x="229" y="82"/>
                    <a:pt x="358" y="82"/>
                  </a:cubicBezTo>
                  <a:moveTo>
                    <a:pt x="684" y="408"/>
                  </a:moveTo>
                  <a:lnTo>
                    <a:pt x="888" y="408"/>
                  </a:lnTo>
                  <a:cubicBezTo>
                    <a:pt x="905" y="408"/>
                    <a:pt x="918" y="421"/>
                    <a:pt x="918" y="438"/>
                  </a:cubicBezTo>
                  <a:cubicBezTo>
                    <a:pt x="918" y="455"/>
                    <a:pt x="905" y="469"/>
                    <a:pt x="888" y="469"/>
                  </a:cubicBezTo>
                  <a:lnTo>
                    <a:pt x="684" y="469"/>
                  </a:lnTo>
                  <a:cubicBezTo>
                    <a:pt x="667" y="469"/>
                    <a:pt x="654" y="455"/>
                    <a:pt x="654" y="438"/>
                  </a:cubicBezTo>
                  <a:cubicBezTo>
                    <a:pt x="654" y="421"/>
                    <a:pt x="667" y="408"/>
                    <a:pt x="684" y="408"/>
                  </a:cubicBezTo>
                  <a:moveTo>
                    <a:pt x="684" y="286"/>
                  </a:moveTo>
                  <a:lnTo>
                    <a:pt x="888" y="286"/>
                  </a:lnTo>
                  <a:cubicBezTo>
                    <a:pt x="905" y="286"/>
                    <a:pt x="918" y="299"/>
                    <a:pt x="918" y="316"/>
                  </a:cubicBezTo>
                  <a:cubicBezTo>
                    <a:pt x="918" y="333"/>
                    <a:pt x="905" y="347"/>
                    <a:pt x="888" y="347"/>
                  </a:cubicBezTo>
                  <a:lnTo>
                    <a:pt x="684" y="347"/>
                  </a:lnTo>
                  <a:cubicBezTo>
                    <a:pt x="667" y="347"/>
                    <a:pt x="654" y="333"/>
                    <a:pt x="654" y="316"/>
                  </a:cubicBezTo>
                  <a:cubicBezTo>
                    <a:pt x="654" y="299"/>
                    <a:pt x="667" y="286"/>
                    <a:pt x="684" y="286"/>
                  </a:cubicBezTo>
                  <a:moveTo>
                    <a:pt x="684" y="163"/>
                  </a:moveTo>
                  <a:lnTo>
                    <a:pt x="888" y="163"/>
                  </a:lnTo>
                  <a:cubicBezTo>
                    <a:pt x="905" y="163"/>
                    <a:pt x="918" y="177"/>
                    <a:pt x="918" y="194"/>
                  </a:cubicBezTo>
                  <a:cubicBezTo>
                    <a:pt x="918" y="211"/>
                    <a:pt x="905" y="224"/>
                    <a:pt x="888" y="224"/>
                  </a:cubicBezTo>
                  <a:lnTo>
                    <a:pt x="684" y="224"/>
                  </a:lnTo>
                  <a:cubicBezTo>
                    <a:pt x="667" y="224"/>
                    <a:pt x="654" y="211"/>
                    <a:pt x="654" y="194"/>
                  </a:cubicBezTo>
                  <a:cubicBezTo>
                    <a:pt x="654" y="177"/>
                    <a:pt x="667" y="163"/>
                    <a:pt x="684" y="163"/>
                  </a:cubicBezTo>
                  <a:moveTo>
                    <a:pt x="0" y="540"/>
                  </a:moveTo>
                  <a:cubicBezTo>
                    <a:pt x="0" y="591"/>
                    <a:pt x="41" y="632"/>
                    <a:pt x="91" y="632"/>
                  </a:cubicBezTo>
                  <a:lnTo>
                    <a:pt x="951" y="632"/>
                  </a:lnTo>
                  <a:cubicBezTo>
                    <a:pt x="1001" y="632"/>
                    <a:pt x="1043" y="591"/>
                    <a:pt x="1043" y="540"/>
                  </a:cubicBezTo>
                  <a:lnTo>
                    <a:pt x="1043" y="0"/>
                  </a:lnTo>
                  <a:lnTo>
                    <a:pt x="0" y="0"/>
                  </a:lnTo>
                  <a:lnTo>
                    <a:pt x="0" y="54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34" name="Google Shape;2534;p53"/>
            <p:cNvSpPr/>
            <p:nvPr/>
          </p:nvSpPr>
          <p:spPr>
            <a:xfrm>
              <a:off x="8681040" y="4156560"/>
              <a:ext cx="375480" cy="126000"/>
            </a:xfrm>
            <a:custGeom>
              <a:rect b="b" l="l" r="r" t="t"/>
              <a:pathLst>
                <a:path extrusionOk="0" h="350" w="1043">
                  <a:moveTo>
                    <a:pt x="951" y="122"/>
                  </a:moveTo>
                  <a:lnTo>
                    <a:pt x="898" y="122"/>
                  </a:lnTo>
                  <a:lnTo>
                    <a:pt x="898" y="214"/>
                  </a:lnTo>
                  <a:cubicBezTo>
                    <a:pt x="898" y="264"/>
                    <a:pt x="857" y="306"/>
                    <a:pt x="806" y="306"/>
                  </a:cubicBezTo>
                  <a:cubicBezTo>
                    <a:pt x="789" y="306"/>
                    <a:pt x="776" y="292"/>
                    <a:pt x="776" y="275"/>
                  </a:cubicBezTo>
                  <a:cubicBezTo>
                    <a:pt x="776" y="258"/>
                    <a:pt x="789" y="244"/>
                    <a:pt x="806" y="244"/>
                  </a:cubicBezTo>
                  <a:cubicBezTo>
                    <a:pt x="823" y="244"/>
                    <a:pt x="837" y="231"/>
                    <a:pt x="837" y="214"/>
                  </a:cubicBezTo>
                  <a:lnTo>
                    <a:pt x="837" y="122"/>
                  </a:lnTo>
                  <a:lnTo>
                    <a:pt x="776" y="122"/>
                  </a:lnTo>
                  <a:lnTo>
                    <a:pt x="776" y="92"/>
                  </a:lnTo>
                  <a:cubicBezTo>
                    <a:pt x="776" y="75"/>
                    <a:pt x="790" y="61"/>
                    <a:pt x="806" y="61"/>
                  </a:cubicBezTo>
                  <a:cubicBezTo>
                    <a:pt x="823" y="61"/>
                    <a:pt x="837" y="75"/>
                    <a:pt x="837" y="92"/>
                  </a:cubicBezTo>
                  <a:lnTo>
                    <a:pt x="837" y="122"/>
                  </a:lnTo>
                  <a:lnTo>
                    <a:pt x="898" y="122"/>
                  </a:lnTo>
                  <a:lnTo>
                    <a:pt x="898" y="92"/>
                  </a:lnTo>
                  <a:cubicBezTo>
                    <a:pt x="898" y="41"/>
                    <a:pt x="857" y="0"/>
                    <a:pt x="806" y="0"/>
                  </a:cubicBezTo>
                  <a:cubicBezTo>
                    <a:pt x="756" y="0"/>
                    <a:pt x="715" y="41"/>
                    <a:pt x="715" y="92"/>
                  </a:cubicBezTo>
                  <a:lnTo>
                    <a:pt x="715" y="122"/>
                  </a:lnTo>
                  <a:lnTo>
                    <a:pt x="613" y="122"/>
                  </a:lnTo>
                  <a:lnTo>
                    <a:pt x="613" y="214"/>
                  </a:lnTo>
                  <a:cubicBezTo>
                    <a:pt x="613" y="264"/>
                    <a:pt x="572" y="306"/>
                    <a:pt x="521" y="306"/>
                  </a:cubicBezTo>
                  <a:cubicBezTo>
                    <a:pt x="504" y="306"/>
                    <a:pt x="491" y="292"/>
                    <a:pt x="491" y="275"/>
                  </a:cubicBezTo>
                  <a:cubicBezTo>
                    <a:pt x="491" y="258"/>
                    <a:pt x="504" y="244"/>
                    <a:pt x="521" y="244"/>
                  </a:cubicBezTo>
                  <a:cubicBezTo>
                    <a:pt x="538" y="244"/>
                    <a:pt x="552" y="231"/>
                    <a:pt x="552" y="214"/>
                  </a:cubicBezTo>
                  <a:lnTo>
                    <a:pt x="552" y="122"/>
                  </a:lnTo>
                  <a:lnTo>
                    <a:pt x="491" y="122"/>
                  </a:lnTo>
                  <a:lnTo>
                    <a:pt x="491" y="92"/>
                  </a:lnTo>
                  <a:cubicBezTo>
                    <a:pt x="491" y="75"/>
                    <a:pt x="504" y="61"/>
                    <a:pt x="521" y="61"/>
                  </a:cubicBezTo>
                  <a:cubicBezTo>
                    <a:pt x="538" y="61"/>
                    <a:pt x="552" y="75"/>
                    <a:pt x="552" y="92"/>
                  </a:cubicBezTo>
                  <a:lnTo>
                    <a:pt x="552" y="122"/>
                  </a:lnTo>
                  <a:lnTo>
                    <a:pt x="613" y="122"/>
                  </a:lnTo>
                  <a:lnTo>
                    <a:pt x="613" y="92"/>
                  </a:lnTo>
                  <a:cubicBezTo>
                    <a:pt x="613" y="41"/>
                    <a:pt x="572" y="0"/>
                    <a:pt x="521" y="0"/>
                  </a:cubicBezTo>
                  <a:cubicBezTo>
                    <a:pt x="471" y="0"/>
                    <a:pt x="430" y="41"/>
                    <a:pt x="430" y="92"/>
                  </a:cubicBezTo>
                  <a:lnTo>
                    <a:pt x="430" y="122"/>
                  </a:lnTo>
                  <a:lnTo>
                    <a:pt x="328" y="122"/>
                  </a:lnTo>
                  <a:lnTo>
                    <a:pt x="328" y="214"/>
                  </a:lnTo>
                  <a:cubicBezTo>
                    <a:pt x="328" y="264"/>
                    <a:pt x="287" y="306"/>
                    <a:pt x="236" y="306"/>
                  </a:cubicBezTo>
                  <a:cubicBezTo>
                    <a:pt x="219" y="306"/>
                    <a:pt x="206" y="292"/>
                    <a:pt x="206" y="275"/>
                  </a:cubicBezTo>
                  <a:cubicBezTo>
                    <a:pt x="206" y="258"/>
                    <a:pt x="219" y="244"/>
                    <a:pt x="236" y="244"/>
                  </a:cubicBezTo>
                  <a:cubicBezTo>
                    <a:pt x="253" y="244"/>
                    <a:pt x="267" y="231"/>
                    <a:pt x="267" y="214"/>
                  </a:cubicBezTo>
                  <a:lnTo>
                    <a:pt x="267" y="122"/>
                  </a:lnTo>
                  <a:lnTo>
                    <a:pt x="206" y="122"/>
                  </a:lnTo>
                  <a:lnTo>
                    <a:pt x="206" y="92"/>
                  </a:lnTo>
                  <a:cubicBezTo>
                    <a:pt x="206" y="75"/>
                    <a:pt x="219" y="61"/>
                    <a:pt x="236" y="61"/>
                  </a:cubicBezTo>
                  <a:cubicBezTo>
                    <a:pt x="253" y="61"/>
                    <a:pt x="267" y="75"/>
                    <a:pt x="267" y="92"/>
                  </a:cubicBezTo>
                  <a:lnTo>
                    <a:pt x="267" y="122"/>
                  </a:lnTo>
                  <a:lnTo>
                    <a:pt x="328" y="122"/>
                  </a:lnTo>
                  <a:lnTo>
                    <a:pt x="328" y="92"/>
                  </a:lnTo>
                  <a:cubicBezTo>
                    <a:pt x="328" y="41"/>
                    <a:pt x="287" y="0"/>
                    <a:pt x="236" y="0"/>
                  </a:cubicBezTo>
                  <a:cubicBezTo>
                    <a:pt x="186" y="0"/>
                    <a:pt x="144" y="41"/>
                    <a:pt x="144" y="92"/>
                  </a:cubicBezTo>
                  <a:lnTo>
                    <a:pt x="144" y="122"/>
                  </a:lnTo>
                  <a:lnTo>
                    <a:pt x="91" y="122"/>
                  </a:lnTo>
                  <a:cubicBezTo>
                    <a:pt x="41" y="122"/>
                    <a:pt x="0" y="163"/>
                    <a:pt x="0" y="214"/>
                  </a:cubicBezTo>
                  <a:lnTo>
                    <a:pt x="0" y="350"/>
                  </a:lnTo>
                  <a:lnTo>
                    <a:pt x="1043" y="350"/>
                  </a:lnTo>
                  <a:lnTo>
                    <a:pt x="1043" y="214"/>
                  </a:lnTo>
                  <a:cubicBezTo>
                    <a:pt x="1043" y="163"/>
                    <a:pt x="1001" y="122"/>
                    <a:pt x="951" y="122"/>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8" name="Shape 2538"/>
        <p:cNvGrpSpPr/>
        <p:nvPr/>
      </p:nvGrpSpPr>
      <p:grpSpPr>
        <a:xfrm>
          <a:off x="0" y="0"/>
          <a:ext cx="0" cy="0"/>
          <a:chOff x="0" y="0"/>
          <a:chExt cx="0" cy="0"/>
        </a:xfrm>
      </p:grpSpPr>
      <p:sp>
        <p:nvSpPr>
          <p:cNvPr id="2539" name="Google Shape;2539;p54"/>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2540" name="Google Shape;2540;p54"/>
          <p:cNvSpPr txBox="1"/>
          <p:nvPr>
            <p:ph idx="1" type="body"/>
          </p:nvPr>
        </p:nvSpPr>
        <p:spPr>
          <a:xfrm>
            <a:off x="720000" y="1203200"/>
            <a:ext cx="7704000" cy="3400500"/>
          </a:xfrm>
          <a:prstGeom prst="rect">
            <a:avLst/>
          </a:prstGeom>
        </p:spPr>
        <p:txBody>
          <a:bodyPr anchorCtr="0" anchor="t" bIns="91425" lIns="91425" spcFirstLastPara="1" rIns="91425" wrap="square" tIns="91425">
            <a:noAutofit/>
          </a:bodyPr>
          <a:lstStyle/>
          <a:p>
            <a:pPr indent="-91440" lvl="0" marL="91440" rtl="0" algn="l">
              <a:spcBef>
                <a:spcPts val="0"/>
              </a:spcBef>
              <a:spcAft>
                <a:spcPts val="0"/>
              </a:spcAft>
              <a:buNone/>
            </a:pPr>
            <a:r>
              <a:rPr lang="en"/>
              <a:t>Here’s an assortment of alternative resources whose style fits that of this template:</a:t>
            </a:r>
            <a:endParaRPr/>
          </a:p>
          <a:p>
            <a:pPr indent="-91440" lvl="0" marL="91440" rtl="0" algn="l">
              <a:lnSpc>
                <a:spcPct val="100000"/>
              </a:lnSpc>
              <a:spcBef>
                <a:spcPts val="300"/>
              </a:spcBef>
              <a:spcAft>
                <a:spcPts val="0"/>
              </a:spcAft>
              <a:buNone/>
            </a:pPr>
            <a:r>
              <a:t/>
            </a:r>
            <a:endParaRPr/>
          </a:p>
          <a:p>
            <a:pPr indent="-91440" lvl="0" marL="91440" rtl="0" algn="l">
              <a:spcBef>
                <a:spcPts val="300"/>
              </a:spcBef>
              <a:spcAft>
                <a:spcPts val="0"/>
              </a:spcAft>
              <a:buNone/>
            </a:pPr>
            <a:r>
              <a:rPr b="1" lang="en"/>
              <a:t>Photos</a:t>
            </a:r>
            <a:endParaRPr b="1"/>
          </a:p>
          <a:p>
            <a:pPr indent="-167640" lvl="0" marL="91440" rtl="0" algn="l">
              <a:spcBef>
                <a:spcPts val="300"/>
              </a:spcBef>
              <a:spcAft>
                <a:spcPts val="0"/>
              </a:spcAft>
              <a:buSzPts val="1200"/>
              <a:buChar char="●"/>
            </a:pPr>
            <a:r>
              <a:rPr lang="en" u="sng">
                <a:solidFill>
                  <a:schemeClr val="hlink"/>
                </a:solidFill>
                <a:hlinkClick r:id="rId3"/>
              </a:rPr>
              <a:t>Team meeting at office</a:t>
            </a:r>
            <a:endParaRPr/>
          </a:p>
          <a:p>
            <a:pPr indent="-91440" lvl="0" marL="91440" rtl="0" algn="l">
              <a:spcBef>
                <a:spcPts val="300"/>
              </a:spcBef>
              <a:spcAft>
                <a:spcPts val="0"/>
              </a:spcAft>
              <a:buNone/>
            </a:pPr>
            <a:r>
              <a:t/>
            </a:r>
            <a:endParaRPr b="1"/>
          </a:p>
          <a:p>
            <a:pPr indent="-91440" lvl="0" marL="91440" rtl="0" algn="l">
              <a:spcBef>
                <a:spcPts val="300"/>
              </a:spcBef>
              <a:spcAft>
                <a:spcPts val="0"/>
              </a:spcAft>
              <a:buNone/>
            </a:pPr>
            <a:r>
              <a:rPr b="1" lang="en"/>
              <a:t>Vectors</a:t>
            </a:r>
            <a:endParaRPr b="1"/>
          </a:p>
          <a:p>
            <a:pPr indent="-167640" lvl="0" marL="91440" rtl="0" algn="l">
              <a:spcBef>
                <a:spcPts val="300"/>
              </a:spcBef>
              <a:spcAft>
                <a:spcPts val="0"/>
              </a:spcAft>
              <a:buSzPts val="1200"/>
              <a:buChar char="●"/>
            </a:pPr>
            <a:r>
              <a:rPr lang="en" u="sng">
                <a:solidFill>
                  <a:schemeClr val="hlink"/>
                </a:solidFill>
                <a:hlinkClick r:id="rId4"/>
              </a:rPr>
              <a:t>Memphis style business card templates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4" name="Shape 2544"/>
        <p:cNvGrpSpPr/>
        <p:nvPr/>
      </p:nvGrpSpPr>
      <p:grpSpPr>
        <a:xfrm>
          <a:off x="0" y="0"/>
          <a:ext cx="0" cy="0"/>
          <a:chOff x="0" y="0"/>
          <a:chExt cx="0" cy="0"/>
        </a:xfrm>
      </p:grpSpPr>
      <p:sp>
        <p:nvSpPr>
          <p:cNvPr id="2545" name="Google Shape;2545;p55"/>
          <p:cNvSpPr txBox="1"/>
          <p:nvPr>
            <p:ph type="title"/>
          </p:nvPr>
        </p:nvSpPr>
        <p:spPr>
          <a:xfrm>
            <a:off x="720000" y="550550"/>
            <a:ext cx="67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546" name="Google Shape;2546;p55"/>
          <p:cNvSpPr txBox="1"/>
          <p:nvPr>
            <p:ph idx="1" type="body"/>
          </p:nvPr>
        </p:nvSpPr>
        <p:spPr>
          <a:xfrm>
            <a:off x="720000" y="1203200"/>
            <a:ext cx="7704000" cy="3400500"/>
          </a:xfrm>
          <a:prstGeom prst="rect">
            <a:avLst/>
          </a:prstGeom>
        </p:spPr>
        <p:txBody>
          <a:bodyPr anchorCtr="0" anchor="t" bIns="91425" lIns="91425" spcFirstLastPara="1" rIns="91425" wrap="square" tIns="91425">
            <a:noAutofit/>
          </a:bodyPr>
          <a:lstStyle/>
          <a:p>
            <a:pPr indent="-91440" lvl="0" marL="91440" rtl="0" algn="l">
              <a:spcBef>
                <a:spcPts val="0"/>
              </a:spcBef>
              <a:spcAft>
                <a:spcPts val="0"/>
              </a:spcAft>
              <a:buNone/>
            </a:pPr>
            <a:r>
              <a:rPr lang="en"/>
              <a:t>Did you like the resources in this template? Get them on these websites:</a:t>
            </a:r>
            <a:endParaRPr/>
          </a:p>
          <a:p>
            <a:pPr indent="-91440" lvl="0" marL="91440" rtl="0" algn="l">
              <a:lnSpc>
                <a:spcPct val="100000"/>
              </a:lnSpc>
              <a:spcBef>
                <a:spcPts val="0"/>
              </a:spcBef>
              <a:spcAft>
                <a:spcPts val="0"/>
              </a:spcAft>
              <a:buClr>
                <a:schemeClr val="dk1"/>
              </a:buClr>
              <a:buSzPts val="1100"/>
              <a:buFont typeface="Arial"/>
              <a:buNone/>
            </a:pPr>
            <a:r>
              <a:t/>
            </a:r>
            <a:endParaRPr>
              <a:solidFill>
                <a:schemeClr val="dk1"/>
              </a:solidFill>
            </a:endParaRPr>
          </a:p>
          <a:p>
            <a:pPr indent="-91440" lvl="0" marL="91440" rtl="0" algn="l">
              <a:spcBef>
                <a:spcPts val="0"/>
              </a:spcBef>
              <a:spcAft>
                <a:spcPts val="0"/>
              </a:spcAft>
              <a:buNone/>
            </a:pPr>
            <a:r>
              <a:rPr b="1" lang="en"/>
              <a:t>Photos</a:t>
            </a:r>
            <a:endParaRPr b="1"/>
          </a:p>
          <a:p>
            <a:pPr indent="-167640" lvl="0" marL="91440" rtl="0" algn="l">
              <a:spcBef>
                <a:spcPts val="0"/>
              </a:spcBef>
              <a:spcAft>
                <a:spcPts val="0"/>
              </a:spcAft>
              <a:buSzPts val="1200"/>
              <a:buChar char="●"/>
            </a:pPr>
            <a:r>
              <a:rPr lang="en" u="sng">
                <a:solidFill>
                  <a:schemeClr val="hlink"/>
                </a:solidFill>
                <a:hlinkClick r:id="rId3"/>
              </a:rPr>
              <a:t>High angle women working together at office</a:t>
            </a:r>
            <a:endParaRPr>
              <a:solidFill>
                <a:schemeClr val="lt1"/>
              </a:solidFill>
            </a:endParaRPr>
          </a:p>
          <a:p>
            <a:pPr indent="-91440" lvl="0" marL="91440" rtl="0" algn="l">
              <a:spcBef>
                <a:spcPts val="0"/>
              </a:spcBef>
              <a:spcAft>
                <a:spcPts val="0"/>
              </a:spcAft>
              <a:buNone/>
            </a:pPr>
            <a:r>
              <a:t/>
            </a:r>
            <a:endParaRPr>
              <a:solidFill>
                <a:schemeClr val="lt1"/>
              </a:solidFill>
            </a:endParaRPr>
          </a:p>
          <a:p>
            <a:pPr indent="-91440" lvl="0" marL="91440" rtl="0" algn="l">
              <a:spcBef>
                <a:spcPts val="0"/>
              </a:spcBef>
              <a:spcAft>
                <a:spcPts val="0"/>
              </a:spcAft>
              <a:buNone/>
            </a:pPr>
            <a:r>
              <a:rPr b="1" lang="en"/>
              <a:t>Icons</a:t>
            </a:r>
            <a:endParaRPr b="1"/>
          </a:p>
          <a:p>
            <a:pPr indent="-167640" lvl="0" marL="91440" rtl="0" algn="l">
              <a:spcBef>
                <a:spcPts val="0"/>
              </a:spcBef>
              <a:spcAft>
                <a:spcPts val="0"/>
              </a:spcAft>
              <a:buSzPts val="1200"/>
              <a:buChar char="●"/>
            </a:pPr>
            <a:r>
              <a:rPr lang="en" u="sng">
                <a:solidFill>
                  <a:schemeClr val="hlink"/>
                </a:solidFill>
                <a:hlinkClick r:id="rId4"/>
              </a:rPr>
              <a:t>Pack Icon: Digital Nomad | Filled</a:t>
            </a:r>
            <a:endParaRPr>
              <a:solidFill>
                <a:schemeClr val="lt1"/>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50" name="Shape 2550"/>
        <p:cNvGrpSpPr/>
        <p:nvPr/>
      </p:nvGrpSpPr>
      <p:grpSpPr>
        <a:xfrm>
          <a:off x="0" y="0"/>
          <a:ext cx="0" cy="0"/>
          <a:chOff x="0" y="0"/>
          <a:chExt cx="0" cy="0"/>
        </a:xfrm>
      </p:grpSpPr>
      <p:sp>
        <p:nvSpPr>
          <p:cNvPr id="2551" name="Google Shape;2551;p5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552" name="Google Shape;2552;p56"/>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56" name="Shape 2556"/>
        <p:cNvGrpSpPr/>
        <p:nvPr/>
      </p:nvGrpSpPr>
      <p:grpSpPr>
        <a:xfrm>
          <a:off x="0" y="0"/>
          <a:ext cx="0" cy="0"/>
          <a:chOff x="0" y="0"/>
          <a:chExt cx="0" cy="0"/>
        </a:xfrm>
      </p:grpSpPr>
      <p:sp>
        <p:nvSpPr>
          <p:cNvPr id="2557" name="Google Shape;2557;p57"/>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2558" name="Google Shape;2558;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62" name="Shape 2562"/>
        <p:cNvGrpSpPr/>
        <p:nvPr/>
      </p:nvGrpSpPr>
      <p:grpSpPr>
        <a:xfrm>
          <a:off x="0" y="0"/>
          <a:ext cx="0" cy="0"/>
          <a:chOff x="0" y="0"/>
          <a:chExt cx="0" cy="0"/>
        </a:xfrm>
      </p:grpSpPr>
      <p:sp>
        <p:nvSpPr>
          <p:cNvPr id="2563" name="Google Shape;2563;p58"/>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rgbClr val="EFEFEF"/>
                </a:solidFill>
              </a:rPr>
              <a:t>This presentation has been made using the following fonts:</a:t>
            </a:r>
            <a:endParaRPr sz="1100">
              <a:solidFill>
                <a:srgbClr val="EFEFEF"/>
              </a:solidFill>
            </a:endParaRPr>
          </a:p>
          <a:p>
            <a:pPr indent="0" lvl="0" marL="0" rtl="0" algn="ctr">
              <a:lnSpc>
                <a:spcPct val="100000"/>
              </a:lnSpc>
              <a:spcBef>
                <a:spcPts val="1000"/>
              </a:spcBef>
              <a:spcAft>
                <a:spcPts val="0"/>
              </a:spcAft>
              <a:buNone/>
            </a:pPr>
            <a:r>
              <a:rPr b="1" lang="en" sz="1100">
                <a:solidFill>
                  <a:srgbClr val="EFEFEF"/>
                </a:solidFill>
              </a:rPr>
              <a:t>Raleway</a:t>
            </a:r>
            <a:endParaRPr b="1" sz="1100">
              <a:solidFill>
                <a:srgbClr val="EFEFEF"/>
              </a:solidFill>
            </a:endParaRPr>
          </a:p>
          <a:p>
            <a:pPr indent="0" lvl="0" marL="0" rtl="0" algn="ctr">
              <a:lnSpc>
                <a:spcPct val="100000"/>
              </a:lnSpc>
              <a:spcBef>
                <a:spcPts val="0"/>
              </a:spcBef>
              <a:spcAft>
                <a:spcPts val="0"/>
              </a:spcAft>
              <a:buNone/>
            </a:pPr>
            <a:r>
              <a:rPr b="1" lang="en" sz="1100">
                <a:solidFill>
                  <a:srgbClr val="EFEFEF"/>
                </a:solidFill>
              </a:rPr>
              <a:t>(</a:t>
            </a:r>
            <a:r>
              <a:rPr b="1" lang="en" sz="1100" u="sng">
                <a:solidFill>
                  <a:srgbClr val="EFEFEF"/>
                </a:solidFill>
                <a:hlinkClick r:id="rId3">
                  <a:extLst>
                    <a:ext uri="{A12FA001-AC4F-418D-AE19-62706E023703}">
                      <ahyp:hlinkClr val="tx"/>
                    </a:ext>
                  </a:extLst>
                </a:hlinkClick>
              </a:rPr>
              <a:t>https://fonts.google.com/specimen/Raleway</a:t>
            </a:r>
            <a:r>
              <a:rPr b="1" lang="en" sz="1100">
                <a:solidFill>
                  <a:srgbClr val="EFEFEF"/>
                </a:solidFill>
              </a:rPr>
              <a:t>)</a:t>
            </a:r>
            <a:endParaRPr b="1" sz="1100">
              <a:solidFill>
                <a:srgbClr val="EFEFEF"/>
              </a:solidFill>
            </a:endParaRPr>
          </a:p>
          <a:p>
            <a:pPr indent="0" lvl="0" marL="0" rtl="0" algn="ctr">
              <a:lnSpc>
                <a:spcPct val="100000"/>
              </a:lnSpc>
              <a:spcBef>
                <a:spcPts val="0"/>
              </a:spcBef>
              <a:spcAft>
                <a:spcPts val="0"/>
              </a:spcAft>
              <a:buNone/>
            </a:pPr>
            <a:r>
              <a:t/>
            </a:r>
            <a:endParaRPr b="1" sz="1100">
              <a:solidFill>
                <a:srgbClr val="EFEFEF"/>
              </a:solidFill>
            </a:endParaRPr>
          </a:p>
          <a:p>
            <a:pPr indent="0" lvl="0" marL="0" rtl="0" algn="ctr">
              <a:lnSpc>
                <a:spcPct val="100000"/>
              </a:lnSpc>
              <a:spcBef>
                <a:spcPts val="0"/>
              </a:spcBef>
              <a:spcAft>
                <a:spcPts val="0"/>
              </a:spcAft>
              <a:buNone/>
            </a:pPr>
            <a:r>
              <a:rPr b="1" lang="en" sz="1100">
                <a:solidFill>
                  <a:srgbClr val="EFEFEF"/>
                </a:solidFill>
              </a:rPr>
              <a:t>Open Sans</a:t>
            </a:r>
            <a:endParaRPr b="1" sz="1100">
              <a:solidFill>
                <a:srgbClr val="EFEFEF"/>
              </a:solidFill>
            </a:endParaRPr>
          </a:p>
          <a:p>
            <a:pPr indent="0" lvl="0" marL="0" rtl="0" algn="ctr">
              <a:lnSpc>
                <a:spcPct val="100000"/>
              </a:lnSpc>
              <a:spcBef>
                <a:spcPts val="0"/>
              </a:spcBef>
              <a:spcAft>
                <a:spcPts val="0"/>
              </a:spcAft>
              <a:buNone/>
            </a:pPr>
            <a:r>
              <a:rPr b="1" lang="en" sz="1100">
                <a:solidFill>
                  <a:srgbClr val="EFEFEF"/>
                </a:solidFill>
              </a:rPr>
              <a:t>(</a:t>
            </a:r>
            <a:r>
              <a:rPr b="1" lang="en" sz="1100" u="sng">
                <a:solidFill>
                  <a:srgbClr val="EFEFEF"/>
                </a:solidFill>
                <a:hlinkClick r:id="rId4">
                  <a:extLst>
                    <a:ext uri="{A12FA001-AC4F-418D-AE19-62706E023703}">
                      <ahyp:hlinkClr val="tx"/>
                    </a:ext>
                  </a:extLst>
                </a:hlinkClick>
              </a:rPr>
              <a:t>https://fonts.google.com/specimen/Open+Sans</a:t>
            </a:r>
            <a:r>
              <a:rPr b="1" lang="en" sz="1100">
                <a:solidFill>
                  <a:srgbClr val="EFEFEF"/>
                </a:solidFill>
              </a:rPr>
              <a:t>)</a:t>
            </a:r>
            <a:endParaRPr b="1" sz="1100">
              <a:solidFill>
                <a:srgbClr val="EFEFEF"/>
              </a:solidFill>
            </a:endParaRPr>
          </a:p>
          <a:p>
            <a:pPr indent="0" lvl="0" marL="0" rtl="0" algn="l">
              <a:lnSpc>
                <a:spcPct val="100000"/>
              </a:lnSpc>
              <a:spcBef>
                <a:spcPts val="0"/>
              </a:spcBef>
              <a:spcAft>
                <a:spcPts val="0"/>
              </a:spcAft>
              <a:buNone/>
            </a:pPr>
            <a:r>
              <a:t/>
            </a:r>
            <a:endParaRPr sz="1100">
              <a:solidFill>
                <a:srgbClr val="EFEFEF"/>
              </a:solidFill>
            </a:endParaRPr>
          </a:p>
        </p:txBody>
      </p:sp>
      <p:sp>
        <p:nvSpPr>
          <p:cNvPr id="2564" name="Google Shape;2564;p58"/>
          <p:cNvSpPr/>
          <p:nvPr/>
        </p:nvSpPr>
        <p:spPr>
          <a:xfrm>
            <a:off x="2052650" y="2947175"/>
            <a:ext cx="791400" cy="754200"/>
          </a:xfrm>
          <a:prstGeom prst="roundRect">
            <a:avLst>
              <a:gd fmla="val 16667" name="adj"/>
            </a:avLst>
          </a:prstGeom>
          <a:solidFill>
            <a:srgbClr val="00263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8"/>
          <p:cNvSpPr/>
          <p:nvPr/>
        </p:nvSpPr>
        <p:spPr>
          <a:xfrm>
            <a:off x="3114470" y="2947175"/>
            <a:ext cx="791400" cy="754200"/>
          </a:xfrm>
          <a:prstGeom prst="roundRect">
            <a:avLst>
              <a:gd fmla="val 16667" name="adj"/>
            </a:avLst>
          </a:prstGeom>
          <a:solidFill>
            <a:srgbClr val="0050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8"/>
          <p:cNvSpPr/>
          <p:nvPr/>
        </p:nvSpPr>
        <p:spPr>
          <a:xfrm>
            <a:off x="4176289" y="2947175"/>
            <a:ext cx="791400" cy="754200"/>
          </a:xfrm>
          <a:prstGeom prst="roundRect">
            <a:avLst>
              <a:gd fmla="val 16667" name="adj"/>
            </a:avLst>
          </a:prstGeom>
          <a:solidFill>
            <a:srgbClr val="BFE0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8"/>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#002637</a:t>
            </a:r>
            <a:endParaRPr sz="1000">
              <a:solidFill>
                <a:srgbClr val="FFFFFF"/>
              </a:solidFill>
            </a:endParaRPr>
          </a:p>
        </p:txBody>
      </p:sp>
      <p:sp>
        <p:nvSpPr>
          <p:cNvPr id="2568" name="Google Shape;2568;p58"/>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#005075</a:t>
            </a:r>
            <a:endParaRPr sz="1000">
              <a:solidFill>
                <a:srgbClr val="FFFFFF"/>
              </a:solidFill>
            </a:endParaRPr>
          </a:p>
        </p:txBody>
      </p:sp>
      <p:sp>
        <p:nvSpPr>
          <p:cNvPr id="2569" name="Google Shape;2569;p58"/>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#bfe0f0</a:t>
            </a:r>
            <a:endParaRPr sz="1000"/>
          </a:p>
        </p:txBody>
      </p:sp>
      <p:sp>
        <p:nvSpPr>
          <p:cNvPr id="2570" name="Google Shape;2570;p58"/>
          <p:cNvSpPr/>
          <p:nvPr/>
        </p:nvSpPr>
        <p:spPr>
          <a:xfrm>
            <a:off x="5238125" y="2947175"/>
            <a:ext cx="791400" cy="754200"/>
          </a:xfrm>
          <a:prstGeom prst="roundRect">
            <a:avLst>
              <a:gd fmla="val 16667" name="adj"/>
            </a:avLst>
          </a:prstGeom>
          <a:solidFill>
            <a:srgbClr val="E8F5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8"/>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#e8f5fc</a:t>
            </a:r>
            <a:endParaRPr sz="1000"/>
          </a:p>
        </p:txBody>
      </p:sp>
      <p:sp>
        <p:nvSpPr>
          <p:cNvPr id="2572" name="Google Shape;2572;p58"/>
          <p:cNvSpPr/>
          <p:nvPr/>
        </p:nvSpPr>
        <p:spPr>
          <a:xfrm>
            <a:off x="3645332" y="3878275"/>
            <a:ext cx="791400" cy="754200"/>
          </a:xfrm>
          <a:prstGeom prst="roundRect">
            <a:avLst>
              <a:gd fmla="val 16667" name="adj"/>
            </a:avLst>
          </a:prstGeom>
          <a:solidFill>
            <a:srgbClr val="FFB07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8"/>
          <p:cNvSpPr/>
          <p:nvPr/>
        </p:nvSpPr>
        <p:spPr>
          <a:xfrm>
            <a:off x="4707152"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8"/>
          <p:cNvSpPr txBox="1"/>
          <p:nvPr/>
        </p:nvSpPr>
        <p:spPr>
          <a:xfrm>
            <a:off x="36453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#ffb07f</a:t>
            </a:r>
            <a:endParaRPr sz="1000"/>
          </a:p>
        </p:txBody>
      </p:sp>
      <p:sp>
        <p:nvSpPr>
          <p:cNvPr id="2575" name="Google Shape;2575;p58"/>
          <p:cNvSpPr txBox="1"/>
          <p:nvPr/>
        </p:nvSpPr>
        <p:spPr>
          <a:xfrm>
            <a:off x="47071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2576" name="Google Shape;2576;p58"/>
          <p:cNvSpPr/>
          <p:nvPr/>
        </p:nvSpPr>
        <p:spPr>
          <a:xfrm>
            <a:off x="6299950" y="2947175"/>
            <a:ext cx="791400" cy="754200"/>
          </a:xfrm>
          <a:prstGeom prst="roundRect">
            <a:avLst>
              <a:gd fmla="val 16667" name="adj"/>
            </a:avLst>
          </a:prstGeom>
          <a:solidFill>
            <a:srgbClr val="F480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8"/>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#f48038</a:t>
            </a:r>
            <a:endParaRPr sz="1000">
              <a:solidFill>
                <a:srgbClr val="FFFFFF"/>
              </a:solidFill>
            </a:endParaRPr>
          </a:p>
        </p:txBody>
      </p:sp>
      <p:sp>
        <p:nvSpPr>
          <p:cNvPr id="2578" name="Google Shape;2578;p5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82" name="Shape 2582"/>
        <p:cNvGrpSpPr/>
        <p:nvPr/>
      </p:nvGrpSpPr>
      <p:grpSpPr>
        <a:xfrm>
          <a:off x="0" y="0"/>
          <a:ext cx="0" cy="0"/>
          <a:chOff x="0" y="0"/>
          <a:chExt cx="0" cy="0"/>
        </a:xfrm>
      </p:grpSpPr>
      <p:sp>
        <p:nvSpPr>
          <p:cNvPr id="2583" name="Google Shape;2583;p59"/>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2584" name="Google Shape;2584;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2585" name="Google Shape;2585;p59"/>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2586" name="Google Shape;2586;p59">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2587" name="Google Shape;2587;p59">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2588" name="Google Shape;2588;p59">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2589" name="Google Shape;2589;p59">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2590" name="Google Shape;2590;p59"/>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591" name="Google Shape;2591;p59"/>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2592" name="Google Shape;2592;p59"/>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2593" name="Google Shape;2593;p59"/>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594" name="Google Shape;2594;p59">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98" name="Shape 2598"/>
        <p:cNvGrpSpPr/>
        <p:nvPr/>
      </p:nvGrpSpPr>
      <p:grpSpPr>
        <a:xfrm>
          <a:off x="0" y="0"/>
          <a:ext cx="0" cy="0"/>
          <a:chOff x="0" y="0"/>
          <a:chExt cx="0" cy="0"/>
        </a:xfrm>
      </p:grpSpPr>
      <p:grpSp>
        <p:nvGrpSpPr>
          <p:cNvPr id="2599" name="Google Shape;2599;p60"/>
          <p:cNvGrpSpPr/>
          <p:nvPr/>
        </p:nvGrpSpPr>
        <p:grpSpPr>
          <a:xfrm>
            <a:off x="5048544" y="3019584"/>
            <a:ext cx="442841" cy="514271"/>
            <a:chOff x="4727025" y="1332775"/>
            <a:chExt cx="59900" cy="69625"/>
          </a:xfrm>
        </p:grpSpPr>
        <p:sp>
          <p:nvSpPr>
            <p:cNvPr id="2600" name="Google Shape;2600;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60"/>
          <p:cNvGrpSpPr/>
          <p:nvPr/>
        </p:nvGrpSpPr>
        <p:grpSpPr>
          <a:xfrm>
            <a:off x="5723860" y="2267072"/>
            <a:ext cx="500909" cy="500899"/>
            <a:chOff x="4820425" y="1329900"/>
            <a:chExt cx="70175" cy="70350"/>
          </a:xfrm>
        </p:grpSpPr>
        <p:sp>
          <p:nvSpPr>
            <p:cNvPr id="2603" name="Google Shape;2603;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 name="Google Shape;2607;p60"/>
          <p:cNvGrpSpPr/>
          <p:nvPr/>
        </p:nvGrpSpPr>
        <p:grpSpPr>
          <a:xfrm>
            <a:off x="6376484" y="2278862"/>
            <a:ext cx="538135" cy="493119"/>
            <a:chOff x="4903200" y="1331525"/>
            <a:chExt cx="73575" cy="67425"/>
          </a:xfrm>
        </p:grpSpPr>
        <p:sp>
          <p:nvSpPr>
            <p:cNvPr id="2608" name="Google Shape;2608;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609" name="Google Shape;2609;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 name="Google Shape;2610;p60"/>
          <p:cNvGrpSpPr/>
          <p:nvPr/>
        </p:nvGrpSpPr>
        <p:grpSpPr>
          <a:xfrm>
            <a:off x="5636435" y="3020840"/>
            <a:ext cx="544563" cy="511895"/>
            <a:chOff x="4815575" y="1416800"/>
            <a:chExt cx="73750" cy="71400"/>
          </a:xfrm>
        </p:grpSpPr>
        <p:sp>
          <p:nvSpPr>
            <p:cNvPr id="2611" name="Google Shape;2611;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60"/>
          <p:cNvGrpSpPr/>
          <p:nvPr/>
        </p:nvGrpSpPr>
        <p:grpSpPr>
          <a:xfrm>
            <a:off x="6333060" y="3020546"/>
            <a:ext cx="602914" cy="512477"/>
            <a:chOff x="4902475" y="1418875"/>
            <a:chExt cx="74500" cy="63775"/>
          </a:xfrm>
        </p:grpSpPr>
        <p:sp>
          <p:nvSpPr>
            <p:cNvPr id="2615" name="Google Shape;2615;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0"/>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60"/>
          <p:cNvGrpSpPr/>
          <p:nvPr/>
        </p:nvGrpSpPr>
        <p:grpSpPr>
          <a:xfrm>
            <a:off x="5748932" y="3759785"/>
            <a:ext cx="515391" cy="525699"/>
            <a:chOff x="4818100" y="1507675"/>
            <a:chExt cx="71225" cy="71625"/>
          </a:xfrm>
        </p:grpSpPr>
        <p:sp>
          <p:nvSpPr>
            <p:cNvPr id="2618" name="Google Shape;2618;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60"/>
          <p:cNvGrpSpPr/>
          <p:nvPr/>
        </p:nvGrpSpPr>
        <p:grpSpPr>
          <a:xfrm>
            <a:off x="5087034" y="3781317"/>
            <a:ext cx="522956" cy="489869"/>
            <a:chOff x="4721450" y="1509475"/>
            <a:chExt cx="79350" cy="74325"/>
          </a:xfrm>
        </p:grpSpPr>
        <p:sp>
          <p:nvSpPr>
            <p:cNvPr id="2623" name="Google Shape;2623;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 name="Google Shape;2627;p60"/>
          <p:cNvGrpSpPr/>
          <p:nvPr/>
        </p:nvGrpSpPr>
        <p:grpSpPr>
          <a:xfrm>
            <a:off x="6410277" y="3761069"/>
            <a:ext cx="525704" cy="535436"/>
            <a:chOff x="4906800" y="1507500"/>
            <a:chExt cx="70350" cy="71075"/>
          </a:xfrm>
        </p:grpSpPr>
        <p:sp>
          <p:nvSpPr>
            <p:cNvPr id="2628" name="Google Shape;2628;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 name="Google Shape;2633;p60"/>
          <p:cNvGrpSpPr/>
          <p:nvPr/>
        </p:nvGrpSpPr>
        <p:grpSpPr>
          <a:xfrm>
            <a:off x="4443099" y="2267050"/>
            <a:ext cx="508054" cy="508095"/>
            <a:chOff x="3736598" y="2170606"/>
            <a:chExt cx="404889" cy="404889"/>
          </a:xfrm>
        </p:grpSpPr>
        <p:sp>
          <p:nvSpPr>
            <p:cNvPr id="2634" name="Google Shape;2634;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60"/>
          <p:cNvGrpSpPr/>
          <p:nvPr/>
        </p:nvGrpSpPr>
        <p:grpSpPr>
          <a:xfrm>
            <a:off x="3731139" y="2267145"/>
            <a:ext cx="575790" cy="507904"/>
            <a:chOff x="3161917" y="2170682"/>
            <a:chExt cx="458870" cy="404737"/>
          </a:xfrm>
        </p:grpSpPr>
        <p:sp>
          <p:nvSpPr>
            <p:cNvPr id="2639" name="Google Shape;2639;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640" name="Google Shape;2640;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60"/>
          <p:cNvGrpSpPr/>
          <p:nvPr/>
        </p:nvGrpSpPr>
        <p:grpSpPr>
          <a:xfrm>
            <a:off x="3758669" y="3027517"/>
            <a:ext cx="520730" cy="498567"/>
            <a:chOff x="3179914" y="2889488"/>
            <a:chExt cx="422876" cy="404911"/>
          </a:xfrm>
        </p:grpSpPr>
        <p:sp>
          <p:nvSpPr>
            <p:cNvPr id="2643" name="Google Shape;2643;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60"/>
          <p:cNvGrpSpPr/>
          <p:nvPr/>
        </p:nvGrpSpPr>
        <p:grpSpPr>
          <a:xfrm>
            <a:off x="4387349" y="3027477"/>
            <a:ext cx="516145" cy="498648"/>
            <a:chOff x="3729467" y="2889422"/>
            <a:chExt cx="419153" cy="404977"/>
          </a:xfrm>
        </p:grpSpPr>
        <p:sp>
          <p:nvSpPr>
            <p:cNvPr id="2650" name="Google Shape;2650;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7" name="Google Shape;2657;p60"/>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0"/>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0"/>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0"/>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1" name="Google Shape;2661;p60"/>
          <p:cNvGrpSpPr/>
          <p:nvPr/>
        </p:nvGrpSpPr>
        <p:grpSpPr>
          <a:xfrm>
            <a:off x="7107677" y="2474362"/>
            <a:ext cx="166473" cy="141497"/>
            <a:chOff x="4660325" y="1866850"/>
            <a:chExt cx="68350" cy="58100"/>
          </a:xfrm>
        </p:grpSpPr>
        <p:sp>
          <p:nvSpPr>
            <p:cNvPr id="2662" name="Google Shape;2662;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60"/>
          <p:cNvGrpSpPr/>
          <p:nvPr/>
        </p:nvGrpSpPr>
        <p:grpSpPr>
          <a:xfrm>
            <a:off x="7417022" y="2500086"/>
            <a:ext cx="162515" cy="90049"/>
            <a:chOff x="4791775" y="1877500"/>
            <a:chExt cx="66725" cy="36975"/>
          </a:xfrm>
        </p:grpSpPr>
        <p:sp>
          <p:nvSpPr>
            <p:cNvPr id="2665" name="Google Shape;2665;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60"/>
          <p:cNvGrpSpPr/>
          <p:nvPr/>
        </p:nvGrpSpPr>
        <p:grpSpPr>
          <a:xfrm>
            <a:off x="7738734" y="2500086"/>
            <a:ext cx="144979" cy="90049"/>
            <a:chOff x="4923925" y="1877500"/>
            <a:chExt cx="59525" cy="36975"/>
          </a:xfrm>
        </p:grpSpPr>
        <p:sp>
          <p:nvSpPr>
            <p:cNvPr id="2668" name="Google Shape;2668;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60"/>
          <p:cNvGrpSpPr/>
          <p:nvPr/>
        </p:nvGrpSpPr>
        <p:grpSpPr>
          <a:xfrm>
            <a:off x="8033226" y="2482277"/>
            <a:ext cx="141447" cy="125667"/>
            <a:chOff x="5058450" y="1870100"/>
            <a:chExt cx="58075" cy="51600"/>
          </a:xfrm>
        </p:grpSpPr>
        <p:sp>
          <p:nvSpPr>
            <p:cNvPr id="2671" name="Google Shape;2671;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60"/>
          <p:cNvGrpSpPr/>
          <p:nvPr/>
        </p:nvGrpSpPr>
        <p:grpSpPr>
          <a:xfrm>
            <a:off x="7447741" y="2904685"/>
            <a:ext cx="101077" cy="107645"/>
            <a:chOff x="4811425" y="2065025"/>
            <a:chExt cx="41500" cy="44200"/>
          </a:xfrm>
        </p:grpSpPr>
        <p:sp>
          <p:nvSpPr>
            <p:cNvPr id="2674" name="Google Shape;2674;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60"/>
          <p:cNvGrpSpPr/>
          <p:nvPr/>
        </p:nvGrpSpPr>
        <p:grpSpPr>
          <a:xfrm>
            <a:off x="7740178" y="2904898"/>
            <a:ext cx="120867" cy="107218"/>
            <a:chOff x="4929875" y="2065025"/>
            <a:chExt cx="49625" cy="44025"/>
          </a:xfrm>
        </p:grpSpPr>
        <p:sp>
          <p:nvSpPr>
            <p:cNvPr id="2677" name="Google Shape;2677;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60"/>
          <p:cNvGrpSpPr/>
          <p:nvPr/>
        </p:nvGrpSpPr>
        <p:grpSpPr>
          <a:xfrm>
            <a:off x="8068847" y="2907912"/>
            <a:ext cx="70206" cy="101191"/>
            <a:chOff x="5083925" y="2066350"/>
            <a:chExt cx="28825" cy="41550"/>
          </a:xfrm>
        </p:grpSpPr>
        <p:sp>
          <p:nvSpPr>
            <p:cNvPr id="2680" name="Google Shape;2680;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60"/>
          <p:cNvGrpSpPr/>
          <p:nvPr/>
        </p:nvGrpSpPr>
        <p:grpSpPr>
          <a:xfrm>
            <a:off x="7100401" y="2923559"/>
            <a:ext cx="181026" cy="69896"/>
            <a:chOff x="4659775" y="2072775"/>
            <a:chExt cx="74325" cy="28700"/>
          </a:xfrm>
        </p:grpSpPr>
        <p:sp>
          <p:nvSpPr>
            <p:cNvPr id="2683" name="Google Shape;2683;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 name="Google Shape;2686;p60"/>
          <p:cNvGrpSpPr/>
          <p:nvPr/>
        </p:nvGrpSpPr>
        <p:grpSpPr>
          <a:xfrm>
            <a:off x="8020257" y="2714124"/>
            <a:ext cx="167387" cy="89197"/>
            <a:chOff x="4662475" y="1976500"/>
            <a:chExt cx="68725" cy="36625"/>
          </a:xfrm>
        </p:grpSpPr>
        <p:sp>
          <p:nvSpPr>
            <p:cNvPr id="2687" name="Google Shape;2687;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60"/>
          <p:cNvGrpSpPr/>
          <p:nvPr/>
        </p:nvGrpSpPr>
        <p:grpSpPr>
          <a:xfrm>
            <a:off x="7717162" y="2717564"/>
            <a:ext cx="166899" cy="82317"/>
            <a:chOff x="4920150" y="1977875"/>
            <a:chExt cx="68525" cy="33800"/>
          </a:xfrm>
        </p:grpSpPr>
        <p:sp>
          <p:nvSpPr>
            <p:cNvPr id="2691" name="Google Shape;2691;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60"/>
          <p:cNvGrpSpPr/>
          <p:nvPr/>
        </p:nvGrpSpPr>
        <p:grpSpPr>
          <a:xfrm>
            <a:off x="7128319" y="3121482"/>
            <a:ext cx="125190" cy="127858"/>
            <a:chOff x="4676550" y="2160575"/>
            <a:chExt cx="51400" cy="52500"/>
          </a:xfrm>
        </p:grpSpPr>
        <p:sp>
          <p:nvSpPr>
            <p:cNvPr id="2695" name="Google Shape;2695;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60"/>
          <p:cNvGrpSpPr/>
          <p:nvPr/>
        </p:nvGrpSpPr>
        <p:grpSpPr>
          <a:xfrm>
            <a:off x="7425577" y="3128514"/>
            <a:ext cx="145405" cy="113794"/>
            <a:chOff x="4768325" y="2163475"/>
            <a:chExt cx="59700" cy="46725"/>
          </a:xfrm>
        </p:grpSpPr>
        <p:sp>
          <p:nvSpPr>
            <p:cNvPr id="2699" name="Google Shape;2699;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1" name="Google Shape;2701;p60"/>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0"/>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0"/>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0"/>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0"/>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0"/>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7" name="Google Shape;2707;p60"/>
          <p:cNvGrpSpPr/>
          <p:nvPr/>
        </p:nvGrpSpPr>
        <p:grpSpPr>
          <a:xfrm>
            <a:off x="7441895" y="3383608"/>
            <a:ext cx="112768" cy="106853"/>
            <a:chOff x="4768575" y="2253950"/>
            <a:chExt cx="46300" cy="43875"/>
          </a:xfrm>
        </p:grpSpPr>
        <p:sp>
          <p:nvSpPr>
            <p:cNvPr id="2708" name="Google Shape;2708;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0" name="Google Shape;2710;p60"/>
          <p:cNvGrpSpPr/>
          <p:nvPr/>
        </p:nvGrpSpPr>
        <p:grpSpPr>
          <a:xfrm>
            <a:off x="7741518" y="3872634"/>
            <a:ext cx="118187" cy="146246"/>
            <a:chOff x="4960900" y="2433225"/>
            <a:chExt cx="48525" cy="60050"/>
          </a:xfrm>
        </p:grpSpPr>
        <p:sp>
          <p:nvSpPr>
            <p:cNvPr id="2711" name="Google Shape;2711;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60"/>
          <p:cNvGrpSpPr/>
          <p:nvPr/>
        </p:nvGrpSpPr>
        <p:grpSpPr>
          <a:xfrm>
            <a:off x="7430083" y="4136695"/>
            <a:ext cx="136394" cy="143810"/>
            <a:chOff x="4854075" y="2527625"/>
            <a:chExt cx="56000" cy="59050"/>
          </a:xfrm>
        </p:grpSpPr>
        <p:sp>
          <p:nvSpPr>
            <p:cNvPr id="2714" name="Google Shape;2714;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6" name="Google Shape;2716;p60"/>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0"/>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0"/>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9" name="Google Shape;2719;p60"/>
          <p:cNvGrpSpPr/>
          <p:nvPr/>
        </p:nvGrpSpPr>
        <p:grpSpPr>
          <a:xfrm>
            <a:off x="8054294" y="3600439"/>
            <a:ext cx="99312" cy="160797"/>
            <a:chOff x="5059700" y="2334775"/>
            <a:chExt cx="40775" cy="66025"/>
          </a:xfrm>
        </p:grpSpPr>
        <p:sp>
          <p:nvSpPr>
            <p:cNvPr id="2720" name="Google Shape;2720;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60"/>
          <p:cNvGrpSpPr/>
          <p:nvPr/>
        </p:nvGrpSpPr>
        <p:grpSpPr>
          <a:xfrm>
            <a:off x="8011458" y="3865571"/>
            <a:ext cx="184984" cy="160371"/>
            <a:chOff x="5037700" y="2430325"/>
            <a:chExt cx="75950" cy="65850"/>
          </a:xfrm>
        </p:grpSpPr>
        <p:sp>
          <p:nvSpPr>
            <p:cNvPr id="2730" name="Google Shape;2730;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60"/>
          <p:cNvGrpSpPr/>
          <p:nvPr/>
        </p:nvGrpSpPr>
        <p:grpSpPr>
          <a:xfrm>
            <a:off x="7430964" y="3632023"/>
            <a:ext cx="173014" cy="97629"/>
            <a:chOff x="4756975" y="2341800"/>
            <a:chExt cx="91975" cy="51925"/>
          </a:xfrm>
        </p:grpSpPr>
        <p:sp>
          <p:nvSpPr>
            <p:cNvPr id="2733" name="Google Shape;2733;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60"/>
          <p:cNvGrpSpPr/>
          <p:nvPr/>
        </p:nvGrpSpPr>
        <p:grpSpPr>
          <a:xfrm>
            <a:off x="7697901" y="4120720"/>
            <a:ext cx="212497" cy="175761"/>
            <a:chOff x="4943575" y="2516350"/>
            <a:chExt cx="98675" cy="81700"/>
          </a:xfrm>
        </p:grpSpPr>
        <p:sp>
          <p:nvSpPr>
            <p:cNvPr id="2754" name="Google Shape;2754;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60"/>
          <p:cNvGrpSpPr/>
          <p:nvPr/>
        </p:nvGrpSpPr>
        <p:grpSpPr>
          <a:xfrm>
            <a:off x="1955962" y="3346963"/>
            <a:ext cx="965351" cy="134611"/>
            <a:chOff x="4411970" y="2962952"/>
            <a:chExt cx="706544" cy="104212"/>
          </a:xfrm>
        </p:grpSpPr>
        <p:sp>
          <p:nvSpPr>
            <p:cNvPr id="2833" name="Google Shape;2833;p6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60"/>
          <p:cNvGrpSpPr/>
          <p:nvPr/>
        </p:nvGrpSpPr>
        <p:grpSpPr>
          <a:xfrm>
            <a:off x="1955962" y="2935877"/>
            <a:ext cx="960158" cy="289172"/>
            <a:chOff x="4411970" y="2726085"/>
            <a:chExt cx="643107" cy="193659"/>
          </a:xfrm>
        </p:grpSpPr>
        <p:sp>
          <p:nvSpPr>
            <p:cNvPr id="2838" name="Google Shape;2838;p6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60"/>
          <p:cNvGrpSpPr/>
          <p:nvPr/>
        </p:nvGrpSpPr>
        <p:grpSpPr>
          <a:xfrm>
            <a:off x="958854" y="3201987"/>
            <a:ext cx="833173" cy="259209"/>
            <a:chOff x="4411970" y="4340222"/>
            <a:chExt cx="779467" cy="242683"/>
          </a:xfrm>
        </p:grpSpPr>
        <p:sp>
          <p:nvSpPr>
            <p:cNvPr id="2842" name="Google Shape;2842;p6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5" name="Google Shape;2845;p60"/>
          <p:cNvGrpSpPr/>
          <p:nvPr/>
        </p:nvGrpSpPr>
        <p:grpSpPr>
          <a:xfrm>
            <a:off x="1955962" y="2597733"/>
            <a:ext cx="965160" cy="216230"/>
            <a:chOff x="4411970" y="2468674"/>
            <a:chExt cx="747317" cy="167425"/>
          </a:xfrm>
        </p:grpSpPr>
        <p:sp>
          <p:nvSpPr>
            <p:cNvPr id="2846" name="Google Shape;2846;p6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60"/>
          <p:cNvGrpSpPr/>
          <p:nvPr/>
        </p:nvGrpSpPr>
        <p:grpSpPr>
          <a:xfrm>
            <a:off x="954709" y="2502450"/>
            <a:ext cx="810451" cy="319148"/>
            <a:chOff x="4411970" y="3686602"/>
            <a:chExt cx="797845" cy="314215"/>
          </a:xfrm>
        </p:grpSpPr>
        <p:sp>
          <p:nvSpPr>
            <p:cNvPr id="2849" name="Google Shape;2849;p60"/>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0"/>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0"/>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0"/>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0"/>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4" name="Google Shape;2854;p60"/>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5" name="Google Shape;2855;p60"/>
          <p:cNvGrpSpPr/>
          <p:nvPr/>
        </p:nvGrpSpPr>
        <p:grpSpPr>
          <a:xfrm>
            <a:off x="954806" y="2256974"/>
            <a:ext cx="1970333" cy="208784"/>
            <a:chOff x="6336019" y="3733725"/>
            <a:chExt cx="2566206" cy="351310"/>
          </a:xfrm>
        </p:grpSpPr>
        <p:sp>
          <p:nvSpPr>
            <p:cNvPr id="2856" name="Google Shape;2856;p60"/>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0"/>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0"/>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0"/>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60"/>
          <p:cNvGrpSpPr/>
          <p:nvPr/>
        </p:nvGrpSpPr>
        <p:grpSpPr>
          <a:xfrm>
            <a:off x="1955962" y="3864529"/>
            <a:ext cx="946551" cy="153200"/>
            <a:chOff x="4404545" y="3301592"/>
            <a:chExt cx="782403" cy="129272"/>
          </a:xfrm>
        </p:grpSpPr>
        <p:sp>
          <p:nvSpPr>
            <p:cNvPr id="2861" name="Google Shape;2861;p6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0"/>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60"/>
          <p:cNvGrpSpPr/>
          <p:nvPr/>
        </p:nvGrpSpPr>
        <p:grpSpPr>
          <a:xfrm>
            <a:off x="1955962" y="3603488"/>
            <a:ext cx="962257" cy="139127"/>
            <a:chOff x="4411970" y="3131459"/>
            <a:chExt cx="710520" cy="117397"/>
          </a:xfrm>
        </p:grpSpPr>
        <p:sp>
          <p:nvSpPr>
            <p:cNvPr id="2864" name="Google Shape;2864;p6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866" name="Google Shape;2866;p60"/>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7" name="Google Shape;2867;p60"/>
          <p:cNvGrpSpPr/>
          <p:nvPr/>
        </p:nvGrpSpPr>
        <p:grpSpPr>
          <a:xfrm>
            <a:off x="956107" y="3538282"/>
            <a:ext cx="823838" cy="458988"/>
            <a:chOff x="4411970" y="1801825"/>
            <a:chExt cx="734586" cy="409262"/>
          </a:xfrm>
        </p:grpSpPr>
        <p:sp>
          <p:nvSpPr>
            <p:cNvPr id="2868" name="Google Shape;2868;p6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 name="Google Shape;2870;p60"/>
          <p:cNvGrpSpPr/>
          <p:nvPr/>
        </p:nvGrpSpPr>
        <p:grpSpPr>
          <a:xfrm>
            <a:off x="956107" y="4086708"/>
            <a:ext cx="856348" cy="212039"/>
            <a:chOff x="4411970" y="2233974"/>
            <a:chExt cx="763574" cy="189068"/>
          </a:xfrm>
        </p:grpSpPr>
        <p:sp>
          <p:nvSpPr>
            <p:cNvPr id="2871" name="Google Shape;2871;p60"/>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0"/>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60"/>
          <p:cNvGrpSpPr/>
          <p:nvPr/>
        </p:nvGrpSpPr>
        <p:grpSpPr>
          <a:xfrm>
            <a:off x="3066303" y="2262044"/>
            <a:ext cx="511602" cy="511602"/>
            <a:chOff x="5681300" y="2527788"/>
            <a:chExt cx="805800" cy="805800"/>
          </a:xfrm>
        </p:grpSpPr>
        <p:sp>
          <p:nvSpPr>
            <p:cNvPr id="2874" name="Google Shape;2874;p60"/>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60"/>
          <p:cNvGrpSpPr/>
          <p:nvPr/>
        </p:nvGrpSpPr>
        <p:grpSpPr>
          <a:xfrm>
            <a:off x="3063497" y="3028627"/>
            <a:ext cx="513021" cy="512935"/>
            <a:chOff x="4049800" y="640400"/>
            <a:chExt cx="858900" cy="858900"/>
          </a:xfrm>
        </p:grpSpPr>
        <p:sp>
          <p:nvSpPr>
            <p:cNvPr id="2877" name="Google Shape;2877;p60"/>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0"/>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9" name="Google Shape;2879;p60"/>
          <p:cNvGrpSpPr/>
          <p:nvPr/>
        </p:nvGrpSpPr>
        <p:grpSpPr>
          <a:xfrm>
            <a:off x="2980696" y="3680519"/>
            <a:ext cx="686489" cy="686585"/>
            <a:chOff x="5080188" y="927900"/>
            <a:chExt cx="961200" cy="961200"/>
          </a:xfrm>
        </p:grpSpPr>
        <p:sp>
          <p:nvSpPr>
            <p:cNvPr id="2880" name="Google Shape;2880;p60"/>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0"/>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0"/>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0"/>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60"/>
          <p:cNvGrpSpPr/>
          <p:nvPr/>
        </p:nvGrpSpPr>
        <p:grpSpPr>
          <a:xfrm>
            <a:off x="3763848" y="3773248"/>
            <a:ext cx="510373" cy="510937"/>
            <a:chOff x="7508249" y="1522825"/>
            <a:chExt cx="1326332" cy="1322987"/>
          </a:xfrm>
        </p:grpSpPr>
        <p:sp>
          <p:nvSpPr>
            <p:cNvPr id="2889" name="Google Shape;2889;p60"/>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0"/>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0"/>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0"/>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0"/>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0"/>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0"/>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0"/>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0"/>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0"/>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60"/>
          <p:cNvGrpSpPr/>
          <p:nvPr/>
        </p:nvGrpSpPr>
        <p:grpSpPr>
          <a:xfrm>
            <a:off x="4455441" y="3774653"/>
            <a:ext cx="492652" cy="503348"/>
            <a:chOff x="6039282" y="1042577"/>
            <a:chExt cx="734315" cy="731929"/>
          </a:xfrm>
        </p:grpSpPr>
        <p:sp>
          <p:nvSpPr>
            <p:cNvPr id="2900" name="Google Shape;2900;p6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60"/>
          <p:cNvGrpSpPr/>
          <p:nvPr/>
        </p:nvGrpSpPr>
        <p:grpSpPr>
          <a:xfrm>
            <a:off x="5095855" y="2270694"/>
            <a:ext cx="483304" cy="504902"/>
            <a:chOff x="1825800" y="1651625"/>
            <a:chExt cx="568125" cy="591775"/>
          </a:xfrm>
        </p:grpSpPr>
        <p:sp>
          <p:nvSpPr>
            <p:cNvPr id="2922" name="Google Shape;2922;p60"/>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0"/>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0"/>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0"/>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0"/>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8" name="Google Shape;2928;p60"/>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0"/>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0"/>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0"/>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0"/>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933" name="Google Shape;2933;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7" name="Shape 2937"/>
        <p:cNvGrpSpPr/>
        <p:nvPr/>
      </p:nvGrpSpPr>
      <p:grpSpPr>
        <a:xfrm>
          <a:off x="0" y="0"/>
          <a:ext cx="0" cy="0"/>
          <a:chOff x="0" y="0"/>
          <a:chExt cx="0" cy="0"/>
        </a:xfrm>
      </p:grpSpPr>
      <p:grpSp>
        <p:nvGrpSpPr>
          <p:cNvPr id="2938" name="Google Shape;2938;p61"/>
          <p:cNvGrpSpPr/>
          <p:nvPr/>
        </p:nvGrpSpPr>
        <p:grpSpPr>
          <a:xfrm>
            <a:off x="722059" y="955168"/>
            <a:ext cx="2492868" cy="1379876"/>
            <a:chOff x="2654821" y="2311071"/>
            <a:chExt cx="2279715" cy="1262120"/>
          </a:xfrm>
        </p:grpSpPr>
        <p:grpSp>
          <p:nvGrpSpPr>
            <p:cNvPr id="2939" name="Google Shape;2939;p61"/>
            <p:cNvGrpSpPr/>
            <p:nvPr/>
          </p:nvGrpSpPr>
          <p:grpSpPr>
            <a:xfrm>
              <a:off x="4034269" y="2840745"/>
              <a:ext cx="40212" cy="36437"/>
              <a:chOff x="4293400" y="2574725"/>
              <a:chExt cx="84425" cy="80100"/>
            </a:xfrm>
          </p:grpSpPr>
          <p:sp>
            <p:nvSpPr>
              <p:cNvPr id="2940" name="Google Shape;2940;p6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941" name="Google Shape;2941;p6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2" name="Google Shape;2942;p61"/>
            <p:cNvGrpSpPr/>
            <p:nvPr/>
          </p:nvGrpSpPr>
          <p:grpSpPr>
            <a:xfrm>
              <a:off x="3894606" y="2334874"/>
              <a:ext cx="913198" cy="518984"/>
              <a:chOff x="4000175" y="1462675"/>
              <a:chExt cx="1917275" cy="1140875"/>
            </a:xfrm>
          </p:grpSpPr>
          <p:sp>
            <p:nvSpPr>
              <p:cNvPr id="2943" name="Google Shape;2943;p6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944" name="Google Shape;2944;p61"/>
              <p:cNvGrpSpPr/>
              <p:nvPr/>
            </p:nvGrpSpPr>
            <p:grpSpPr>
              <a:xfrm>
                <a:off x="4000175" y="1462675"/>
                <a:ext cx="1917275" cy="1140875"/>
                <a:chOff x="4000175" y="1462675"/>
                <a:chExt cx="1917275" cy="1140875"/>
              </a:xfrm>
            </p:grpSpPr>
            <p:sp>
              <p:nvSpPr>
                <p:cNvPr id="2945" name="Google Shape;2945;p6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946" name="Google Shape;2946;p6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50" name="Google Shape;2950;p6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1" name="Google Shape;2951;p61"/>
            <p:cNvGrpSpPr/>
            <p:nvPr/>
          </p:nvGrpSpPr>
          <p:grpSpPr>
            <a:xfrm>
              <a:off x="3875768" y="2846704"/>
              <a:ext cx="44796" cy="47366"/>
              <a:chOff x="3960625" y="2587825"/>
              <a:chExt cx="94050" cy="104125"/>
            </a:xfrm>
          </p:grpSpPr>
          <p:sp>
            <p:nvSpPr>
              <p:cNvPr id="2952" name="Google Shape;2952;p6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953" name="Google Shape;2953;p6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4" name="Google Shape;2954;p61"/>
            <p:cNvGrpSpPr/>
            <p:nvPr/>
          </p:nvGrpSpPr>
          <p:grpSpPr>
            <a:xfrm>
              <a:off x="3782759" y="2807162"/>
              <a:ext cx="82686" cy="85487"/>
              <a:chOff x="3765350" y="2500900"/>
              <a:chExt cx="173600" cy="187925"/>
            </a:xfrm>
          </p:grpSpPr>
          <p:sp>
            <p:nvSpPr>
              <p:cNvPr id="2955" name="Google Shape;2955;p6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956" name="Google Shape;2956;p6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1" name="Google Shape;2961;p61"/>
            <p:cNvGrpSpPr/>
            <p:nvPr/>
          </p:nvGrpSpPr>
          <p:grpSpPr>
            <a:xfrm>
              <a:off x="3775674" y="2798496"/>
              <a:ext cx="40545" cy="23564"/>
              <a:chOff x="3750475" y="2481850"/>
              <a:chExt cx="85125" cy="51800"/>
            </a:xfrm>
          </p:grpSpPr>
          <p:sp>
            <p:nvSpPr>
              <p:cNvPr id="2962" name="Google Shape;2962;p6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964" name="Google Shape;2964;p61"/>
            <p:cNvGrpSpPr/>
            <p:nvPr/>
          </p:nvGrpSpPr>
          <p:grpSpPr>
            <a:xfrm>
              <a:off x="3716946" y="2776024"/>
              <a:ext cx="81971" cy="76912"/>
              <a:chOff x="3627175" y="2432450"/>
              <a:chExt cx="172100" cy="169075"/>
            </a:xfrm>
          </p:grpSpPr>
          <p:sp>
            <p:nvSpPr>
              <p:cNvPr id="2965" name="Google Shape;2965;p6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967" name="Google Shape;2967;p6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968" name="Google Shape;2968;p61"/>
            <p:cNvGrpSpPr/>
            <p:nvPr/>
          </p:nvGrpSpPr>
          <p:grpSpPr>
            <a:xfrm>
              <a:off x="3685682" y="2845624"/>
              <a:ext cx="29311" cy="45055"/>
              <a:chOff x="3561536" y="2585450"/>
              <a:chExt cx="61539" cy="99045"/>
            </a:xfrm>
          </p:grpSpPr>
          <p:sp>
            <p:nvSpPr>
              <p:cNvPr id="2969" name="Google Shape;2969;p6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971" name="Google Shape;2971;p61"/>
            <p:cNvGrpSpPr/>
            <p:nvPr/>
          </p:nvGrpSpPr>
          <p:grpSpPr>
            <a:xfrm>
              <a:off x="3849905" y="2572252"/>
              <a:ext cx="74339" cy="119559"/>
              <a:chOff x="3906325" y="1984500"/>
              <a:chExt cx="156075" cy="262825"/>
            </a:xfrm>
          </p:grpSpPr>
          <p:sp>
            <p:nvSpPr>
              <p:cNvPr id="2972" name="Google Shape;2972;p6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973" name="Google Shape;2973;p6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61"/>
            <p:cNvGrpSpPr/>
            <p:nvPr/>
          </p:nvGrpSpPr>
          <p:grpSpPr>
            <a:xfrm>
              <a:off x="2654821" y="2414345"/>
              <a:ext cx="667570" cy="558731"/>
              <a:chOff x="1397225" y="1637375"/>
              <a:chExt cx="1401575" cy="1228250"/>
            </a:xfrm>
          </p:grpSpPr>
          <p:sp>
            <p:nvSpPr>
              <p:cNvPr id="2975" name="Google Shape;2975;p6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976" name="Google Shape;2976;p61"/>
              <p:cNvGrpSpPr/>
              <p:nvPr/>
            </p:nvGrpSpPr>
            <p:grpSpPr>
              <a:xfrm>
                <a:off x="1397225" y="1637375"/>
                <a:ext cx="1398775" cy="1228250"/>
                <a:chOff x="1397225" y="1637375"/>
                <a:chExt cx="1398775" cy="1228250"/>
              </a:xfrm>
            </p:grpSpPr>
            <p:sp>
              <p:nvSpPr>
                <p:cNvPr id="2977" name="Google Shape;2977;p6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79" name="Google Shape;2979;p61"/>
            <p:cNvGrpSpPr/>
            <p:nvPr/>
          </p:nvGrpSpPr>
          <p:grpSpPr>
            <a:xfrm>
              <a:off x="3230417" y="3103734"/>
              <a:ext cx="282982" cy="280332"/>
              <a:chOff x="2605700" y="3152850"/>
              <a:chExt cx="594125" cy="616250"/>
            </a:xfrm>
          </p:grpSpPr>
          <p:sp>
            <p:nvSpPr>
              <p:cNvPr id="2980" name="Google Shape;2980;p6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981" name="Google Shape;2981;p6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982" name="Google Shape;2982;p61"/>
            <p:cNvGrpSpPr/>
            <p:nvPr/>
          </p:nvGrpSpPr>
          <p:grpSpPr>
            <a:xfrm>
              <a:off x="3265985" y="3226989"/>
              <a:ext cx="87151" cy="346202"/>
              <a:chOff x="2680375" y="3423800"/>
              <a:chExt cx="182975" cy="761050"/>
            </a:xfrm>
          </p:grpSpPr>
          <p:sp>
            <p:nvSpPr>
              <p:cNvPr id="2983" name="Google Shape;2983;p6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984" name="Google Shape;2984;p6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61"/>
            <p:cNvGrpSpPr/>
            <p:nvPr/>
          </p:nvGrpSpPr>
          <p:grpSpPr>
            <a:xfrm>
              <a:off x="3855466" y="3289811"/>
              <a:ext cx="112514" cy="94210"/>
              <a:chOff x="3918000" y="3561900"/>
              <a:chExt cx="236225" cy="207100"/>
            </a:xfrm>
          </p:grpSpPr>
          <p:sp>
            <p:nvSpPr>
              <p:cNvPr id="2986" name="Google Shape;2986;p6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987" name="Google Shape;2987;p6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8" name="Google Shape;2988;p61"/>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1"/>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1"/>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991" name="Google Shape;2991;p61"/>
            <p:cNvGrpSpPr/>
            <p:nvPr/>
          </p:nvGrpSpPr>
          <p:grpSpPr>
            <a:xfrm>
              <a:off x="2905224" y="2311071"/>
              <a:ext cx="596721" cy="528992"/>
              <a:chOff x="1922950" y="1410350"/>
              <a:chExt cx="1252825" cy="1162875"/>
            </a:xfrm>
          </p:grpSpPr>
          <p:sp>
            <p:nvSpPr>
              <p:cNvPr id="2992" name="Google Shape;2992;p6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008" name="Google Shape;3008;p61"/>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1"/>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1"/>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1"/>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1"/>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1"/>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1"/>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1"/>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1"/>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1"/>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1"/>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1"/>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1"/>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1"/>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1"/>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1"/>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1"/>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1"/>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1"/>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1"/>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028" name="Google Shape;3028;p61"/>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29" name="Google Shape;3029;p61"/>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0" name="Google Shape;3030;p61"/>
            <p:cNvGrpSpPr/>
            <p:nvPr/>
          </p:nvGrpSpPr>
          <p:grpSpPr>
            <a:xfrm>
              <a:off x="3280929" y="3294542"/>
              <a:ext cx="109894" cy="272224"/>
              <a:chOff x="2711750" y="3572300"/>
              <a:chExt cx="230725" cy="598425"/>
            </a:xfrm>
          </p:grpSpPr>
          <p:sp>
            <p:nvSpPr>
              <p:cNvPr id="3031" name="Google Shape;3031;p6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3" name="Google Shape;3033;p61"/>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4" name="Google Shape;3034;p61"/>
            <p:cNvGrpSpPr/>
            <p:nvPr/>
          </p:nvGrpSpPr>
          <p:grpSpPr>
            <a:xfrm>
              <a:off x="3790439" y="2408636"/>
              <a:ext cx="73017" cy="75684"/>
              <a:chOff x="3781475" y="1624825"/>
              <a:chExt cx="153300" cy="166375"/>
            </a:xfrm>
          </p:grpSpPr>
          <p:sp>
            <p:nvSpPr>
              <p:cNvPr id="3035" name="Google Shape;3035;p6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 name="Google Shape;3039;p61"/>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1"/>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1"/>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1"/>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1"/>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1"/>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1"/>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6" name="Google Shape;3046;p61"/>
            <p:cNvGrpSpPr/>
            <p:nvPr/>
          </p:nvGrpSpPr>
          <p:grpSpPr>
            <a:xfrm>
              <a:off x="4403342" y="3107749"/>
              <a:ext cx="316680" cy="101374"/>
              <a:chOff x="5068275" y="3161675"/>
              <a:chExt cx="664875" cy="222850"/>
            </a:xfrm>
          </p:grpSpPr>
          <p:sp>
            <p:nvSpPr>
              <p:cNvPr id="3047" name="Google Shape;3047;p6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1" name="Google Shape;3051;p61"/>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1"/>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1"/>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1"/>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1"/>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1"/>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1"/>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1"/>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1"/>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1"/>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1"/>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1"/>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1"/>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1"/>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1"/>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1"/>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1"/>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1"/>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1"/>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1"/>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1"/>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1"/>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1"/>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1"/>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1"/>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1"/>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1"/>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1"/>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1"/>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61"/>
            <p:cNvGrpSpPr/>
            <p:nvPr/>
          </p:nvGrpSpPr>
          <p:grpSpPr>
            <a:xfrm>
              <a:off x="3697513" y="2707266"/>
              <a:ext cx="59549" cy="79733"/>
              <a:chOff x="3586375" y="2281300"/>
              <a:chExt cx="125025" cy="175275"/>
            </a:xfrm>
          </p:grpSpPr>
          <p:sp>
            <p:nvSpPr>
              <p:cNvPr id="3081" name="Google Shape;3081;p6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3" name="Google Shape;3083;p61"/>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4" name="Google Shape;3084;p61"/>
            <p:cNvGrpSpPr/>
            <p:nvPr/>
          </p:nvGrpSpPr>
          <p:grpSpPr>
            <a:xfrm>
              <a:off x="4513224" y="3221724"/>
              <a:ext cx="274563" cy="280321"/>
              <a:chOff x="5298975" y="3412225"/>
              <a:chExt cx="576450" cy="616225"/>
            </a:xfrm>
          </p:grpSpPr>
          <p:sp>
            <p:nvSpPr>
              <p:cNvPr id="3085" name="Google Shape;3085;p6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86" name="Google Shape;3086;p6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61"/>
            <p:cNvGrpSpPr/>
            <p:nvPr/>
          </p:nvGrpSpPr>
          <p:grpSpPr>
            <a:xfrm>
              <a:off x="4824403" y="3421846"/>
              <a:ext cx="110132" cy="130647"/>
              <a:chOff x="5952300" y="3852150"/>
              <a:chExt cx="231225" cy="287200"/>
            </a:xfrm>
          </p:grpSpPr>
          <p:sp>
            <p:nvSpPr>
              <p:cNvPr id="3088" name="Google Shape;3088;p6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0" name="Google Shape;3090;p61"/>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1"/>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1"/>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1"/>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1"/>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1"/>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1"/>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1"/>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8" name="Google Shape;3098;p61"/>
            <p:cNvGrpSpPr/>
            <p:nvPr/>
          </p:nvGrpSpPr>
          <p:grpSpPr>
            <a:xfrm>
              <a:off x="4295710" y="3079670"/>
              <a:ext cx="14968" cy="27135"/>
              <a:chOff x="4842300" y="3099950"/>
              <a:chExt cx="31425" cy="59650"/>
            </a:xfrm>
          </p:grpSpPr>
          <p:sp>
            <p:nvSpPr>
              <p:cNvPr id="3099" name="Google Shape;3099;p6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3" name="Google Shape;3103;p61"/>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1"/>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1"/>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1"/>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1"/>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1"/>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1"/>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1"/>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1" name="Google Shape;3111;p61"/>
            <p:cNvGrpSpPr/>
            <p:nvPr/>
          </p:nvGrpSpPr>
          <p:grpSpPr>
            <a:xfrm>
              <a:off x="3831056" y="2816010"/>
              <a:ext cx="37378" cy="27612"/>
              <a:chOff x="3866750" y="2520350"/>
              <a:chExt cx="78475" cy="60700"/>
            </a:xfrm>
          </p:grpSpPr>
          <p:sp>
            <p:nvSpPr>
              <p:cNvPr id="3112" name="Google Shape;3112;p6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6" name="Google Shape;3116;p61"/>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1"/>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1"/>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1"/>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1"/>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1"/>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1"/>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1"/>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1"/>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1"/>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1"/>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1"/>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1"/>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1"/>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1"/>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1"/>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1"/>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33" name="Google Shape;3133;p61"/>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1"/>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1"/>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1"/>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1"/>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1"/>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1"/>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1"/>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1"/>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1"/>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1"/>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1"/>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45" name="Google Shape;3145;p61"/>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1"/>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1"/>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1"/>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1"/>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1"/>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1"/>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1"/>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1"/>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1"/>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1"/>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1"/>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1"/>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8" name="Google Shape;3158;p61"/>
            <p:cNvGrpSpPr/>
            <p:nvPr/>
          </p:nvGrpSpPr>
          <p:grpSpPr>
            <a:xfrm>
              <a:off x="3632736" y="3051591"/>
              <a:ext cx="63288" cy="45217"/>
              <a:chOff x="3450375" y="3038225"/>
              <a:chExt cx="132875" cy="99400"/>
            </a:xfrm>
          </p:grpSpPr>
          <p:sp>
            <p:nvSpPr>
              <p:cNvPr id="3159" name="Google Shape;3159;p6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1" name="Google Shape;3161;p61"/>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1"/>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1"/>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1"/>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1"/>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1"/>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1"/>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1"/>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1"/>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70" name="Google Shape;3170;p61"/>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1"/>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1"/>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1"/>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1"/>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1"/>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1"/>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1"/>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1"/>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1"/>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80" name="Google Shape;3180;p61"/>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1"/>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1"/>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1"/>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1"/>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1"/>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86" name="Google Shape;3186;p61"/>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1"/>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1"/>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1"/>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1"/>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1"/>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1"/>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1"/>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6" name="Google Shape;3196;p61"/>
          <p:cNvGrpSpPr/>
          <p:nvPr/>
        </p:nvGrpSpPr>
        <p:grpSpPr>
          <a:xfrm>
            <a:off x="719116" y="2850945"/>
            <a:ext cx="2622876" cy="1333540"/>
            <a:chOff x="238125" y="1038125"/>
            <a:chExt cx="7146800" cy="3633625"/>
          </a:xfrm>
        </p:grpSpPr>
        <p:sp>
          <p:nvSpPr>
            <p:cNvPr id="3197" name="Google Shape;3197;p6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61"/>
          <p:cNvGrpSpPr/>
          <p:nvPr/>
        </p:nvGrpSpPr>
        <p:grpSpPr>
          <a:xfrm>
            <a:off x="5834044" y="993055"/>
            <a:ext cx="2590840" cy="1380235"/>
            <a:chOff x="233350" y="949250"/>
            <a:chExt cx="7137300" cy="3802300"/>
          </a:xfrm>
        </p:grpSpPr>
        <p:sp>
          <p:nvSpPr>
            <p:cNvPr id="4770" name="Google Shape;4770;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1"/>
          <p:cNvGrpSpPr/>
          <p:nvPr/>
        </p:nvGrpSpPr>
        <p:grpSpPr>
          <a:xfrm>
            <a:off x="7648473" y="3037828"/>
            <a:ext cx="104231" cy="320340"/>
            <a:chOff x="7564426" y="3224343"/>
            <a:chExt cx="119985" cy="368801"/>
          </a:xfrm>
        </p:grpSpPr>
        <p:sp>
          <p:nvSpPr>
            <p:cNvPr id="4822" name="Google Shape;4822;p6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61"/>
          <p:cNvGrpSpPr/>
          <p:nvPr/>
        </p:nvGrpSpPr>
        <p:grpSpPr>
          <a:xfrm>
            <a:off x="7347962" y="3031929"/>
            <a:ext cx="189489" cy="332132"/>
            <a:chOff x="8370831" y="3202002"/>
            <a:chExt cx="218129" cy="382376"/>
          </a:xfrm>
        </p:grpSpPr>
        <p:sp>
          <p:nvSpPr>
            <p:cNvPr id="4825" name="Google Shape;4825;p6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61"/>
          <p:cNvGrpSpPr/>
          <p:nvPr/>
        </p:nvGrpSpPr>
        <p:grpSpPr>
          <a:xfrm>
            <a:off x="8071351" y="3443061"/>
            <a:ext cx="309429" cy="267000"/>
            <a:chOff x="6742064" y="3750480"/>
            <a:chExt cx="399315" cy="344560"/>
          </a:xfrm>
        </p:grpSpPr>
        <p:sp>
          <p:nvSpPr>
            <p:cNvPr id="4828" name="Google Shape;4828;p6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61"/>
          <p:cNvGrpSpPr/>
          <p:nvPr/>
        </p:nvGrpSpPr>
        <p:grpSpPr>
          <a:xfrm>
            <a:off x="7610370" y="3794109"/>
            <a:ext cx="180437" cy="281608"/>
            <a:chOff x="7248525" y="3739696"/>
            <a:chExt cx="230531" cy="359790"/>
          </a:xfrm>
        </p:grpSpPr>
        <p:sp>
          <p:nvSpPr>
            <p:cNvPr id="4831" name="Google Shape;4831;p6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61"/>
          <p:cNvGrpSpPr/>
          <p:nvPr/>
        </p:nvGrpSpPr>
        <p:grpSpPr>
          <a:xfrm>
            <a:off x="7856289" y="3437333"/>
            <a:ext cx="162896" cy="278710"/>
            <a:chOff x="7601242" y="3729267"/>
            <a:chExt cx="222566" cy="380803"/>
          </a:xfrm>
        </p:grpSpPr>
        <p:sp>
          <p:nvSpPr>
            <p:cNvPr id="4834" name="Google Shape;4834;p6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6" name="Google Shape;4836;p61"/>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7" name="Google Shape;4837;p61"/>
          <p:cNvGrpSpPr/>
          <p:nvPr/>
        </p:nvGrpSpPr>
        <p:grpSpPr>
          <a:xfrm>
            <a:off x="7345935" y="3438473"/>
            <a:ext cx="193543" cy="275990"/>
            <a:chOff x="8304647" y="3738687"/>
            <a:chExt cx="225076" cy="320956"/>
          </a:xfrm>
        </p:grpSpPr>
        <p:sp>
          <p:nvSpPr>
            <p:cNvPr id="4838" name="Google Shape;4838;p61"/>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61"/>
          <p:cNvGrpSpPr/>
          <p:nvPr/>
        </p:nvGrpSpPr>
        <p:grpSpPr>
          <a:xfrm>
            <a:off x="7618427" y="3438473"/>
            <a:ext cx="178492" cy="275990"/>
            <a:chOff x="8615101" y="3738687"/>
            <a:chExt cx="207573" cy="320956"/>
          </a:xfrm>
        </p:grpSpPr>
        <p:sp>
          <p:nvSpPr>
            <p:cNvPr id="4842" name="Google Shape;4842;p61"/>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5" name="Google Shape;4845;p61"/>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61"/>
          <p:cNvGrpSpPr/>
          <p:nvPr/>
        </p:nvGrpSpPr>
        <p:grpSpPr>
          <a:xfrm>
            <a:off x="6013132" y="3559961"/>
            <a:ext cx="557671" cy="511283"/>
            <a:chOff x="6015419" y="3716859"/>
            <a:chExt cx="557671" cy="511283"/>
          </a:xfrm>
        </p:grpSpPr>
        <p:sp>
          <p:nvSpPr>
            <p:cNvPr id="4847" name="Google Shape;4847;p61"/>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8" name="Google Shape;4848;p61"/>
            <p:cNvGrpSpPr/>
            <p:nvPr/>
          </p:nvGrpSpPr>
          <p:grpSpPr>
            <a:xfrm>
              <a:off x="6036094" y="3716980"/>
              <a:ext cx="529860" cy="510468"/>
              <a:chOff x="6036094" y="3716980"/>
              <a:chExt cx="529860" cy="510468"/>
            </a:xfrm>
          </p:grpSpPr>
          <p:sp>
            <p:nvSpPr>
              <p:cNvPr id="4849" name="Google Shape;4849;p61"/>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9" name="Google Shape;4859;p61"/>
          <p:cNvGrpSpPr/>
          <p:nvPr/>
        </p:nvGrpSpPr>
        <p:grpSpPr>
          <a:xfrm>
            <a:off x="6642017" y="2916730"/>
            <a:ext cx="576302" cy="511871"/>
            <a:chOff x="6644304" y="3073628"/>
            <a:chExt cx="576302" cy="511871"/>
          </a:xfrm>
        </p:grpSpPr>
        <p:sp>
          <p:nvSpPr>
            <p:cNvPr id="4860" name="Google Shape;4860;p6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1" name="Google Shape;4861;p61"/>
            <p:cNvGrpSpPr/>
            <p:nvPr/>
          </p:nvGrpSpPr>
          <p:grpSpPr>
            <a:xfrm>
              <a:off x="6712169" y="3085440"/>
              <a:ext cx="481622" cy="494913"/>
              <a:chOff x="6712169" y="3085440"/>
              <a:chExt cx="481622" cy="494913"/>
            </a:xfrm>
          </p:grpSpPr>
          <p:sp>
            <p:nvSpPr>
              <p:cNvPr id="4862" name="Google Shape;4862;p61"/>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1"/>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7" name="Google Shape;4867;p61"/>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0" name="Google Shape;4870;p61"/>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1" name="Google Shape;4871;p61"/>
          <p:cNvGrpSpPr/>
          <p:nvPr/>
        </p:nvGrpSpPr>
        <p:grpSpPr>
          <a:xfrm>
            <a:off x="6649868" y="3559725"/>
            <a:ext cx="560631" cy="511352"/>
            <a:chOff x="6652154" y="3716623"/>
            <a:chExt cx="560631" cy="511352"/>
          </a:xfrm>
        </p:grpSpPr>
        <p:sp>
          <p:nvSpPr>
            <p:cNvPr id="4872" name="Google Shape;4872;p61"/>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3" name="Google Shape;4873;p61"/>
            <p:cNvGrpSpPr/>
            <p:nvPr/>
          </p:nvGrpSpPr>
          <p:grpSpPr>
            <a:xfrm>
              <a:off x="6669657" y="3716715"/>
              <a:ext cx="466779" cy="464290"/>
              <a:chOff x="6669657" y="3716715"/>
              <a:chExt cx="466779" cy="464290"/>
            </a:xfrm>
          </p:grpSpPr>
          <p:sp>
            <p:nvSpPr>
              <p:cNvPr id="4874" name="Google Shape;4874;p61"/>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7" name="Google Shape;4887;p61"/>
          <p:cNvGrpSpPr/>
          <p:nvPr/>
        </p:nvGrpSpPr>
        <p:grpSpPr>
          <a:xfrm>
            <a:off x="7843959" y="3841134"/>
            <a:ext cx="187557" cy="187557"/>
            <a:chOff x="8565775" y="671075"/>
            <a:chExt cx="441000" cy="441000"/>
          </a:xfrm>
        </p:grpSpPr>
        <p:sp>
          <p:nvSpPr>
            <p:cNvPr id="4888" name="Google Shape;4888;p6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0" name="Google Shape;4890;p61"/>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2" name="Google Shape;4892;p61"/>
          <p:cNvGrpSpPr/>
          <p:nvPr/>
        </p:nvGrpSpPr>
        <p:grpSpPr>
          <a:xfrm>
            <a:off x="5997814" y="2919352"/>
            <a:ext cx="587871" cy="512373"/>
            <a:chOff x="6000100" y="3076250"/>
            <a:chExt cx="587871" cy="512373"/>
          </a:xfrm>
        </p:grpSpPr>
        <p:sp>
          <p:nvSpPr>
            <p:cNvPr id="4893" name="Google Shape;4893;p61"/>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4" name="Google Shape;4894;p61"/>
            <p:cNvGrpSpPr/>
            <p:nvPr/>
          </p:nvGrpSpPr>
          <p:grpSpPr>
            <a:xfrm>
              <a:off x="6031360" y="3076713"/>
              <a:ext cx="539107" cy="480965"/>
              <a:chOff x="6031360" y="3076713"/>
              <a:chExt cx="539107" cy="480965"/>
            </a:xfrm>
          </p:grpSpPr>
          <p:sp>
            <p:nvSpPr>
              <p:cNvPr id="4895" name="Google Shape;4895;p61"/>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2" name="Google Shape;4902;p61"/>
          <p:cNvGrpSpPr/>
          <p:nvPr/>
        </p:nvGrpSpPr>
        <p:grpSpPr>
          <a:xfrm>
            <a:off x="3369305" y="938716"/>
            <a:ext cx="2310381" cy="1488888"/>
            <a:chOff x="229225" y="549050"/>
            <a:chExt cx="7161750" cy="4615275"/>
          </a:xfrm>
        </p:grpSpPr>
        <p:sp>
          <p:nvSpPr>
            <p:cNvPr id="4903" name="Google Shape;4903;p61"/>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1"/>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61"/>
          <p:cNvGrpSpPr/>
          <p:nvPr/>
        </p:nvGrpSpPr>
        <p:grpSpPr>
          <a:xfrm>
            <a:off x="3514723" y="2830563"/>
            <a:ext cx="2310282" cy="1374222"/>
            <a:chOff x="238125" y="732525"/>
            <a:chExt cx="7130500" cy="4241425"/>
          </a:xfrm>
        </p:grpSpPr>
        <p:sp>
          <p:nvSpPr>
            <p:cNvPr id="5021" name="Google Shape;5021;p61"/>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8" name="Shape 5138"/>
        <p:cNvGrpSpPr/>
        <p:nvPr/>
      </p:nvGrpSpPr>
      <p:grpSpPr>
        <a:xfrm>
          <a:off x="0" y="0"/>
          <a:ext cx="0" cy="0"/>
          <a:chOff x="0" y="0"/>
          <a:chExt cx="0" cy="0"/>
        </a:xfrm>
      </p:grpSpPr>
      <p:grpSp>
        <p:nvGrpSpPr>
          <p:cNvPr id="5139" name="Google Shape;5139;p62"/>
          <p:cNvGrpSpPr/>
          <p:nvPr/>
        </p:nvGrpSpPr>
        <p:grpSpPr>
          <a:xfrm>
            <a:off x="725414" y="969763"/>
            <a:ext cx="2507799" cy="206239"/>
            <a:chOff x="106648" y="895722"/>
            <a:chExt cx="4481413" cy="374300"/>
          </a:xfrm>
        </p:grpSpPr>
        <p:grpSp>
          <p:nvGrpSpPr>
            <p:cNvPr id="5140" name="Google Shape;5140;p62"/>
            <p:cNvGrpSpPr/>
            <p:nvPr/>
          </p:nvGrpSpPr>
          <p:grpSpPr>
            <a:xfrm>
              <a:off x="2233276" y="895722"/>
              <a:ext cx="1082667" cy="223591"/>
              <a:chOff x="4808316" y="2800065"/>
              <a:chExt cx="1999386" cy="412910"/>
            </a:xfrm>
          </p:grpSpPr>
          <p:sp>
            <p:nvSpPr>
              <p:cNvPr id="5141" name="Google Shape;5141;p62"/>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2" name="Google Shape;5142;p62"/>
              <p:cNvGrpSpPr/>
              <p:nvPr/>
            </p:nvGrpSpPr>
            <p:grpSpPr>
              <a:xfrm>
                <a:off x="4808316" y="2800065"/>
                <a:ext cx="92400" cy="411825"/>
                <a:chOff x="845575" y="2563700"/>
                <a:chExt cx="92400" cy="411825"/>
              </a:xfrm>
            </p:grpSpPr>
            <p:cxnSp>
              <p:nvCxnSpPr>
                <p:cNvPr id="5143" name="Google Shape;5143;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44" name="Google Shape;5144;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5" name="Google Shape;5145;p62"/>
            <p:cNvGrpSpPr/>
            <p:nvPr/>
          </p:nvGrpSpPr>
          <p:grpSpPr>
            <a:xfrm>
              <a:off x="106648" y="895722"/>
              <a:ext cx="1088401" cy="223591"/>
              <a:chOff x="881025" y="2800065"/>
              <a:chExt cx="2009975" cy="412910"/>
            </a:xfrm>
          </p:grpSpPr>
          <p:sp>
            <p:nvSpPr>
              <p:cNvPr id="5146" name="Google Shape;5146;p62"/>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7" name="Google Shape;5147;p62"/>
              <p:cNvGrpSpPr/>
              <p:nvPr/>
            </p:nvGrpSpPr>
            <p:grpSpPr>
              <a:xfrm>
                <a:off x="881025" y="2800065"/>
                <a:ext cx="92400" cy="411825"/>
                <a:chOff x="845575" y="2563700"/>
                <a:chExt cx="92400" cy="411825"/>
              </a:xfrm>
            </p:grpSpPr>
            <p:cxnSp>
              <p:nvCxnSpPr>
                <p:cNvPr id="5148" name="Google Shape;5148;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49" name="Google Shape;5149;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0" name="Google Shape;5150;p62"/>
            <p:cNvGrpSpPr/>
            <p:nvPr/>
          </p:nvGrpSpPr>
          <p:grpSpPr>
            <a:xfrm>
              <a:off x="1172346" y="1047018"/>
              <a:ext cx="1083151" cy="223003"/>
              <a:chOff x="2849073" y="3079467"/>
              <a:chExt cx="2000279" cy="411825"/>
            </a:xfrm>
          </p:grpSpPr>
          <p:sp>
            <p:nvSpPr>
              <p:cNvPr id="5151" name="Google Shape;5151;p62"/>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2" name="Google Shape;5152;p62"/>
              <p:cNvGrpSpPr/>
              <p:nvPr/>
            </p:nvGrpSpPr>
            <p:grpSpPr>
              <a:xfrm rot="10800000">
                <a:off x="2849073" y="3079467"/>
                <a:ext cx="92400" cy="411825"/>
                <a:chOff x="2070100" y="2563700"/>
                <a:chExt cx="92400" cy="411825"/>
              </a:xfrm>
            </p:grpSpPr>
            <p:cxnSp>
              <p:nvCxnSpPr>
                <p:cNvPr id="5153" name="Google Shape;5153;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54" name="Google Shape;5154;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5" name="Google Shape;5155;p62"/>
            <p:cNvGrpSpPr/>
            <p:nvPr/>
          </p:nvGrpSpPr>
          <p:grpSpPr>
            <a:xfrm>
              <a:off x="3290132" y="1047018"/>
              <a:ext cx="1297929" cy="223003"/>
              <a:chOff x="6760035" y="3079467"/>
              <a:chExt cx="2396914" cy="411825"/>
            </a:xfrm>
          </p:grpSpPr>
          <p:sp>
            <p:nvSpPr>
              <p:cNvPr id="5156" name="Google Shape;5156;p62"/>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7" name="Google Shape;5157;p62"/>
              <p:cNvGrpSpPr/>
              <p:nvPr/>
            </p:nvGrpSpPr>
            <p:grpSpPr>
              <a:xfrm rot="10800000">
                <a:off x="6760035" y="3079467"/>
                <a:ext cx="92400" cy="411825"/>
                <a:chOff x="2070100" y="2563700"/>
                <a:chExt cx="92400" cy="411825"/>
              </a:xfrm>
            </p:grpSpPr>
            <p:cxnSp>
              <p:nvCxnSpPr>
                <p:cNvPr id="5158" name="Google Shape;5158;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59" name="Google Shape;5159;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60" name="Google Shape;5160;p62"/>
          <p:cNvGrpSpPr/>
          <p:nvPr/>
        </p:nvGrpSpPr>
        <p:grpSpPr>
          <a:xfrm>
            <a:off x="2143176" y="3369134"/>
            <a:ext cx="1086701" cy="799429"/>
            <a:chOff x="2183288" y="3555572"/>
            <a:chExt cx="1136241" cy="835873"/>
          </a:xfrm>
        </p:grpSpPr>
        <p:sp>
          <p:nvSpPr>
            <p:cNvPr id="5161" name="Google Shape;5161;p62"/>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2" name="Google Shape;5162;p62"/>
            <p:cNvGrpSpPr/>
            <p:nvPr/>
          </p:nvGrpSpPr>
          <p:grpSpPr>
            <a:xfrm>
              <a:off x="2205895" y="3637269"/>
              <a:ext cx="1089848" cy="724993"/>
              <a:chOff x="2205895" y="3637269"/>
              <a:chExt cx="1089848" cy="724993"/>
            </a:xfrm>
          </p:grpSpPr>
          <p:sp>
            <p:nvSpPr>
              <p:cNvPr id="5163" name="Google Shape;5163;p62"/>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2"/>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2"/>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2"/>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2"/>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2"/>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9" name="Google Shape;5169;p62"/>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70" name="Google Shape;5170;p62"/>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171" name="Google Shape;5171;p62"/>
            <p:cNvGrpSpPr/>
            <p:nvPr/>
          </p:nvGrpSpPr>
          <p:grpSpPr>
            <a:xfrm>
              <a:off x="3173850" y="3779426"/>
              <a:ext cx="145679" cy="70048"/>
              <a:chOff x="3173850" y="3779426"/>
              <a:chExt cx="145679" cy="70048"/>
            </a:xfrm>
          </p:grpSpPr>
          <p:cxnSp>
            <p:nvCxnSpPr>
              <p:cNvPr id="5172" name="Google Shape;5172;p62"/>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173" name="Google Shape;5173;p62"/>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2"/>
            <p:cNvGrpSpPr/>
            <p:nvPr/>
          </p:nvGrpSpPr>
          <p:grpSpPr>
            <a:xfrm>
              <a:off x="2183288" y="4139483"/>
              <a:ext cx="145133" cy="70048"/>
              <a:chOff x="2183288" y="4139483"/>
              <a:chExt cx="145133" cy="70048"/>
            </a:xfrm>
          </p:grpSpPr>
          <p:cxnSp>
            <p:nvCxnSpPr>
              <p:cNvPr id="5175" name="Google Shape;5175;p62"/>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176" name="Google Shape;5176;p62"/>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7" name="Google Shape;5177;p62"/>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78" name="Google Shape;5178;p62"/>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179" name="Google Shape;5179;p62"/>
            <p:cNvGrpSpPr/>
            <p:nvPr/>
          </p:nvGrpSpPr>
          <p:grpSpPr>
            <a:xfrm>
              <a:off x="2943836" y="4268886"/>
              <a:ext cx="60717" cy="122559"/>
              <a:chOff x="2943836" y="4268886"/>
              <a:chExt cx="60717" cy="122559"/>
            </a:xfrm>
          </p:grpSpPr>
          <p:sp>
            <p:nvSpPr>
              <p:cNvPr id="5180" name="Google Shape;5180;p62"/>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81" name="Google Shape;5181;p62"/>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182" name="Google Shape;5182;p62"/>
          <p:cNvGrpSpPr/>
          <p:nvPr/>
        </p:nvGrpSpPr>
        <p:grpSpPr>
          <a:xfrm>
            <a:off x="3406121" y="1290134"/>
            <a:ext cx="1675870" cy="758251"/>
            <a:chOff x="3530532" y="1496185"/>
            <a:chExt cx="1562000" cy="706730"/>
          </a:xfrm>
        </p:grpSpPr>
        <p:cxnSp>
          <p:nvCxnSpPr>
            <p:cNvPr id="5183" name="Google Shape;5183;p62"/>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184" name="Google Shape;5184;p62"/>
            <p:cNvGrpSpPr/>
            <p:nvPr/>
          </p:nvGrpSpPr>
          <p:grpSpPr>
            <a:xfrm>
              <a:off x="3530532" y="1496185"/>
              <a:ext cx="323430" cy="463587"/>
              <a:chOff x="3530532" y="1496185"/>
              <a:chExt cx="323430" cy="463587"/>
            </a:xfrm>
          </p:grpSpPr>
          <p:grpSp>
            <p:nvGrpSpPr>
              <p:cNvPr id="5185" name="Google Shape;5185;p62"/>
              <p:cNvGrpSpPr/>
              <p:nvPr/>
            </p:nvGrpSpPr>
            <p:grpSpPr>
              <a:xfrm>
                <a:off x="3567462" y="1496185"/>
                <a:ext cx="286500" cy="361376"/>
                <a:chOff x="3567462" y="1496185"/>
                <a:chExt cx="286500" cy="361376"/>
              </a:xfrm>
            </p:grpSpPr>
            <p:cxnSp>
              <p:nvCxnSpPr>
                <p:cNvPr id="5186" name="Google Shape;5186;p62"/>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187" name="Google Shape;5187;p62"/>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8" name="Google Shape;5188;p62"/>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62"/>
            <p:cNvGrpSpPr/>
            <p:nvPr/>
          </p:nvGrpSpPr>
          <p:grpSpPr>
            <a:xfrm>
              <a:off x="3891569" y="1779209"/>
              <a:ext cx="323945" cy="423706"/>
              <a:chOff x="3891569" y="1779209"/>
              <a:chExt cx="323945" cy="423706"/>
            </a:xfrm>
          </p:grpSpPr>
          <p:grpSp>
            <p:nvGrpSpPr>
              <p:cNvPr id="5190" name="Google Shape;5190;p62"/>
              <p:cNvGrpSpPr/>
              <p:nvPr/>
            </p:nvGrpSpPr>
            <p:grpSpPr>
              <a:xfrm>
                <a:off x="3929014" y="1881638"/>
                <a:ext cx="286500" cy="321278"/>
                <a:chOff x="3929014" y="1881638"/>
                <a:chExt cx="286500" cy="321278"/>
              </a:xfrm>
            </p:grpSpPr>
            <p:cxnSp>
              <p:nvCxnSpPr>
                <p:cNvPr id="5191" name="Google Shape;5191;p62"/>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192" name="Google Shape;5192;p62"/>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3" name="Google Shape;5193;p62"/>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62"/>
            <p:cNvGrpSpPr/>
            <p:nvPr/>
          </p:nvGrpSpPr>
          <p:grpSpPr>
            <a:xfrm>
              <a:off x="4252606" y="1496185"/>
              <a:ext cx="324721" cy="463587"/>
              <a:chOff x="4252606" y="1496185"/>
              <a:chExt cx="324721" cy="463587"/>
            </a:xfrm>
          </p:grpSpPr>
          <p:grpSp>
            <p:nvGrpSpPr>
              <p:cNvPr id="5195" name="Google Shape;5195;p62"/>
              <p:cNvGrpSpPr/>
              <p:nvPr/>
            </p:nvGrpSpPr>
            <p:grpSpPr>
              <a:xfrm>
                <a:off x="4290828" y="1496185"/>
                <a:ext cx="286500" cy="361376"/>
                <a:chOff x="4290828" y="1496185"/>
                <a:chExt cx="286500" cy="361376"/>
              </a:xfrm>
            </p:grpSpPr>
            <p:cxnSp>
              <p:nvCxnSpPr>
                <p:cNvPr id="5196" name="Google Shape;5196;p62"/>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197" name="Google Shape;5197;p62"/>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8" name="Google Shape;5198;p62"/>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62"/>
            <p:cNvGrpSpPr/>
            <p:nvPr/>
          </p:nvGrpSpPr>
          <p:grpSpPr>
            <a:xfrm>
              <a:off x="4613643" y="1763716"/>
              <a:ext cx="325308" cy="439200"/>
              <a:chOff x="4613643" y="1763716"/>
              <a:chExt cx="325308" cy="439200"/>
            </a:xfrm>
          </p:grpSpPr>
          <p:grpSp>
            <p:nvGrpSpPr>
              <p:cNvPr id="5200" name="Google Shape;5200;p62"/>
              <p:cNvGrpSpPr/>
              <p:nvPr/>
            </p:nvGrpSpPr>
            <p:grpSpPr>
              <a:xfrm>
                <a:off x="4652451" y="1879538"/>
                <a:ext cx="286500" cy="323378"/>
                <a:chOff x="4652451" y="1879538"/>
                <a:chExt cx="286500" cy="323378"/>
              </a:xfrm>
            </p:grpSpPr>
            <p:cxnSp>
              <p:nvCxnSpPr>
                <p:cNvPr id="5201" name="Google Shape;5201;p62"/>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202" name="Google Shape;5202;p62"/>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3" name="Google Shape;5203;p62"/>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4" name="Google Shape;5204;p62"/>
          <p:cNvGrpSpPr/>
          <p:nvPr/>
        </p:nvGrpSpPr>
        <p:grpSpPr>
          <a:xfrm>
            <a:off x="3417981" y="2143759"/>
            <a:ext cx="1652173" cy="391517"/>
            <a:chOff x="3512551" y="2358270"/>
            <a:chExt cx="1597383" cy="378533"/>
          </a:xfrm>
        </p:grpSpPr>
        <p:cxnSp>
          <p:nvCxnSpPr>
            <p:cNvPr id="5205" name="Google Shape;5205;p62"/>
            <p:cNvCxnSpPr>
              <a:stCxn id="5206" idx="6"/>
              <a:endCxn id="520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208" name="Google Shape;5208;p62"/>
            <p:cNvGrpSpPr/>
            <p:nvPr/>
          </p:nvGrpSpPr>
          <p:grpSpPr>
            <a:xfrm>
              <a:off x="3512551" y="2358270"/>
              <a:ext cx="225647" cy="307714"/>
              <a:chOff x="2182679" y="2004714"/>
              <a:chExt cx="792300" cy="1080458"/>
            </a:xfrm>
          </p:grpSpPr>
          <p:cxnSp>
            <p:nvCxnSpPr>
              <p:cNvPr id="5209" name="Google Shape;5209;p62"/>
              <p:cNvCxnSpPr>
                <a:stCxn id="521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06" name="Google Shape;5206;p62"/>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2"/>
            <p:cNvGrpSpPr/>
            <p:nvPr/>
          </p:nvGrpSpPr>
          <p:grpSpPr>
            <a:xfrm>
              <a:off x="3969644" y="2440153"/>
              <a:ext cx="225853" cy="296651"/>
              <a:chOff x="3775710" y="1729289"/>
              <a:chExt cx="136500" cy="179289"/>
            </a:xfrm>
          </p:grpSpPr>
          <p:cxnSp>
            <p:nvCxnSpPr>
              <p:cNvPr id="5212" name="Google Shape;5212;p62"/>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213" name="Google Shape;5213;p62"/>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2"/>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62"/>
            <p:cNvGrpSpPr/>
            <p:nvPr/>
          </p:nvGrpSpPr>
          <p:grpSpPr>
            <a:xfrm>
              <a:off x="4427051" y="2358270"/>
              <a:ext cx="225647" cy="307714"/>
              <a:chOff x="5393704" y="2004714"/>
              <a:chExt cx="792300" cy="1080458"/>
            </a:xfrm>
          </p:grpSpPr>
          <p:cxnSp>
            <p:nvCxnSpPr>
              <p:cNvPr id="5216" name="Google Shape;5216;p62"/>
              <p:cNvCxnSpPr>
                <a:stCxn id="521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18" name="Google Shape;5218;p62"/>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62"/>
            <p:cNvGrpSpPr/>
            <p:nvPr/>
          </p:nvGrpSpPr>
          <p:grpSpPr>
            <a:xfrm>
              <a:off x="4884287" y="2440252"/>
              <a:ext cx="225647" cy="296532"/>
              <a:chOff x="6999166" y="2292572"/>
              <a:chExt cx="792300" cy="1041192"/>
            </a:xfrm>
          </p:grpSpPr>
          <p:cxnSp>
            <p:nvCxnSpPr>
              <p:cNvPr id="5220" name="Google Shape;5220;p62"/>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207" name="Google Shape;5207;p62"/>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2" name="Google Shape;5222;p62"/>
          <p:cNvGrpSpPr/>
          <p:nvPr/>
        </p:nvGrpSpPr>
        <p:grpSpPr>
          <a:xfrm>
            <a:off x="6838789" y="979959"/>
            <a:ext cx="1581844" cy="732818"/>
            <a:chOff x="634175" y="2986275"/>
            <a:chExt cx="3147949" cy="1458344"/>
          </a:xfrm>
        </p:grpSpPr>
        <p:cxnSp>
          <p:nvCxnSpPr>
            <p:cNvPr id="5223" name="Google Shape;5223;p62"/>
            <p:cNvCxnSpPr>
              <a:stCxn id="5224" idx="4"/>
              <a:endCxn id="522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226" name="Google Shape;5226;p62"/>
            <p:cNvCxnSpPr>
              <a:stCxn id="5225" idx="0"/>
              <a:endCxn id="522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28" name="Google Shape;5228;p62"/>
            <p:cNvCxnSpPr>
              <a:stCxn id="5227" idx="4"/>
              <a:endCxn id="522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30" name="Google Shape;5230;p62"/>
            <p:cNvCxnSpPr>
              <a:stCxn id="5229" idx="0"/>
              <a:endCxn id="523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231" name="Google Shape;5231;p62"/>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27" name="Google Shape;5227;p62"/>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24" name="Google Shape;5224;p62"/>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29" name="Google Shape;5229;p62"/>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25" name="Google Shape;5225;p62"/>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232" name="Google Shape;5232;p62"/>
          <p:cNvGrpSpPr/>
          <p:nvPr/>
        </p:nvGrpSpPr>
        <p:grpSpPr>
          <a:xfrm>
            <a:off x="3406504" y="2674269"/>
            <a:ext cx="1675128" cy="313674"/>
            <a:chOff x="998425" y="1182125"/>
            <a:chExt cx="1065400" cy="199500"/>
          </a:xfrm>
        </p:grpSpPr>
        <p:sp>
          <p:nvSpPr>
            <p:cNvPr id="5233" name="Google Shape;5233;p6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62"/>
          <p:cNvGrpSpPr/>
          <p:nvPr/>
        </p:nvGrpSpPr>
        <p:grpSpPr>
          <a:xfrm>
            <a:off x="3406503" y="3630235"/>
            <a:ext cx="1675129" cy="525345"/>
            <a:chOff x="5194708" y="3484366"/>
            <a:chExt cx="3148148" cy="987304"/>
          </a:xfrm>
        </p:grpSpPr>
        <p:grpSp>
          <p:nvGrpSpPr>
            <p:cNvPr id="5239" name="Google Shape;5239;p62"/>
            <p:cNvGrpSpPr/>
            <p:nvPr/>
          </p:nvGrpSpPr>
          <p:grpSpPr>
            <a:xfrm>
              <a:off x="7531521" y="3484366"/>
              <a:ext cx="811335" cy="987304"/>
              <a:chOff x="3379425" y="1617275"/>
              <a:chExt cx="1090650" cy="1327200"/>
            </a:xfrm>
          </p:grpSpPr>
          <p:sp>
            <p:nvSpPr>
              <p:cNvPr id="5240" name="Google Shape;5240;p6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2"/>
            <p:cNvGrpSpPr/>
            <p:nvPr/>
          </p:nvGrpSpPr>
          <p:grpSpPr>
            <a:xfrm>
              <a:off x="6752546" y="3484366"/>
              <a:ext cx="811428" cy="987304"/>
              <a:chOff x="2332275" y="1617275"/>
              <a:chExt cx="1090775" cy="1327200"/>
            </a:xfrm>
          </p:grpSpPr>
          <p:sp>
            <p:nvSpPr>
              <p:cNvPr id="5244" name="Google Shape;5244;p6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62"/>
            <p:cNvGrpSpPr/>
            <p:nvPr/>
          </p:nvGrpSpPr>
          <p:grpSpPr>
            <a:xfrm>
              <a:off x="5973664" y="3484366"/>
              <a:ext cx="811335" cy="987304"/>
              <a:chOff x="1285250" y="1617275"/>
              <a:chExt cx="1090650" cy="1327200"/>
            </a:xfrm>
          </p:grpSpPr>
          <p:sp>
            <p:nvSpPr>
              <p:cNvPr id="5248" name="Google Shape;5248;p6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62"/>
            <p:cNvGrpSpPr/>
            <p:nvPr/>
          </p:nvGrpSpPr>
          <p:grpSpPr>
            <a:xfrm>
              <a:off x="5194708" y="3484366"/>
              <a:ext cx="811409" cy="987304"/>
              <a:chOff x="238125" y="1617275"/>
              <a:chExt cx="1090750" cy="1327200"/>
            </a:xfrm>
          </p:grpSpPr>
          <p:sp>
            <p:nvSpPr>
              <p:cNvPr id="5252" name="Google Shape;5252;p6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5" name="Google Shape;5255;p62"/>
          <p:cNvGrpSpPr/>
          <p:nvPr/>
        </p:nvGrpSpPr>
        <p:grpSpPr>
          <a:xfrm>
            <a:off x="6840188" y="2276124"/>
            <a:ext cx="1579046" cy="522230"/>
            <a:chOff x="6853641" y="2534077"/>
            <a:chExt cx="1515545" cy="501229"/>
          </a:xfrm>
        </p:grpSpPr>
        <p:grpSp>
          <p:nvGrpSpPr>
            <p:cNvPr id="5256" name="Google Shape;5256;p62"/>
            <p:cNvGrpSpPr/>
            <p:nvPr/>
          </p:nvGrpSpPr>
          <p:grpSpPr>
            <a:xfrm>
              <a:off x="6853641" y="2618923"/>
              <a:ext cx="1515545" cy="324556"/>
              <a:chOff x="6853641" y="2618923"/>
              <a:chExt cx="1515545" cy="324556"/>
            </a:xfrm>
          </p:grpSpPr>
          <p:sp>
            <p:nvSpPr>
              <p:cNvPr id="5257" name="Google Shape;5257;p62"/>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2"/>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2"/>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2" name="Google Shape;5262;p62"/>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2"/>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2"/>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2"/>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2"/>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62"/>
          <p:cNvGrpSpPr/>
          <p:nvPr/>
        </p:nvGrpSpPr>
        <p:grpSpPr>
          <a:xfrm>
            <a:off x="3435080" y="3151165"/>
            <a:ext cx="1617976" cy="346616"/>
            <a:chOff x="1808063" y="4294338"/>
            <a:chExt cx="3370782" cy="721817"/>
          </a:xfrm>
        </p:grpSpPr>
        <p:sp>
          <p:nvSpPr>
            <p:cNvPr id="5268" name="Google Shape;5268;p6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62"/>
          <p:cNvGrpSpPr/>
          <p:nvPr/>
        </p:nvGrpSpPr>
        <p:grpSpPr>
          <a:xfrm>
            <a:off x="5261076" y="3817915"/>
            <a:ext cx="1417067" cy="350605"/>
            <a:chOff x="4234950" y="2101012"/>
            <a:chExt cx="4219974" cy="1044090"/>
          </a:xfrm>
        </p:grpSpPr>
        <p:sp>
          <p:nvSpPr>
            <p:cNvPr id="5279" name="Google Shape;5279;p62"/>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2"/>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2"/>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2"/>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2"/>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2"/>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2"/>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2"/>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2"/>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2"/>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2"/>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62"/>
          <p:cNvGrpSpPr/>
          <p:nvPr/>
        </p:nvGrpSpPr>
        <p:grpSpPr>
          <a:xfrm>
            <a:off x="6836548" y="1808672"/>
            <a:ext cx="1586327" cy="371557"/>
            <a:chOff x="1247650" y="2075423"/>
            <a:chExt cx="6648477" cy="1557238"/>
          </a:xfrm>
        </p:grpSpPr>
        <p:sp>
          <p:nvSpPr>
            <p:cNvPr id="5296" name="Google Shape;5296;p6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62"/>
          <p:cNvGrpSpPr/>
          <p:nvPr/>
        </p:nvGrpSpPr>
        <p:grpSpPr>
          <a:xfrm>
            <a:off x="5267818" y="961862"/>
            <a:ext cx="1415601" cy="1648533"/>
            <a:chOff x="1839112" y="2209163"/>
            <a:chExt cx="1918159" cy="2233784"/>
          </a:xfrm>
        </p:grpSpPr>
        <p:sp>
          <p:nvSpPr>
            <p:cNvPr id="5303" name="Google Shape;5303;p62"/>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2"/>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06" name="Google Shape;5306;p62"/>
            <p:cNvCxnSpPr>
              <a:stCxn id="5303" idx="6"/>
              <a:endCxn id="530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07" name="Google Shape;5307;p62"/>
            <p:cNvCxnSpPr>
              <a:stCxn id="5304" idx="4"/>
              <a:endCxn id="530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309" name="Google Shape;5309;p62"/>
            <p:cNvCxnSpPr>
              <a:stCxn id="5308" idx="6"/>
              <a:endCxn id="530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10" name="Google Shape;5310;p62"/>
            <p:cNvCxnSpPr>
              <a:stCxn id="5305" idx="4"/>
              <a:endCxn id="531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308" name="Google Shape;5308;p62"/>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3" name="Google Shape;5313;p62"/>
            <p:cNvCxnSpPr>
              <a:endCxn id="531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314" name="Google Shape;5314;p62"/>
          <p:cNvGrpSpPr/>
          <p:nvPr/>
        </p:nvGrpSpPr>
        <p:grpSpPr>
          <a:xfrm>
            <a:off x="3425084" y="979946"/>
            <a:ext cx="1637968" cy="154942"/>
            <a:chOff x="238125" y="2506075"/>
            <a:chExt cx="7115411" cy="673075"/>
          </a:xfrm>
        </p:grpSpPr>
        <p:sp>
          <p:nvSpPr>
            <p:cNvPr id="5315" name="Google Shape;5315;p6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62"/>
          <p:cNvGrpSpPr/>
          <p:nvPr/>
        </p:nvGrpSpPr>
        <p:grpSpPr>
          <a:xfrm>
            <a:off x="1965820" y="1294664"/>
            <a:ext cx="1262932" cy="785408"/>
            <a:chOff x="548861" y="389676"/>
            <a:chExt cx="3843371" cy="2390163"/>
          </a:xfrm>
        </p:grpSpPr>
        <p:cxnSp>
          <p:nvCxnSpPr>
            <p:cNvPr id="5321" name="Google Shape;5321;p62"/>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22" name="Google Shape;5322;p62"/>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23" name="Google Shape;5323;p62"/>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24" name="Google Shape;5324;p62"/>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325" name="Google Shape;5325;p62"/>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326" name="Google Shape;5326;p62"/>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7" name="Google Shape;5327;p62"/>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328" name="Google Shape;5328;p62"/>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2"/>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62"/>
          <p:cNvGrpSpPr/>
          <p:nvPr/>
        </p:nvGrpSpPr>
        <p:grpSpPr>
          <a:xfrm>
            <a:off x="753952" y="2401541"/>
            <a:ext cx="1412054" cy="633562"/>
            <a:chOff x="1187400" y="2529299"/>
            <a:chExt cx="6769193" cy="2241903"/>
          </a:xfrm>
        </p:grpSpPr>
        <p:sp>
          <p:nvSpPr>
            <p:cNvPr id="5335" name="Google Shape;5335;p62"/>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336" name="Google Shape;5336;p62"/>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37" name="Google Shape;5337;p62"/>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38" name="Google Shape;5338;p62"/>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39" name="Google Shape;5339;p62"/>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40" name="Google Shape;5340;p62"/>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41" name="Google Shape;5341;p62"/>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342" name="Google Shape;5342;p62"/>
            <p:cNvCxnSpPr>
              <a:stCxn id="5335" idx="2"/>
              <a:endCxn id="533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43" name="Google Shape;5343;p62"/>
            <p:cNvCxnSpPr>
              <a:stCxn id="5337" idx="0"/>
              <a:endCxn id="533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44" name="Google Shape;5344;p62"/>
            <p:cNvCxnSpPr>
              <a:stCxn id="5337" idx="2"/>
              <a:endCxn id="533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45" name="Google Shape;5345;p62"/>
            <p:cNvCxnSpPr>
              <a:stCxn id="5338" idx="0"/>
              <a:endCxn id="533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46" name="Google Shape;5346;p62"/>
            <p:cNvCxnSpPr>
              <a:stCxn id="5336" idx="2"/>
              <a:endCxn id="534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47" name="Google Shape;5347;p62"/>
            <p:cNvCxnSpPr>
              <a:stCxn id="5340" idx="0"/>
              <a:endCxn id="533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348" name="Google Shape;5348;p62"/>
          <p:cNvGrpSpPr/>
          <p:nvPr/>
        </p:nvGrpSpPr>
        <p:grpSpPr>
          <a:xfrm>
            <a:off x="6840198" y="2894250"/>
            <a:ext cx="1579035" cy="540873"/>
            <a:chOff x="6895650" y="3126697"/>
            <a:chExt cx="1436662" cy="492105"/>
          </a:xfrm>
        </p:grpSpPr>
        <p:sp>
          <p:nvSpPr>
            <p:cNvPr id="5349" name="Google Shape;5349;p62"/>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4" name="Google Shape;5354;p62"/>
            <p:cNvGrpSpPr/>
            <p:nvPr/>
          </p:nvGrpSpPr>
          <p:grpSpPr>
            <a:xfrm>
              <a:off x="6995957" y="3335810"/>
              <a:ext cx="1230393" cy="71754"/>
              <a:chOff x="6995957" y="3287964"/>
              <a:chExt cx="1230393" cy="71754"/>
            </a:xfrm>
          </p:grpSpPr>
          <p:sp>
            <p:nvSpPr>
              <p:cNvPr id="5355" name="Google Shape;5355;p62"/>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2"/>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0" name="Google Shape;5360;p62"/>
          <p:cNvGrpSpPr/>
          <p:nvPr/>
        </p:nvGrpSpPr>
        <p:grpSpPr>
          <a:xfrm>
            <a:off x="6838780" y="3531013"/>
            <a:ext cx="1581862" cy="650625"/>
            <a:chOff x="6777990" y="3710194"/>
            <a:chExt cx="1646915" cy="677382"/>
          </a:xfrm>
        </p:grpSpPr>
        <p:grpSp>
          <p:nvGrpSpPr>
            <p:cNvPr id="5361" name="Google Shape;5361;p62"/>
            <p:cNvGrpSpPr/>
            <p:nvPr/>
          </p:nvGrpSpPr>
          <p:grpSpPr>
            <a:xfrm>
              <a:off x="6777990" y="3874492"/>
              <a:ext cx="411129" cy="513083"/>
              <a:chOff x="6777990" y="3874492"/>
              <a:chExt cx="411129" cy="513083"/>
            </a:xfrm>
          </p:grpSpPr>
          <p:cxnSp>
            <p:nvCxnSpPr>
              <p:cNvPr id="5362" name="Google Shape;5362;p62"/>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63" name="Google Shape;5363;p62"/>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62"/>
            <p:cNvGrpSpPr/>
            <p:nvPr/>
          </p:nvGrpSpPr>
          <p:grpSpPr>
            <a:xfrm>
              <a:off x="7188425" y="3710194"/>
              <a:ext cx="411123" cy="520535"/>
              <a:chOff x="7188425" y="3710194"/>
              <a:chExt cx="411123" cy="520535"/>
            </a:xfrm>
          </p:grpSpPr>
          <p:cxnSp>
            <p:nvCxnSpPr>
              <p:cNvPr id="5365" name="Google Shape;5365;p62"/>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66" name="Google Shape;5366;p62"/>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62"/>
            <p:cNvGrpSpPr/>
            <p:nvPr/>
          </p:nvGrpSpPr>
          <p:grpSpPr>
            <a:xfrm>
              <a:off x="7603341" y="3874492"/>
              <a:ext cx="411474" cy="513083"/>
              <a:chOff x="7603341" y="3874492"/>
              <a:chExt cx="411474" cy="513083"/>
            </a:xfrm>
          </p:grpSpPr>
          <p:cxnSp>
            <p:nvCxnSpPr>
              <p:cNvPr id="5368" name="Google Shape;5368;p62"/>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69" name="Google Shape;5369;p62"/>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62"/>
            <p:cNvGrpSpPr/>
            <p:nvPr/>
          </p:nvGrpSpPr>
          <p:grpSpPr>
            <a:xfrm>
              <a:off x="8013776" y="3722847"/>
              <a:ext cx="411129" cy="507881"/>
              <a:chOff x="8013776" y="3722847"/>
              <a:chExt cx="411129" cy="507881"/>
            </a:xfrm>
          </p:grpSpPr>
          <p:cxnSp>
            <p:nvCxnSpPr>
              <p:cNvPr id="5371" name="Google Shape;5371;p62"/>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372" name="Google Shape;5372;p62"/>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3" name="Google Shape;5373;p62"/>
          <p:cNvGrpSpPr/>
          <p:nvPr/>
        </p:nvGrpSpPr>
        <p:grpSpPr>
          <a:xfrm>
            <a:off x="5258295" y="2703853"/>
            <a:ext cx="1421889" cy="1020603"/>
            <a:chOff x="5190863" y="2824811"/>
            <a:chExt cx="1544860" cy="1108869"/>
          </a:xfrm>
        </p:grpSpPr>
        <p:grpSp>
          <p:nvGrpSpPr>
            <p:cNvPr id="5374" name="Google Shape;5374;p62"/>
            <p:cNvGrpSpPr/>
            <p:nvPr/>
          </p:nvGrpSpPr>
          <p:grpSpPr>
            <a:xfrm>
              <a:off x="5938695" y="3176919"/>
              <a:ext cx="685761" cy="404739"/>
              <a:chOff x="5938695" y="3176919"/>
              <a:chExt cx="685761" cy="404739"/>
            </a:xfrm>
          </p:grpSpPr>
          <p:grpSp>
            <p:nvGrpSpPr>
              <p:cNvPr id="5375" name="Google Shape;5375;p62"/>
              <p:cNvGrpSpPr/>
              <p:nvPr/>
            </p:nvGrpSpPr>
            <p:grpSpPr>
              <a:xfrm>
                <a:off x="5938695" y="3176919"/>
                <a:ext cx="685761" cy="404739"/>
                <a:chOff x="5938695" y="3176919"/>
                <a:chExt cx="685761" cy="404739"/>
              </a:xfrm>
            </p:grpSpPr>
            <p:sp>
              <p:nvSpPr>
                <p:cNvPr id="5376" name="Google Shape;5376;p62"/>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8" name="Google Shape;5378;p62"/>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62"/>
            <p:cNvGrpSpPr/>
            <p:nvPr/>
          </p:nvGrpSpPr>
          <p:grpSpPr>
            <a:xfrm>
              <a:off x="5305233" y="3176835"/>
              <a:ext cx="685971" cy="404655"/>
              <a:chOff x="5305233" y="3176835"/>
              <a:chExt cx="685971" cy="404655"/>
            </a:xfrm>
          </p:grpSpPr>
          <p:grpSp>
            <p:nvGrpSpPr>
              <p:cNvPr id="5380" name="Google Shape;5380;p62"/>
              <p:cNvGrpSpPr/>
              <p:nvPr/>
            </p:nvGrpSpPr>
            <p:grpSpPr>
              <a:xfrm>
                <a:off x="5305233" y="3176835"/>
                <a:ext cx="685971" cy="404655"/>
                <a:chOff x="5305233" y="3176835"/>
                <a:chExt cx="685971" cy="404655"/>
              </a:xfrm>
            </p:grpSpPr>
            <p:sp>
              <p:nvSpPr>
                <p:cNvPr id="5381" name="Google Shape;5381;p62"/>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3" name="Google Shape;5383;p62"/>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4" name="Google Shape;5384;p62"/>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5" name="Google Shape;5385;p62"/>
            <p:cNvGrpSpPr/>
            <p:nvPr/>
          </p:nvGrpSpPr>
          <p:grpSpPr>
            <a:xfrm>
              <a:off x="5657361" y="2824811"/>
              <a:ext cx="1078361" cy="404655"/>
              <a:chOff x="5657361" y="2824811"/>
              <a:chExt cx="1078361" cy="404655"/>
            </a:xfrm>
          </p:grpSpPr>
          <p:grpSp>
            <p:nvGrpSpPr>
              <p:cNvPr id="5386" name="Google Shape;5386;p62"/>
              <p:cNvGrpSpPr/>
              <p:nvPr/>
            </p:nvGrpSpPr>
            <p:grpSpPr>
              <a:xfrm>
                <a:off x="5657361" y="2824811"/>
                <a:ext cx="1078361" cy="404655"/>
                <a:chOff x="5657361" y="2824811"/>
                <a:chExt cx="1078361" cy="404655"/>
              </a:xfrm>
            </p:grpSpPr>
            <p:grpSp>
              <p:nvGrpSpPr>
                <p:cNvPr id="5387" name="Google Shape;5387;p62"/>
                <p:cNvGrpSpPr/>
                <p:nvPr/>
              </p:nvGrpSpPr>
              <p:grpSpPr>
                <a:xfrm>
                  <a:off x="5938485" y="2824811"/>
                  <a:ext cx="797237" cy="404655"/>
                  <a:chOff x="5938485" y="2824811"/>
                  <a:chExt cx="797237" cy="404655"/>
                </a:xfrm>
              </p:grpSpPr>
              <p:sp>
                <p:nvSpPr>
                  <p:cNvPr id="5388" name="Google Shape;5388;p62"/>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2"/>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0" name="Google Shape;5390;p62"/>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1" name="Google Shape;5391;p62"/>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2"/>
            <p:cNvGrpSpPr/>
            <p:nvPr/>
          </p:nvGrpSpPr>
          <p:grpSpPr>
            <a:xfrm>
              <a:off x="5190863" y="3528942"/>
              <a:ext cx="1078026" cy="404739"/>
              <a:chOff x="5190863" y="3528942"/>
              <a:chExt cx="1078026" cy="404739"/>
            </a:xfrm>
          </p:grpSpPr>
          <p:sp>
            <p:nvSpPr>
              <p:cNvPr id="5393" name="Google Shape;5393;p62"/>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4" name="Google Shape;5394;p62"/>
              <p:cNvGrpSpPr/>
              <p:nvPr/>
            </p:nvGrpSpPr>
            <p:grpSpPr>
              <a:xfrm>
                <a:off x="5190863" y="3528942"/>
                <a:ext cx="1078026" cy="404739"/>
                <a:chOff x="5190863" y="3528942"/>
                <a:chExt cx="1078026" cy="404739"/>
              </a:xfrm>
            </p:grpSpPr>
            <p:sp>
              <p:nvSpPr>
                <p:cNvPr id="5395" name="Google Shape;5395;p62"/>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97" name="Google Shape;5397;p62"/>
          <p:cNvGrpSpPr/>
          <p:nvPr/>
        </p:nvGrpSpPr>
        <p:grpSpPr>
          <a:xfrm>
            <a:off x="724302" y="1268321"/>
            <a:ext cx="1086719" cy="879487"/>
            <a:chOff x="803162" y="1474292"/>
            <a:chExt cx="1086719" cy="879487"/>
          </a:xfrm>
        </p:grpSpPr>
        <p:grpSp>
          <p:nvGrpSpPr>
            <p:cNvPr id="5398" name="Google Shape;5398;p62"/>
            <p:cNvGrpSpPr/>
            <p:nvPr/>
          </p:nvGrpSpPr>
          <p:grpSpPr>
            <a:xfrm>
              <a:off x="803162" y="1625948"/>
              <a:ext cx="445856" cy="576579"/>
              <a:chOff x="803162" y="1625948"/>
              <a:chExt cx="445856" cy="576579"/>
            </a:xfrm>
          </p:grpSpPr>
          <p:sp>
            <p:nvSpPr>
              <p:cNvPr id="5399" name="Google Shape;5399;p62"/>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0" name="Google Shape;5400;p62"/>
              <p:cNvGrpSpPr/>
              <p:nvPr/>
            </p:nvGrpSpPr>
            <p:grpSpPr>
              <a:xfrm>
                <a:off x="1056023" y="1625948"/>
                <a:ext cx="192995" cy="576579"/>
                <a:chOff x="1056023" y="1625948"/>
                <a:chExt cx="192995" cy="576579"/>
              </a:xfrm>
            </p:grpSpPr>
            <p:sp>
              <p:nvSpPr>
                <p:cNvPr id="5401" name="Google Shape;5401;p62"/>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2"/>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6" name="Google Shape;5406;p62"/>
            <p:cNvGrpSpPr/>
            <p:nvPr/>
          </p:nvGrpSpPr>
          <p:grpSpPr>
            <a:xfrm>
              <a:off x="1371406" y="1474292"/>
              <a:ext cx="518475" cy="879487"/>
              <a:chOff x="1398231" y="1474292"/>
              <a:chExt cx="518475" cy="879487"/>
            </a:xfrm>
          </p:grpSpPr>
          <p:grpSp>
            <p:nvGrpSpPr>
              <p:cNvPr id="5407" name="Google Shape;5407;p62"/>
              <p:cNvGrpSpPr/>
              <p:nvPr/>
            </p:nvGrpSpPr>
            <p:grpSpPr>
              <a:xfrm>
                <a:off x="1398231" y="1474292"/>
                <a:ext cx="518475" cy="341643"/>
                <a:chOff x="1398231" y="1474292"/>
                <a:chExt cx="518475" cy="341643"/>
              </a:xfrm>
            </p:grpSpPr>
            <p:sp>
              <p:nvSpPr>
                <p:cNvPr id="5408" name="Google Shape;5408;p62"/>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9" name="Google Shape;5409;p62"/>
                <p:cNvGrpSpPr/>
                <p:nvPr/>
              </p:nvGrpSpPr>
              <p:grpSpPr>
                <a:xfrm>
                  <a:off x="1616453" y="1474292"/>
                  <a:ext cx="300253" cy="341643"/>
                  <a:chOff x="1616453" y="1475379"/>
                  <a:chExt cx="300253" cy="341643"/>
                </a:xfrm>
              </p:grpSpPr>
              <p:sp>
                <p:nvSpPr>
                  <p:cNvPr id="5410" name="Google Shape;5410;p62"/>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2"/>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2"/>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7" name="Google Shape;5417;p62"/>
                  <p:cNvGrpSpPr/>
                  <p:nvPr/>
                </p:nvGrpSpPr>
                <p:grpSpPr>
                  <a:xfrm>
                    <a:off x="1839639" y="1475379"/>
                    <a:ext cx="77067" cy="341643"/>
                    <a:chOff x="1839639" y="1475379"/>
                    <a:chExt cx="77067" cy="341643"/>
                  </a:xfrm>
                </p:grpSpPr>
                <p:sp>
                  <p:nvSpPr>
                    <p:cNvPr id="5418" name="Google Shape;5418;p62"/>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2"/>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20" name="Google Shape;5420;p62"/>
              <p:cNvGrpSpPr/>
              <p:nvPr/>
            </p:nvGrpSpPr>
            <p:grpSpPr>
              <a:xfrm>
                <a:off x="1398451" y="2012951"/>
                <a:ext cx="518255" cy="340828"/>
                <a:chOff x="1398451" y="2012951"/>
                <a:chExt cx="518255" cy="340828"/>
              </a:xfrm>
            </p:grpSpPr>
            <p:sp>
              <p:nvSpPr>
                <p:cNvPr id="5421" name="Google Shape;5421;p62"/>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2" name="Google Shape;5422;p62"/>
                <p:cNvGrpSpPr/>
                <p:nvPr/>
              </p:nvGrpSpPr>
              <p:grpSpPr>
                <a:xfrm>
                  <a:off x="1616453" y="2012951"/>
                  <a:ext cx="300253" cy="340828"/>
                  <a:chOff x="1616453" y="2013538"/>
                  <a:chExt cx="300253" cy="340828"/>
                </a:xfrm>
              </p:grpSpPr>
              <p:sp>
                <p:nvSpPr>
                  <p:cNvPr id="5423" name="Google Shape;5423;p62"/>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2"/>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2"/>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0" name="Google Shape;5430;p62"/>
                  <p:cNvGrpSpPr/>
                  <p:nvPr/>
                </p:nvGrpSpPr>
                <p:grpSpPr>
                  <a:xfrm>
                    <a:off x="1839639" y="2013538"/>
                    <a:ext cx="77067" cy="340828"/>
                    <a:chOff x="1839639" y="2013538"/>
                    <a:chExt cx="77067" cy="340828"/>
                  </a:xfrm>
                </p:grpSpPr>
                <p:sp>
                  <p:nvSpPr>
                    <p:cNvPr id="5431" name="Google Shape;5431;p62"/>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2"/>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33" name="Google Shape;5433;p62"/>
          <p:cNvGrpSpPr/>
          <p:nvPr/>
        </p:nvGrpSpPr>
        <p:grpSpPr>
          <a:xfrm>
            <a:off x="721126" y="3399508"/>
            <a:ext cx="1368681" cy="682918"/>
            <a:chOff x="724986" y="3605478"/>
            <a:chExt cx="1368681" cy="682918"/>
          </a:xfrm>
        </p:grpSpPr>
        <p:grpSp>
          <p:nvGrpSpPr>
            <p:cNvPr id="5434" name="Google Shape;5434;p62"/>
            <p:cNvGrpSpPr/>
            <p:nvPr/>
          </p:nvGrpSpPr>
          <p:grpSpPr>
            <a:xfrm>
              <a:off x="1289102" y="3823629"/>
              <a:ext cx="240442" cy="250435"/>
              <a:chOff x="-165066" y="3843615"/>
              <a:chExt cx="221259" cy="230455"/>
            </a:xfrm>
          </p:grpSpPr>
          <p:sp>
            <p:nvSpPr>
              <p:cNvPr id="5435" name="Google Shape;5435;p62"/>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2"/>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2"/>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2"/>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2"/>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2"/>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2"/>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2"/>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2"/>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62"/>
            <p:cNvGrpSpPr/>
            <p:nvPr/>
          </p:nvGrpSpPr>
          <p:grpSpPr>
            <a:xfrm>
              <a:off x="724986" y="3605478"/>
              <a:ext cx="1368681" cy="682918"/>
              <a:chOff x="724986" y="3605478"/>
              <a:chExt cx="1368681" cy="682918"/>
            </a:xfrm>
          </p:grpSpPr>
          <p:grpSp>
            <p:nvGrpSpPr>
              <p:cNvPr id="5456" name="Google Shape;5456;p62"/>
              <p:cNvGrpSpPr/>
              <p:nvPr/>
            </p:nvGrpSpPr>
            <p:grpSpPr>
              <a:xfrm>
                <a:off x="1498221" y="4047614"/>
                <a:ext cx="529172" cy="240783"/>
                <a:chOff x="1498221" y="4047614"/>
                <a:chExt cx="529172" cy="240783"/>
              </a:xfrm>
            </p:grpSpPr>
            <p:grpSp>
              <p:nvGrpSpPr>
                <p:cNvPr id="5457" name="Google Shape;5457;p62"/>
                <p:cNvGrpSpPr/>
                <p:nvPr/>
              </p:nvGrpSpPr>
              <p:grpSpPr>
                <a:xfrm>
                  <a:off x="1826655" y="4224370"/>
                  <a:ext cx="200738" cy="25631"/>
                  <a:chOff x="1826655" y="4224370"/>
                  <a:chExt cx="200738" cy="25631"/>
                </a:xfrm>
              </p:grpSpPr>
              <p:sp>
                <p:nvSpPr>
                  <p:cNvPr id="5458" name="Google Shape;5458;p62"/>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62"/>
                <p:cNvGrpSpPr/>
                <p:nvPr/>
              </p:nvGrpSpPr>
              <p:grpSpPr>
                <a:xfrm>
                  <a:off x="1498221" y="4047614"/>
                  <a:ext cx="328444" cy="240783"/>
                  <a:chOff x="1498221" y="4047614"/>
                  <a:chExt cx="328444" cy="240783"/>
                </a:xfrm>
              </p:grpSpPr>
              <p:sp>
                <p:nvSpPr>
                  <p:cNvPr id="5461" name="Google Shape;5461;p62"/>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2" name="Google Shape;5462;p62"/>
                  <p:cNvGrpSpPr/>
                  <p:nvPr/>
                </p:nvGrpSpPr>
                <p:grpSpPr>
                  <a:xfrm>
                    <a:off x="1498221" y="4047614"/>
                    <a:ext cx="150566" cy="190416"/>
                    <a:chOff x="1498221" y="4047614"/>
                    <a:chExt cx="150566" cy="190416"/>
                  </a:xfrm>
                </p:grpSpPr>
                <p:sp>
                  <p:nvSpPr>
                    <p:cNvPr id="5463" name="Google Shape;5463;p62"/>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65" name="Google Shape;5465;p62"/>
              <p:cNvGrpSpPr/>
              <p:nvPr/>
            </p:nvGrpSpPr>
            <p:grpSpPr>
              <a:xfrm>
                <a:off x="1560718" y="3800594"/>
                <a:ext cx="532948" cy="302090"/>
                <a:chOff x="1560718" y="3800594"/>
                <a:chExt cx="532948" cy="302090"/>
              </a:xfrm>
            </p:grpSpPr>
            <p:grpSp>
              <p:nvGrpSpPr>
                <p:cNvPr id="5466" name="Google Shape;5466;p62"/>
                <p:cNvGrpSpPr/>
                <p:nvPr/>
              </p:nvGrpSpPr>
              <p:grpSpPr>
                <a:xfrm>
                  <a:off x="1912179" y="3827344"/>
                  <a:ext cx="181487" cy="25631"/>
                  <a:chOff x="1912179" y="3827344"/>
                  <a:chExt cx="181487" cy="25631"/>
                </a:xfrm>
              </p:grpSpPr>
              <p:sp>
                <p:nvSpPr>
                  <p:cNvPr id="5467" name="Google Shape;5467;p62"/>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2"/>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62"/>
                <p:cNvGrpSpPr/>
                <p:nvPr/>
              </p:nvGrpSpPr>
              <p:grpSpPr>
                <a:xfrm>
                  <a:off x="1912179" y="4044505"/>
                  <a:ext cx="181487" cy="25622"/>
                  <a:chOff x="1912179" y="4044506"/>
                  <a:chExt cx="181487" cy="25622"/>
                </a:xfrm>
              </p:grpSpPr>
              <p:sp>
                <p:nvSpPr>
                  <p:cNvPr id="5470" name="Google Shape;5470;p62"/>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62"/>
                <p:cNvGrpSpPr/>
                <p:nvPr/>
              </p:nvGrpSpPr>
              <p:grpSpPr>
                <a:xfrm>
                  <a:off x="1560718" y="3800594"/>
                  <a:ext cx="351472" cy="302090"/>
                  <a:chOff x="1560718" y="3800594"/>
                  <a:chExt cx="351472" cy="302090"/>
                </a:xfrm>
              </p:grpSpPr>
              <p:grpSp>
                <p:nvGrpSpPr>
                  <p:cNvPr id="5473" name="Google Shape;5473;p62"/>
                  <p:cNvGrpSpPr/>
                  <p:nvPr/>
                </p:nvGrpSpPr>
                <p:grpSpPr>
                  <a:xfrm>
                    <a:off x="1560718" y="3842857"/>
                    <a:ext cx="173586" cy="217131"/>
                    <a:chOff x="1560718" y="3842857"/>
                    <a:chExt cx="173586" cy="217131"/>
                  </a:xfrm>
                </p:grpSpPr>
                <p:sp>
                  <p:nvSpPr>
                    <p:cNvPr id="5474" name="Google Shape;5474;p62"/>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7" name="Google Shape;5477;p62"/>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79" name="Google Shape;5479;p62"/>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0" name="Google Shape;5480;p62"/>
              <p:cNvGrpSpPr/>
              <p:nvPr/>
            </p:nvGrpSpPr>
            <p:grpSpPr>
              <a:xfrm>
                <a:off x="785350" y="3605478"/>
                <a:ext cx="535311" cy="249245"/>
                <a:chOff x="785350" y="3605478"/>
                <a:chExt cx="535311" cy="249245"/>
              </a:xfrm>
            </p:grpSpPr>
            <p:grpSp>
              <p:nvGrpSpPr>
                <p:cNvPr id="5481" name="Google Shape;5481;p62"/>
                <p:cNvGrpSpPr/>
                <p:nvPr/>
              </p:nvGrpSpPr>
              <p:grpSpPr>
                <a:xfrm>
                  <a:off x="785350" y="3605478"/>
                  <a:ext cx="376191" cy="102736"/>
                  <a:chOff x="785350" y="3605478"/>
                  <a:chExt cx="376191" cy="102736"/>
                </a:xfrm>
              </p:grpSpPr>
              <p:sp>
                <p:nvSpPr>
                  <p:cNvPr id="5482" name="Google Shape;5482;p62"/>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62"/>
                <p:cNvGrpSpPr/>
                <p:nvPr/>
              </p:nvGrpSpPr>
              <p:grpSpPr>
                <a:xfrm>
                  <a:off x="1161530" y="3655851"/>
                  <a:ext cx="159131" cy="198872"/>
                  <a:chOff x="1161530" y="3655851"/>
                  <a:chExt cx="159131" cy="198872"/>
                </a:xfrm>
              </p:grpSpPr>
              <p:sp>
                <p:nvSpPr>
                  <p:cNvPr id="5486" name="Google Shape;5486;p62"/>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2"/>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8" name="Google Shape;5488;p62"/>
              <p:cNvGrpSpPr/>
              <p:nvPr/>
            </p:nvGrpSpPr>
            <p:grpSpPr>
              <a:xfrm>
                <a:off x="785350" y="4047614"/>
                <a:ext cx="535311" cy="240783"/>
                <a:chOff x="785350" y="4047614"/>
                <a:chExt cx="535311" cy="240783"/>
              </a:xfrm>
            </p:grpSpPr>
            <p:grpSp>
              <p:nvGrpSpPr>
                <p:cNvPr id="5489" name="Google Shape;5489;p62"/>
                <p:cNvGrpSpPr/>
                <p:nvPr/>
              </p:nvGrpSpPr>
              <p:grpSpPr>
                <a:xfrm>
                  <a:off x="1161636" y="4047614"/>
                  <a:ext cx="159025" cy="190415"/>
                  <a:chOff x="1161636" y="4047614"/>
                  <a:chExt cx="159025" cy="190415"/>
                </a:xfrm>
              </p:grpSpPr>
              <p:sp>
                <p:nvSpPr>
                  <p:cNvPr id="5490" name="Google Shape;5490;p62"/>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62"/>
                <p:cNvGrpSpPr/>
                <p:nvPr/>
              </p:nvGrpSpPr>
              <p:grpSpPr>
                <a:xfrm>
                  <a:off x="785350" y="4185661"/>
                  <a:ext cx="376191" cy="102736"/>
                  <a:chOff x="785350" y="4185661"/>
                  <a:chExt cx="376191" cy="102736"/>
                </a:xfrm>
              </p:grpSpPr>
              <p:sp>
                <p:nvSpPr>
                  <p:cNvPr id="5493" name="Google Shape;5493;p62"/>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6" name="Google Shape;5496;p62"/>
              <p:cNvGrpSpPr/>
              <p:nvPr/>
            </p:nvGrpSpPr>
            <p:grpSpPr>
              <a:xfrm>
                <a:off x="1501054" y="3605478"/>
                <a:ext cx="526340" cy="249240"/>
                <a:chOff x="1501054" y="3605478"/>
                <a:chExt cx="526340" cy="249240"/>
              </a:xfrm>
            </p:grpSpPr>
            <p:grpSp>
              <p:nvGrpSpPr>
                <p:cNvPr id="5497" name="Google Shape;5497;p62"/>
                <p:cNvGrpSpPr/>
                <p:nvPr/>
              </p:nvGrpSpPr>
              <p:grpSpPr>
                <a:xfrm>
                  <a:off x="1834208" y="3643867"/>
                  <a:ext cx="193185" cy="25622"/>
                  <a:chOff x="1834208" y="3643867"/>
                  <a:chExt cx="193185" cy="25622"/>
                </a:xfrm>
              </p:grpSpPr>
              <p:sp>
                <p:nvSpPr>
                  <p:cNvPr id="5498" name="Google Shape;5498;p62"/>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2"/>
                <p:cNvGrpSpPr/>
                <p:nvPr/>
              </p:nvGrpSpPr>
              <p:grpSpPr>
                <a:xfrm>
                  <a:off x="1501054" y="3605478"/>
                  <a:ext cx="333165" cy="249240"/>
                  <a:chOff x="1501054" y="3605478"/>
                  <a:chExt cx="333165" cy="249240"/>
                </a:xfrm>
              </p:grpSpPr>
              <p:sp>
                <p:nvSpPr>
                  <p:cNvPr id="5501" name="Google Shape;5501;p62"/>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2" name="Google Shape;5502;p62"/>
                  <p:cNvGrpSpPr/>
                  <p:nvPr/>
                </p:nvGrpSpPr>
                <p:grpSpPr>
                  <a:xfrm>
                    <a:off x="1501054" y="3655851"/>
                    <a:ext cx="155286" cy="198867"/>
                    <a:chOff x="1501054" y="3655851"/>
                    <a:chExt cx="155286" cy="198867"/>
                  </a:xfrm>
                </p:grpSpPr>
                <p:sp>
                  <p:nvSpPr>
                    <p:cNvPr id="5503" name="Google Shape;5503;p62"/>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2"/>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05" name="Google Shape;5505;p62"/>
              <p:cNvGrpSpPr/>
              <p:nvPr/>
            </p:nvGrpSpPr>
            <p:grpSpPr>
              <a:xfrm>
                <a:off x="724986" y="3800594"/>
                <a:ext cx="532950" cy="302090"/>
                <a:chOff x="724986" y="3800594"/>
                <a:chExt cx="532950" cy="302090"/>
              </a:xfrm>
            </p:grpSpPr>
            <p:grpSp>
              <p:nvGrpSpPr>
                <p:cNvPr id="5506" name="Google Shape;5506;p62"/>
                <p:cNvGrpSpPr/>
                <p:nvPr/>
              </p:nvGrpSpPr>
              <p:grpSpPr>
                <a:xfrm>
                  <a:off x="724986" y="4044367"/>
                  <a:ext cx="181314" cy="25626"/>
                  <a:chOff x="724986" y="4044367"/>
                  <a:chExt cx="181314" cy="25626"/>
                </a:xfrm>
              </p:grpSpPr>
              <p:sp>
                <p:nvSpPr>
                  <p:cNvPr id="5507" name="Google Shape;5507;p62"/>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62"/>
                <p:cNvGrpSpPr/>
                <p:nvPr/>
              </p:nvGrpSpPr>
              <p:grpSpPr>
                <a:xfrm>
                  <a:off x="906290" y="3800594"/>
                  <a:ext cx="351646" cy="302090"/>
                  <a:chOff x="906290" y="3800594"/>
                  <a:chExt cx="351646" cy="302090"/>
                </a:xfrm>
              </p:grpSpPr>
              <p:grpSp>
                <p:nvGrpSpPr>
                  <p:cNvPr id="5510" name="Google Shape;5510;p62"/>
                  <p:cNvGrpSpPr/>
                  <p:nvPr/>
                </p:nvGrpSpPr>
                <p:grpSpPr>
                  <a:xfrm>
                    <a:off x="1084172" y="3842857"/>
                    <a:ext cx="173764" cy="217131"/>
                    <a:chOff x="1084172" y="3842857"/>
                    <a:chExt cx="173764" cy="217131"/>
                  </a:xfrm>
                </p:grpSpPr>
                <p:grpSp>
                  <p:nvGrpSpPr>
                    <p:cNvPr id="5511" name="Google Shape;5511;p62"/>
                    <p:cNvGrpSpPr/>
                    <p:nvPr/>
                  </p:nvGrpSpPr>
                  <p:grpSpPr>
                    <a:xfrm>
                      <a:off x="1156862" y="3936509"/>
                      <a:ext cx="101073" cy="25622"/>
                      <a:chOff x="1156862" y="3936509"/>
                      <a:chExt cx="101073" cy="25622"/>
                    </a:xfrm>
                  </p:grpSpPr>
                  <p:sp>
                    <p:nvSpPr>
                      <p:cNvPr id="5512" name="Google Shape;5512;p62"/>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4" name="Google Shape;5514;p62"/>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5" name="Google Shape;5515;p62"/>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62"/>
                <p:cNvGrpSpPr/>
                <p:nvPr/>
              </p:nvGrpSpPr>
              <p:grpSpPr>
                <a:xfrm>
                  <a:off x="724986" y="3830189"/>
                  <a:ext cx="189533" cy="25626"/>
                  <a:chOff x="724986" y="3830189"/>
                  <a:chExt cx="189533" cy="25626"/>
                </a:xfrm>
              </p:grpSpPr>
              <p:sp>
                <p:nvSpPr>
                  <p:cNvPr id="5518" name="Google Shape;5518;p62"/>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2"/>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520" name="Google Shape;5520;p62"/>
          <p:cNvGrpSpPr/>
          <p:nvPr/>
        </p:nvGrpSpPr>
        <p:grpSpPr>
          <a:xfrm>
            <a:off x="2249438" y="2249669"/>
            <a:ext cx="948701" cy="935378"/>
            <a:chOff x="2253298" y="2428317"/>
            <a:chExt cx="948701" cy="935378"/>
          </a:xfrm>
        </p:grpSpPr>
        <p:sp>
          <p:nvSpPr>
            <p:cNvPr id="5521" name="Google Shape;5521;p62"/>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2"/>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2"/>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2"/>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2"/>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2"/>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2"/>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7" name="Shape 5557"/>
        <p:cNvGrpSpPr/>
        <p:nvPr/>
      </p:nvGrpSpPr>
      <p:grpSpPr>
        <a:xfrm>
          <a:off x="0" y="0"/>
          <a:ext cx="0" cy="0"/>
          <a:chOff x="0" y="0"/>
          <a:chExt cx="0" cy="0"/>
        </a:xfrm>
      </p:grpSpPr>
      <p:grpSp>
        <p:nvGrpSpPr>
          <p:cNvPr id="5558" name="Google Shape;5558;p63"/>
          <p:cNvGrpSpPr/>
          <p:nvPr/>
        </p:nvGrpSpPr>
        <p:grpSpPr>
          <a:xfrm>
            <a:off x="3339745" y="952988"/>
            <a:ext cx="2363393" cy="1017867"/>
            <a:chOff x="3292400" y="1219146"/>
            <a:chExt cx="2615240" cy="1110239"/>
          </a:xfrm>
        </p:grpSpPr>
        <p:sp>
          <p:nvSpPr>
            <p:cNvPr id="5559" name="Google Shape;5559;p63"/>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5560" name="Google Shape;5560;p63"/>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61" name="Google Shape;5561;p63"/>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5562" name="Google Shape;5562;p63"/>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5563" name="Google Shape;5563;p63"/>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5564" name="Google Shape;5564;p63"/>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5565" name="Google Shape;5565;p63"/>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5566" name="Google Shape;5566;p63"/>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5567" name="Google Shape;5567;p63"/>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5568" name="Google Shape;5568;p63"/>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5569" name="Google Shape;5569;p63"/>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570" name="Google Shape;5570;p63"/>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571" name="Google Shape;5571;p63"/>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572" name="Google Shape;5572;p63"/>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573" name="Google Shape;5573;p63"/>
            <p:cNvGrpSpPr/>
            <p:nvPr/>
          </p:nvGrpSpPr>
          <p:grpSpPr>
            <a:xfrm>
              <a:off x="3748438" y="1378608"/>
              <a:ext cx="2159202" cy="903971"/>
              <a:chOff x="1683525" y="2179850"/>
              <a:chExt cx="4519050" cy="2134525"/>
            </a:xfrm>
          </p:grpSpPr>
          <p:sp>
            <p:nvSpPr>
              <p:cNvPr id="5574" name="Google Shape;5574;p6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75" name="Google Shape;5575;p6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76" name="Google Shape;5576;p6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77" name="Google Shape;5577;p6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78" name="Google Shape;5578;p6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79" name="Google Shape;5579;p6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80" name="Google Shape;5580;p6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81" name="Google Shape;5581;p6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82" name="Google Shape;5582;p6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83" name="Google Shape;5583;p6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84" name="Google Shape;5584;p6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585" name="Google Shape;5585;p6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5586" name="Google Shape;5586;p63"/>
          <p:cNvGraphicFramePr/>
          <p:nvPr/>
        </p:nvGraphicFramePr>
        <p:xfrm>
          <a:off x="5935838" y="2130461"/>
          <a:ext cx="3000000" cy="3000000"/>
        </p:xfrm>
        <a:graphic>
          <a:graphicData uri="http://schemas.openxmlformats.org/drawingml/2006/table">
            <a:tbl>
              <a:tblPr>
                <a:noFill/>
                <a:tableStyleId>{EAB38579-5C16-46E5-B918-2E0D46153EEB}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5587" name="Google Shape;5587;p63"/>
          <p:cNvGrpSpPr/>
          <p:nvPr/>
        </p:nvGrpSpPr>
        <p:grpSpPr>
          <a:xfrm>
            <a:off x="5935948" y="3189058"/>
            <a:ext cx="2496964" cy="1001454"/>
            <a:chOff x="1919611" y="789980"/>
            <a:chExt cx="1474179" cy="606868"/>
          </a:xfrm>
        </p:grpSpPr>
        <p:cxnSp>
          <p:nvCxnSpPr>
            <p:cNvPr id="5588" name="Google Shape;5588;p6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589" name="Google Shape;5589;p6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590" name="Google Shape;5590;p6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591" name="Google Shape;5591;p63"/>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5592" name="Google Shape;5592;p63"/>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5593" name="Google Shape;5593;p63"/>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5594" name="Google Shape;5594;p63"/>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5595" name="Google Shape;5595;p6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3"/>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5602" name="Google Shape;5602;p63"/>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603" name="Google Shape;5603;p63"/>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604" name="Google Shape;5604;p6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63"/>
          <p:cNvGrpSpPr/>
          <p:nvPr/>
        </p:nvGrpSpPr>
        <p:grpSpPr>
          <a:xfrm>
            <a:off x="712562" y="998017"/>
            <a:ext cx="2394370" cy="976502"/>
            <a:chOff x="749309" y="1112739"/>
            <a:chExt cx="2371603" cy="976502"/>
          </a:xfrm>
        </p:grpSpPr>
        <p:sp>
          <p:nvSpPr>
            <p:cNvPr id="5606" name="Google Shape;5606;p63"/>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3"/>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3"/>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3"/>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3"/>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3"/>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3"/>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3"/>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3"/>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3"/>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3"/>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3"/>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3"/>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3"/>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3"/>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3"/>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3"/>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3"/>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3"/>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3"/>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3"/>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3"/>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3"/>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3"/>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3"/>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3"/>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3"/>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3"/>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638" name="Google Shape;5638;p63"/>
          <p:cNvGraphicFramePr/>
          <p:nvPr/>
        </p:nvGraphicFramePr>
        <p:xfrm>
          <a:off x="5935863" y="996311"/>
          <a:ext cx="3000000" cy="3000000"/>
        </p:xfrm>
        <a:graphic>
          <a:graphicData uri="http://schemas.openxmlformats.org/drawingml/2006/table">
            <a:tbl>
              <a:tblPr>
                <a:noFill/>
                <a:tableStyleId>{EAB38579-5C16-46E5-B918-2E0D46153EEB}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639" name="Google Shape;5639;p63"/>
          <p:cNvGraphicFramePr/>
          <p:nvPr/>
        </p:nvGraphicFramePr>
        <p:xfrm>
          <a:off x="3342575" y="2130461"/>
          <a:ext cx="3000000" cy="3000000"/>
        </p:xfrm>
        <a:graphic>
          <a:graphicData uri="http://schemas.openxmlformats.org/drawingml/2006/table">
            <a:tbl>
              <a:tblPr>
                <a:noFill/>
                <a:tableStyleId>{EAB38579-5C16-46E5-B918-2E0D46153EEB}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640" name="Google Shape;5640;p63"/>
          <p:cNvGrpSpPr/>
          <p:nvPr/>
        </p:nvGrpSpPr>
        <p:grpSpPr>
          <a:xfrm>
            <a:off x="4086505" y="2517104"/>
            <a:ext cx="1517436" cy="74460"/>
            <a:chOff x="3980086" y="2804397"/>
            <a:chExt cx="1227600" cy="66900"/>
          </a:xfrm>
        </p:grpSpPr>
        <p:sp>
          <p:nvSpPr>
            <p:cNvPr id="5641" name="Google Shape;5641;p6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63"/>
          <p:cNvGrpSpPr/>
          <p:nvPr/>
        </p:nvGrpSpPr>
        <p:grpSpPr>
          <a:xfrm>
            <a:off x="4711569" y="2809692"/>
            <a:ext cx="892956" cy="74460"/>
            <a:chOff x="3980086" y="2804397"/>
            <a:chExt cx="1227600" cy="66900"/>
          </a:xfrm>
        </p:grpSpPr>
        <p:sp>
          <p:nvSpPr>
            <p:cNvPr id="5644" name="Google Shape;5644;p6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63"/>
          <p:cNvGrpSpPr/>
          <p:nvPr/>
        </p:nvGrpSpPr>
        <p:grpSpPr>
          <a:xfrm>
            <a:off x="3344661" y="3168575"/>
            <a:ext cx="2363244" cy="1005943"/>
            <a:chOff x="3358415" y="3361302"/>
            <a:chExt cx="2363244" cy="1024695"/>
          </a:xfrm>
        </p:grpSpPr>
        <p:grpSp>
          <p:nvGrpSpPr>
            <p:cNvPr id="5647" name="Google Shape;5647;p63"/>
            <p:cNvGrpSpPr/>
            <p:nvPr/>
          </p:nvGrpSpPr>
          <p:grpSpPr>
            <a:xfrm>
              <a:off x="3358415" y="3361302"/>
              <a:ext cx="441300" cy="1024695"/>
              <a:chOff x="3358415" y="3361302"/>
              <a:chExt cx="441300" cy="1024695"/>
            </a:xfrm>
          </p:grpSpPr>
          <p:sp>
            <p:nvSpPr>
              <p:cNvPr id="5648" name="Google Shape;5648;p63"/>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3"/>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3"/>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3"/>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3"/>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3"/>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63"/>
            <p:cNvGrpSpPr/>
            <p:nvPr/>
          </p:nvGrpSpPr>
          <p:grpSpPr>
            <a:xfrm>
              <a:off x="3838901" y="3361302"/>
              <a:ext cx="441300" cy="1024695"/>
              <a:chOff x="3838901" y="3361302"/>
              <a:chExt cx="441300" cy="1024695"/>
            </a:xfrm>
          </p:grpSpPr>
          <p:sp>
            <p:nvSpPr>
              <p:cNvPr id="5655" name="Google Shape;5655;p63"/>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3"/>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3"/>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3"/>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3"/>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3"/>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63"/>
            <p:cNvGrpSpPr/>
            <p:nvPr/>
          </p:nvGrpSpPr>
          <p:grpSpPr>
            <a:xfrm>
              <a:off x="4319387" y="3361302"/>
              <a:ext cx="441300" cy="1024695"/>
              <a:chOff x="4319387" y="3361302"/>
              <a:chExt cx="441300" cy="1024695"/>
            </a:xfrm>
          </p:grpSpPr>
          <p:sp>
            <p:nvSpPr>
              <p:cNvPr id="5662" name="Google Shape;5662;p63"/>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3"/>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3"/>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3"/>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3"/>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3"/>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63"/>
            <p:cNvGrpSpPr/>
            <p:nvPr/>
          </p:nvGrpSpPr>
          <p:grpSpPr>
            <a:xfrm>
              <a:off x="4799873" y="3361302"/>
              <a:ext cx="441300" cy="1024695"/>
              <a:chOff x="4799873" y="3361302"/>
              <a:chExt cx="441300" cy="1024695"/>
            </a:xfrm>
          </p:grpSpPr>
          <p:sp>
            <p:nvSpPr>
              <p:cNvPr id="5669" name="Google Shape;5669;p63"/>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3"/>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3"/>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3"/>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3"/>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3"/>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63"/>
            <p:cNvGrpSpPr/>
            <p:nvPr/>
          </p:nvGrpSpPr>
          <p:grpSpPr>
            <a:xfrm>
              <a:off x="5280360" y="3361302"/>
              <a:ext cx="441300" cy="1024695"/>
              <a:chOff x="5280360" y="3361302"/>
              <a:chExt cx="441300" cy="1024695"/>
            </a:xfrm>
          </p:grpSpPr>
          <p:sp>
            <p:nvSpPr>
              <p:cNvPr id="5676" name="Google Shape;5676;p63"/>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3"/>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3"/>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3"/>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3"/>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3"/>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682" name="Google Shape;5682;p63"/>
          <p:cNvGraphicFramePr/>
          <p:nvPr/>
        </p:nvGraphicFramePr>
        <p:xfrm>
          <a:off x="711088" y="2130461"/>
          <a:ext cx="3000000" cy="3000000"/>
        </p:xfrm>
        <a:graphic>
          <a:graphicData uri="http://schemas.openxmlformats.org/drawingml/2006/table">
            <a:tbl>
              <a:tblPr>
                <a:noFill/>
                <a:tableStyleId>{EAB38579-5C16-46E5-B918-2E0D46153EEB}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683" name="Google Shape;5683;p63"/>
          <p:cNvGrpSpPr/>
          <p:nvPr/>
        </p:nvGrpSpPr>
        <p:grpSpPr>
          <a:xfrm>
            <a:off x="712613" y="3180186"/>
            <a:ext cx="2403614" cy="1005900"/>
            <a:chOff x="726450" y="3372825"/>
            <a:chExt cx="2403614" cy="1005900"/>
          </a:xfrm>
        </p:grpSpPr>
        <p:grpSp>
          <p:nvGrpSpPr>
            <p:cNvPr id="5684" name="Google Shape;5684;p63"/>
            <p:cNvGrpSpPr/>
            <p:nvPr/>
          </p:nvGrpSpPr>
          <p:grpSpPr>
            <a:xfrm>
              <a:off x="726450" y="3696000"/>
              <a:ext cx="2403614" cy="500898"/>
              <a:chOff x="726450" y="3696000"/>
              <a:chExt cx="2403614" cy="500898"/>
            </a:xfrm>
          </p:grpSpPr>
          <p:sp>
            <p:nvSpPr>
              <p:cNvPr id="5685" name="Google Shape;5685;p63"/>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86" name="Google Shape;5686;p63"/>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687" name="Google Shape;5687;p63"/>
            <p:cNvGrpSpPr/>
            <p:nvPr/>
          </p:nvGrpSpPr>
          <p:grpSpPr>
            <a:xfrm>
              <a:off x="1348050" y="3372825"/>
              <a:ext cx="1720425" cy="1005900"/>
              <a:chOff x="1348050" y="3372825"/>
              <a:chExt cx="1720425" cy="1005900"/>
            </a:xfrm>
          </p:grpSpPr>
          <p:sp>
            <p:nvSpPr>
              <p:cNvPr id="5688" name="Google Shape;5688;p63"/>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89" name="Google Shape;5689;p63"/>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90" name="Google Shape;5690;p63"/>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91" name="Google Shape;5691;p63"/>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692" name="Google Shape;5692;p63"/>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693" name="Google Shape;5693;p63"/>
            <p:cNvGrpSpPr/>
            <p:nvPr/>
          </p:nvGrpSpPr>
          <p:grpSpPr>
            <a:xfrm>
              <a:off x="1455707" y="3731058"/>
              <a:ext cx="1491150" cy="417657"/>
              <a:chOff x="1455707" y="3731058"/>
              <a:chExt cx="1491150" cy="417657"/>
            </a:xfrm>
          </p:grpSpPr>
          <p:grpSp>
            <p:nvGrpSpPr>
              <p:cNvPr id="5694" name="Google Shape;5694;p63"/>
              <p:cNvGrpSpPr/>
              <p:nvPr/>
            </p:nvGrpSpPr>
            <p:grpSpPr>
              <a:xfrm>
                <a:off x="1472938" y="3745828"/>
                <a:ext cx="72126" cy="53788"/>
                <a:chOff x="1472938" y="3745828"/>
                <a:chExt cx="72126" cy="53788"/>
              </a:xfrm>
            </p:grpSpPr>
            <p:sp>
              <p:nvSpPr>
                <p:cNvPr id="5695" name="Google Shape;5695;p63"/>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3"/>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3"/>
              <p:cNvGrpSpPr/>
              <p:nvPr/>
            </p:nvGrpSpPr>
            <p:grpSpPr>
              <a:xfrm>
                <a:off x="1819181" y="4089633"/>
                <a:ext cx="72126" cy="53788"/>
                <a:chOff x="1819181" y="4089633"/>
                <a:chExt cx="72126" cy="53788"/>
              </a:xfrm>
            </p:grpSpPr>
            <p:sp>
              <p:nvSpPr>
                <p:cNvPr id="5698" name="Google Shape;5698;p63"/>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3"/>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63"/>
              <p:cNvGrpSpPr/>
              <p:nvPr/>
            </p:nvGrpSpPr>
            <p:grpSpPr>
              <a:xfrm>
                <a:off x="1455707" y="4084171"/>
                <a:ext cx="64321" cy="64544"/>
                <a:chOff x="1455707" y="4084171"/>
                <a:chExt cx="64321" cy="64544"/>
              </a:xfrm>
            </p:grpSpPr>
            <p:sp>
              <p:nvSpPr>
                <p:cNvPr id="5701" name="Google Shape;5701;p63"/>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3"/>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3"/>
              <p:cNvGrpSpPr/>
              <p:nvPr/>
            </p:nvGrpSpPr>
            <p:grpSpPr>
              <a:xfrm>
                <a:off x="1818610" y="3731058"/>
                <a:ext cx="64321" cy="64544"/>
                <a:chOff x="1818610" y="3731058"/>
                <a:chExt cx="64321" cy="64544"/>
              </a:xfrm>
            </p:grpSpPr>
            <p:sp>
              <p:nvSpPr>
                <p:cNvPr id="5704" name="Google Shape;5704;p63"/>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3"/>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3"/>
              <p:cNvGrpSpPr/>
              <p:nvPr/>
            </p:nvGrpSpPr>
            <p:grpSpPr>
              <a:xfrm>
                <a:off x="2172491" y="4089633"/>
                <a:ext cx="72126" cy="53788"/>
                <a:chOff x="2172491" y="4089633"/>
                <a:chExt cx="72126" cy="53788"/>
              </a:xfrm>
            </p:grpSpPr>
            <p:sp>
              <p:nvSpPr>
                <p:cNvPr id="5707" name="Google Shape;5707;p63"/>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3"/>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3"/>
              <p:cNvGrpSpPr/>
              <p:nvPr/>
            </p:nvGrpSpPr>
            <p:grpSpPr>
              <a:xfrm>
                <a:off x="2171920" y="3731058"/>
                <a:ext cx="64321" cy="64544"/>
                <a:chOff x="2171920" y="3731058"/>
                <a:chExt cx="64321" cy="64544"/>
              </a:xfrm>
            </p:grpSpPr>
            <p:sp>
              <p:nvSpPr>
                <p:cNvPr id="5710" name="Google Shape;5710;p63"/>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3"/>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3"/>
              <p:cNvGrpSpPr/>
              <p:nvPr/>
            </p:nvGrpSpPr>
            <p:grpSpPr>
              <a:xfrm>
                <a:off x="2874730" y="3745828"/>
                <a:ext cx="72126" cy="53788"/>
                <a:chOff x="2874730" y="3745828"/>
                <a:chExt cx="72126" cy="53788"/>
              </a:xfrm>
            </p:grpSpPr>
            <p:sp>
              <p:nvSpPr>
                <p:cNvPr id="5713" name="Google Shape;5713;p63"/>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3"/>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63"/>
              <p:cNvGrpSpPr/>
              <p:nvPr/>
            </p:nvGrpSpPr>
            <p:grpSpPr>
              <a:xfrm>
                <a:off x="2878589" y="4081481"/>
                <a:ext cx="64321" cy="64544"/>
                <a:chOff x="2878589" y="4081481"/>
                <a:chExt cx="64321" cy="64544"/>
              </a:xfrm>
            </p:grpSpPr>
            <p:sp>
              <p:nvSpPr>
                <p:cNvPr id="5716" name="Google Shape;5716;p63"/>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3"/>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63"/>
              <p:cNvGrpSpPr/>
              <p:nvPr/>
            </p:nvGrpSpPr>
            <p:grpSpPr>
              <a:xfrm>
                <a:off x="2525796" y="4089633"/>
                <a:ext cx="72126" cy="53788"/>
                <a:chOff x="2525796" y="4089633"/>
                <a:chExt cx="72126" cy="53788"/>
              </a:xfrm>
            </p:grpSpPr>
            <p:sp>
              <p:nvSpPr>
                <p:cNvPr id="5719" name="Google Shape;5719;p63"/>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3"/>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63"/>
              <p:cNvGrpSpPr/>
              <p:nvPr/>
            </p:nvGrpSpPr>
            <p:grpSpPr>
              <a:xfrm>
                <a:off x="2525225" y="3731058"/>
                <a:ext cx="64321" cy="64544"/>
                <a:chOff x="2525225" y="3731058"/>
                <a:chExt cx="64321" cy="64544"/>
              </a:xfrm>
            </p:grpSpPr>
            <p:sp>
              <p:nvSpPr>
                <p:cNvPr id="5722" name="Google Shape;5722;p63"/>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3"/>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7" name="Shape 5727"/>
        <p:cNvGrpSpPr/>
        <p:nvPr/>
      </p:nvGrpSpPr>
      <p:grpSpPr>
        <a:xfrm>
          <a:off x="0" y="0"/>
          <a:ext cx="0" cy="0"/>
          <a:chOff x="0" y="0"/>
          <a:chExt cx="0" cy="0"/>
        </a:xfrm>
      </p:grpSpPr>
      <p:grpSp>
        <p:nvGrpSpPr>
          <p:cNvPr id="5728" name="Google Shape;5728;p64"/>
          <p:cNvGrpSpPr/>
          <p:nvPr/>
        </p:nvGrpSpPr>
        <p:grpSpPr>
          <a:xfrm>
            <a:off x="5780153" y="1859606"/>
            <a:ext cx="671400" cy="674856"/>
            <a:chOff x="5780148" y="1859605"/>
            <a:chExt cx="671400" cy="674856"/>
          </a:xfrm>
        </p:grpSpPr>
        <p:sp>
          <p:nvSpPr>
            <p:cNvPr id="5729" name="Google Shape;5729;p64"/>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64"/>
          <p:cNvGrpSpPr/>
          <p:nvPr/>
        </p:nvGrpSpPr>
        <p:grpSpPr>
          <a:xfrm>
            <a:off x="716996" y="971307"/>
            <a:ext cx="845921" cy="690752"/>
            <a:chOff x="732428" y="1198513"/>
            <a:chExt cx="845921" cy="690752"/>
          </a:xfrm>
        </p:grpSpPr>
        <p:grpSp>
          <p:nvGrpSpPr>
            <p:cNvPr id="5734" name="Google Shape;5734;p64"/>
            <p:cNvGrpSpPr/>
            <p:nvPr/>
          </p:nvGrpSpPr>
          <p:grpSpPr>
            <a:xfrm>
              <a:off x="823030" y="1198513"/>
              <a:ext cx="755319" cy="690752"/>
              <a:chOff x="823030" y="1198513"/>
              <a:chExt cx="755319" cy="690752"/>
            </a:xfrm>
          </p:grpSpPr>
          <p:sp>
            <p:nvSpPr>
              <p:cNvPr id="5735" name="Google Shape;5735;p64"/>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64"/>
            <p:cNvGrpSpPr/>
            <p:nvPr/>
          </p:nvGrpSpPr>
          <p:grpSpPr>
            <a:xfrm>
              <a:off x="732428" y="1239937"/>
              <a:ext cx="739912" cy="607886"/>
              <a:chOff x="732428" y="1239937"/>
              <a:chExt cx="739912" cy="607886"/>
            </a:xfrm>
          </p:grpSpPr>
          <p:sp>
            <p:nvSpPr>
              <p:cNvPr id="5738" name="Google Shape;5738;p64"/>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64"/>
            <p:cNvGrpSpPr/>
            <p:nvPr/>
          </p:nvGrpSpPr>
          <p:grpSpPr>
            <a:xfrm>
              <a:off x="732428" y="1277018"/>
              <a:ext cx="702832" cy="533758"/>
              <a:chOff x="732428" y="1277018"/>
              <a:chExt cx="702832" cy="533758"/>
            </a:xfrm>
          </p:grpSpPr>
          <p:sp>
            <p:nvSpPr>
              <p:cNvPr id="5741" name="Google Shape;5741;p64"/>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4"/>
            <p:cNvGrpSpPr/>
            <p:nvPr/>
          </p:nvGrpSpPr>
          <p:grpSpPr>
            <a:xfrm>
              <a:off x="931170" y="1306653"/>
              <a:ext cx="647179" cy="474455"/>
              <a:chOff x="931170" y="1306653"/>
              <a:chExt cx="647179" cy="474455"/>
            </a:xfrm>
          </p:grpSpPr>
          <p:sp>
            <p:nvSpPr>
              <p:cNvPr id="5744" name="Google Shape;5744;p64"/>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6" name="Google Shape;5746;p64"/>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64"/>
          <p:cNvGrpSpPr/>
          <p:nvPr/>
        </p:nvGrpSpPr>
        <p:grpSpPr>
          <a:xfrm>
            <a:off x="3948605" y="971313"/>
            <a:ext cx="634656" cy="699982"/>
            <a:chOff x="5985650" y="2860025"/>
            <a:chExt cx="1396075" cy="1539775"/>
          </a:xfrm>
        </p:grpSpPr>
        <p:sp>
          <p:nvSpPr>
            <p:cNvPr id="5748" name="Google Shape;5748;p64"/>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4"/>
          <p:cNvGrpSpPr/>
          <p:nvPr/>
        </p:nvGrpSpPr>
        <p:grpSpPr>
          <a:xfrm>
            <a:off x="4704254" y="971307"/>
            <a:ext cx="725845" cy="699975"/>
            <a:chOff x="4249973" y="1201875"/>
            <a:chExt cx="1958568" cy="1888762"/>
          </a:xfrm>
        </p:grpSpPr>
        <p:sp>
          <p:nvSpPr>
            <p:cNvPr id="5781" name="Google Shape;5781;p64"/>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2" name="Google Shape;5782;p64"/>
            <p:cNvGrpSpPr/>
            <p:nvPr/>
          </p:nvGrpSpPr>
          <p:grpSpPr>
            <a:xfrm>
              <a:off x="5853086" y="1789142"/>
              <a:ext cx="355454" cy="1048099"/>
              <a:chOff x="5576108" y="2016725"/>
              <a:chExt cx="565200" cy="1666560"/>
            </a:xfrm>
          </p:grpSpPr>
          <p:sp>
            <p:nvSpPr>
              <p:cNvPr id="5783" name="Google Shape;5783;p64"/>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84" name="Google Shape;5784;p6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64"/>
            <p:cNvGrpSpPr/>
            <p:nvPr/>
          </p:nvGrpSpPr>
          <p:grpSpPr>
            <a:xfrm>
              <a:off x="4869455" y="2691676"/>
              <a:ext cx="1013897" cy="398961"/>
              <a:chOff x="4012057" y="3451825"/>
              <a:chExt cx="1612175" cy="634379"/>
            </a:xfrm>
          </p:grpSpPr>
          <p:sp>
            <p:nvSpPr>
              <p:cNvPr id="5786" name="Google Shape;5786;p64"/>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87" name="Google Shape;5787;p6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64"/>
            <p:cNvGrpSpPr/>
            <p:nvPr/>
          </p:nvGrpSpPr>
          <p:grpSpPr>
            <a:xfrm>
              <a:off x="4276937" y="2155961"/>
              <a:ext cx="651965" cy="891358"/>
              <a:chOff x="3069908" y="2599997"/>
              <a:chExt cx="1036675" cy="1417328"/>
            </a:xfrm>
          </p:grpSpPr>
          <p:sp>
            <p:nvSpPr>
              <p:cNvPr id="5789" name="Google Shape;5789;p64"/>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90" name="Google Shape;5790;p6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64"/>
            <p:cNvGrpSpPr/>
            <p:nvPr/>
          </p:nvGrpSpPr>
          <p:grpSpPr>
            <a:xfrm>
              <a:off x="5054918" y="1201875"/>
              <a:ext cx="999548" cy="602711"/>
              <a:chOff x="4306958" y="1082925"/>
              <a:chExt cx="1589359" cy="958358"/>
            </a:xfrm>
          </p:grpSpPr>
          <p:sp>
            <p:nvSpPr>
              <p:cNvPr id="5792" name="Google Shape;5792;p64"/>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93" name="Google Shape;5793;p6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64"/>
            <p:cNvGrpSpPr/>
            <p:nvPr/>
          </p:nvGrpSpPr>
          <p:grpSpPr>
            <a:xfrm>
              <a:off x="4249973" y="1303451"/>
              <a:ext cx="799317" cy="841334"/>
              <a:chOff x="3027033" y="1244439"/>
              <a:chExt cx="1270977" cy="1337786"/>
            </a:xfrm>
          </p:grpSpPr>
          <p:sp>
            <p:nvSpPr>
              <p:cNvPr id="5795" name="Google Shape;5795;p64"/>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796" name="Google Shape;5796;p6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97" name="Google Shape;5797;p64"/>
          <p:cNvGrpSpPr/>
          <p:nvPr/>
        </p:nvGrpSpPr>
        <p:grpSpPr>
          <a:xfrm>
            <a:off x="4057119" y="1858087"/>
            <a:ext cx="750769" cy="683784"/>
            <a:chOff x="4204684" y="2104422"/>
            <a:chExt cx="699822" cy="637382"/>
          </a:xfrm>
        </p:grpSpPr>
        <p:grpSp>
          <p:nvGrpSpPr>
            <p:cNvPr id="5798" name="Google Shape;5798;p64"/>
            <p:cNvGrpSpPr/>
            <p:nvPr/>
          </p:nvGrpSpPr>
          <p:grpSpPr>
            <a:xfrm>
              <a:off x="4204684" y="2430067"/>
              <a:ext cx="342957" cy="311738"/>
              <a:chOff x="4204684" y="2430067"/>
              <a:chExt cx="342957" cy="311738"/>
            </a:xfrm>
          </p:grpSpPr>
          <p:sp>
            <p:nvSpPr>
              <p:cNvPr id="5799" name="Google Shape;5799;p64"/>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64"/>
            <p:cNvGrpSpPr/>
            <p:nvPr/>
          </p:nvGrpSpPr>
          <p:grpSpPr>
            <a:xfrm>
              <a:off x="4561586" y="2430067"/>
              <a:ext cx="342920" cy="311738"/>
              <a:chOff x="4561586" y="2430067"/>
              <a:chExt cx="342920" cy="311738"/>
            </a:xfrm>
          </p:grpSpPr>
          <p:sp>
            <p:nvSpPr>
              <p:cNvPr id="5802" name="Google Shape;5802;p64"/>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64"/>
            <p:cNvGrpSpPr/>
            <p:nvPr/>
          </p:nvGrpSpPr>
          <p:grpSpPr>
            <a:xfrm>
              <a:off x="4561586" y="2104422"/>
              <a:ext cx="342920" cy="311738"/>
              <a:chOff x="4561586" y="2104422"/>
              <a:chExt cx="342920" cy="311738"/>
            </a:xfrm>
          </p:grpSpPr>
          <p:sp>
            <p:nvSpPr>
              <p:cNvPr id="5805" name="Google Shape;5805;p64"/>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4"/>
            <p:cNvGrpSpPr/>
            <p:nvPr/>
          </p:nvGrpSpPr>
          <p:grpSpPr>
            <a:xfrm>
              <a:off x="4204684" y="2104422"/>
              <a:ext cx="342957" cy="311664"/>
              <a:chOff x="4204684" y="2104422"/>
              <a:chExt cx="342957" cy="311664"/>
            </a:xfrm>
          </p:grpSpPr>
          <p:sp>
            <p:nvSpPr>
              <p:cNvPr id="5808" name="Google Shape;5808;p64"/>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0" name="Google Shape;5810;p64"/>
          <p:cNvGrpSpPr/>
          <p:nvPr/>
        </p:nvGrpSpPr>
        <p:grpSpPr>
          <a:xfrm>
            <a:off x="5521552" y="971301"/>
            <a:ext cx="660591" cy="688867"/>
            <a:chOff x="5830645" y="1267368"/>
            <a:chExt cx="530340" cy="553040"/>
          </a:xfrm>
        </p:grpSpPr>
        <p:sp>
          <p:nvSpPr>
            <p:cNvPr id="5811" name="Google Shape;5811;p64"/>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2" name="Google Shape;5812;p64"/>
            <p:cNvGrpSpPr/>
            <p:nvPr/>
          </p:nvGrpSpPr>
          <p:grpSpPr>
            <a:xfrm>
              <a:off x="5830645" y="1267368"/>
              <a:ext cx="259743" cy="269909"/>
              <a:chOff x="5830645" y="1267368"/>
              <a:chExt cx="259743" cy="269909"/>
            </a:xfrm>
          </p:grpSpPr>
          <p:sp>
            <p:nvSpPr>
              <p:cNvPr id="5813" name="Google Shape;5813;p64"/>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64"/>
            <p:cNvGrpSpPr/>
            <p:nvPr/>
          </p:nvGrpSpPr>
          <p:grpSpPr>
            <a:xfrm>
              <a:off x="6101293" y="1267368"/>
              <a:ext cx="259692" cy="269909"/>
              <a:chOff x="6101293" y="1267368"/>
              <a:chExt cx="259692" cy="269909"/>
            </a:xfrm>
          </p:grpSpPr>
          <p:sp>
            <p:nvSpPr>
              <p:cNvPr id="5816" name="Google Shape;5816;p64"/>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64"/>
            <p:cNvGrpSpPr/>
            <p:nvPr/>
          </p:nvGrpSpPr>
          <p:grpSpPr>
            <a:xfrm>
              <a:off x="5830645" y="1550500"/>
              <a:ext cx="259692" cy="269909"/>
              <a:chOff x="5830645" y="1550500"/>
              <a:chExt cx="259692" cy="269909"/>
            </a:xfrm>
          </p:grpSpPr>
          <p:sp>
            <p:nvSpPr>
              <p:cNvPr id="5819" name="Google Shape;5819;p64"/>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64"/>
            <p:cNvGrpSpPr/>
            <p:nvPr/>
          </p:nvGrpSpPr>
          <p:grpSpPr>
            <a:xfrm>
              <a:off x="6101293" y="1550500"/>
              <a:ext cx="259692" cy="269909"/>
              <a:chOff x="6101293" y="1550500"/>
              <a:chExt cx="259692" cy="269909"/>
            </a:xfrm>
          </p:grpSpPr>
          <p:sp>
            <p:nvSpPr>
              <p:cNvPr id="5822" name="Google Shape;5822;p64"/>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4" name="Google Shape;5824;p64"/>
          <p:cNvGrpSpPr/>
          <p:nvPr/>
        </p:nvGrpSpPr>
        <p:grpSpPr>
          <a:xfrm>
            <a:off x="723705" y="1861761"/>
            <a:ext cx="697154" cy="679574"/>
            <a:chOff x="2679875" y="2361475"/>
            <a:chExt cx="780425" cy="760575"/>
          </a:xfrm>
        </p:grpSpPr>
        <p:sp>
          <p:nvSpPr>
            <p:cNvPr id="5825" name="Google Shape;5825;p64"/>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64"/>
          <p:cNvGrpSpPr/>
          <p:nvPr/>
        </p:nvGrpSpPr>
        <p:grpSpPr>
          <a:xfrm>
            <a:off x="3122864" y="971353"/>
            <a:ext cx="735829" cy="684547"/>
            <a:chOff x="3351965" y="1148808"/>
            <a:chExt cx="750770" cy="698375"/>
          </a:xfrm>
        </p:grpSpPr>
        <p:grpSp>
          <p:nvGrpSpPr>
            <p:cNvPr id="5832" name="Google Shape;5832;p64"/>
            <p:cNvGrpSpPr/>
            <p:nvPr/>
          </p:nvGrpSpPr>
          <p:grpSpPr>
            <a:xfrm>
              <a:off x="3586796" y="1148808"/>
              <a:ext cx="294857" cy="286830"/>
              <a:chOff x="3750225" y="1774000"/>
              <a:chExt cx="149575" cy="145525"/>
            </a:xfrm>
          </p:grpSpPr>
          <p:sp>
            <p:nvSpPr>
              <p:cNvPr id="5833" name="Google Shape;5833;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64"/>
            <p:cNvGrpSpPr/>
            <p:nvPr/>
          </p:nvGrpSpPr>
          <p:grpSpPr>
            <a:xfrm>
              <a:off x="3779245" y="1375768"/>
              <a:ext cx="323490" cy="286978"/>
              <a:chOff x="3847850" y="1889150"/>
              <a:chExt cx="164100" cy="145600"/>
            </a:xfrm>
          </p:grpSpPr>
          <p:sp>
            <p:nvSpPr>
              <p:cNvPr id="5836" name="Google Shape;5836;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64"/>
            <p:cNvGrpSpPr/>
            <p:nvPr/>
          </p:nvGrpSpPr>
          <p:grpSpPr>
            <a:xfrm>
              <a:off x="3351965" y="1330435"/>
              <a:ext cx="295449" cy="285401"/>
              <a:chOff x="3631100" y="1866150"/>
              <a:chExt cx="149875" cy="144800"/>
            </a:xfrm>
          </p:grpSpPr>
          <p:sp>
            <p:nvSpPr>
              <p:cNvPr id="5839" name="Google Shape;5839;p6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64"/>
            <p:cNvGrpSpPr/>
            <p:nvPr/>
          </p:nvGrpSpPr>
          <p:grpSpPr>
            <a:xfrm>
              <a:off x="3548208" y="1560352"/>
              <a:ext cx="294808" cy="286830"/>
              <a:chOff x="3730650" y="1982800"/>
              <a:chExt cx="149550" cy="145525"/>
            </a:xfrm>
          </p:grpSpPr>
          <p:sp>
            <p:nvSpPr>
              <p:cNvPr id="5842" name="Google Shape;5842;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44" name="Google Shape;5844;p64"/>
          <p:cNvGrpSpPr/>
          <p:nvPr/>
        </p:nvGrpSpPr>
        <p:grpSpPr>
          <a:xfrm>
            <a:off x="7624517" y="971307"/>
            <a:ext cx="804565" cy="677795"/>
            <a:chOff x="7636443" y="1204988"/>
            <a:chExt cx="804565" cy="677795"/>
          </a:xfrm>
        </p:grpSpPr>
        <p:grpSp>
          <p:nvGrpSpPr>
            <p:cNvPr id="5845" name="Google Shape;5845;p64"/>
            <p:cNvGrpSpPr/>
            <p:nvPr/>
          </p:nvGrpSpPr>
          <p:grpSpPr>
            <a:xfrm>
              <a:off x="7636443" y="1509705"/>
              <a:ext cx="804565" cy="373078"/>
              <a:chOff x="7636443" y="1509705"/>
              <a:chExt cx="804565" cy="373078"/>
            </a:xfrm>
          </p:grpSpPr>
          <p:sp>
            <p:nvSpPr>
              <p:cNvPr id="5846" name="Google Shape;5846;p64"/>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64"/>
            <p:cNvGrpSpPr/>
            <p:nvPr/>
          </p:nvGrpSpPr>
          <p:grpSpPr>
            <a:xfrm>
              <a:off x="7636443" y="1408133"/>
              <a:ext cx="804565" cy="373078"/>
              <a:chOff x="7636443" y="1408133"/>
              <a:chExt cx="804565" cy="373078"/>
            </a:xfrm>
          </p:grpSpPr>
          <p:sp>
            <p:nvSpPr>
              <p:cNvPr id="5849" name="Google Shape;5849;p64"/>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64"/>
            <p:cNvGrpSpPr/>
            <p:nvPr/>
          </p:nvGrpSpPr>
          <p:grpSpPr>
            <a:xfrm>
              <a:off x="7636443" y="1306560"/>
              <a:ext cx="804565" cy="373078"/>
              <a:chOff x="7636443" y="1306560"/>
              <a:chExt cx="804565" cy="373078"/>
            </a:xfrm>
          </p:grpSpPr>
          <p:sp>
            <p:nvSpPr>
              <p:cNvPr id="5852" name="Google Shape;5852;p64"/>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64"/>
            <p:cNvGrpSpPr/>
            <p:nvPr/>
          </p:nvGrpSpPr>
          <p:grpSpPr>
            <a:xfrm>
              <a:off x="7636443" y="1204988"/>
              <a:ext cx="804565" cy="373078"/>
              <a:chOff x="7636443" y="1204988"/>
              <a:chExt cx="804565" cy="373078"/>
            </a:xfrm>
          </p:grpSpPr>
          <p:sp>
            <p:nvSpPr>
              <p:cNvPr id="5855" name="Google Shape;5855;p64"/>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7" name="Google Shape;5857;p64"/>
          <p:cNvGrpSpPr/>
          <p:nvPr/>
        </p:nvGrpSpPr>
        <p:grpSpPr>
          <a:xfrm>
            <a:off x="4963363" y="1878721"/>
            <a:ext cx="661339" cy="661188"/>
            <a:chOff x="3990000" y="975400"/>
            <a:chExt cx="3934200" cy="3933300"/>
          </a:xfrm>
        </p:grpSpPr>
        <p:sp>
          <p:nvSpPr>
            <p:cNvPr id="5858" name="Google Shape;5858;p64"/>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64"/>
          <p:cNvGrpSpPr/>
          <p:nvPr/>
        </p:nvGrpSpPr>
        <p:grpSpPr>
          <a:xfrm>
            <a:off x="6607011" y="1857359"/>
            <a:ext cx="868881" cy="684241"/>
            <a:chOff x="6598259" y="2078634"/>
            <a:chExt cx="868881" cy="684241"/>
          </a:xfrm>
        </p:grpSpPr>
        <p:sp>
          <p:nvSpPr>
            <p:cNvPr id="5863" name="Google Shape;5863;p64"/>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9" name="Google Shape;5869;p64"/>
            <p:cNvGrpSpPr/>
            <p:nvPr/>
          </p:nvGrpSpPr>
          <p:grpSpPr>
            <a:xfrm>
              <a:off x="6808175" y="2078634"/>
              <a:ext cx="452229" cy="684241"/>
              <a:chOff x="6808175" y="2078634"/>
              <a:chExt cx="452229" cy="684241"/>
            </a:xfrm>
          </p:grpSpPr>
          <p:sp>
            <p:nvSpPr>
              <p:cNvPr id="5870" name="Google Shape;5870;p64"/>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6" name="Google Shape;5876;p64"/>
              <p:cNvGrpSpPr/>
              <p:nvPr/>
            </p:nvGrpSpPr>
            <p:grpSpPr>
              <a:xfrm>
                <a:off x="6821586" y="2078634"/>
                <a:ext cx="426871" cy="684241"/>
                <a:chOff x="6821586" y="2078634"/>
                <a:chExt cx="426871" cy="684241"/>
              </a:xfrm>
            </p:grpSpPr>
            <p:grpSp>
              <p:nvGrpSpPr>
                <p:cNvPr id="5877" name="Google Shape;5877;p64"/>
                <p:cNvGrpSpPr/>
                <p:nvPr/>
              </p:nvGrpSpPr>
              <p:grpSpPr>
                <a:xfrm>
                  <a:off x="6821586" y="2078634"/>
                  <a:ext cx="426871" cy="684241"/>
                  <a:chOff x="6821586" y="2078634"/>
                  <a:chExt cx="426871" cy="684241"/>
                </a:xfrm>
              </p:grpSpPr>
              <p:sp>
                <p:nvSpPr>
                  <p:cNvPr id="5878" name="Google Shape;5878;p64"/>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7" name="Google Shape;5897;p64"/>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03" name="Google Shape;5903;p64"/>
          <p:cNvGrpSpPr/>
          <p:nvPr/>
        </p:nvGrpSpPr>
        <p:grpSpPr>
          <a:xfrm>
            <a:off x="716994" y="3531369"/>
            <a:ext cx="1340789" cy="640830"/>
            <a:chOff x="238125" y="1151100"/>
            <a:chExt cx="7139450" cy="3412300"/>
          </a:xfrm>
        </p:grpSpPr>
        <p:sp>
          <p:nvSpPr>
            <p:cNvPr id="5904" name="Google Shape;5904;p64"/>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64"/>
          <p:cNvGrpSpPr/>
          <p:nvPr/>
        </p:nvGrpSpPr>
        <p:grpSpPr>
          <a:xfrm>
            <a:off x="5584217" y="2734650"/>
            <a:ext cx="985357" cy="585764"/>
            <a:chOff x="5145061" y="2881789"/>
            <a:chExt cx="1107641" cy="658458"/>
          </a:xfrm>
        </p:grpSpPr>
        <p:grpSp>
          <p:nvGrpSpPr>
            <p:cNvPr id="5917" name="Google Shape;5917;p64"/>
            <p:cNvGrpSpPr/>
            <p:nvPr/>
          </p:nvGrpSpPr>
          <p:grpSpPr>
            <a:xfrm>
              <a:off x="5722989" y="3244587"/>
              <a:ext cx="529713" cy="295659"/>
              <a:chOff x="5722989" y="3244587"/>
              <a:chExt cx="529713" cy="295659"/>
            </a:xfrm>
          </p:grpSpPr>
          <p:sp>
            <p:nvSpPr>
              <p:cNvPr id="5918" name="Google Shape;5918;p64"/>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19" name="Google Shape;5919;p64"/>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20" name="Google Shape;5920;p64"/>
            <p:cNvGrpSpPr/>
            <p:nvPr/>
          </p:nvGrpSpPr>
          <p:grpSpPr>
            <a:xfrm>
              <a:off x="5145061" y="3244587"/>
              <a:ext cx="536807" cy="295659"/>
              <a:chOff x="5145061" y="3244587"/>
              <a:chExt cx="536807" cy="295659"/>
            </a:xfrm>
          </p:grpSpPr>
          <p:sp>
            <p:nvSpPr>
              <p:cNvPr id="5921" name="Google Shape;5921;p64"/>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22" name="Google Shape;5922;p64"/>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23" name="Google Shape;5923;p64"/>
            <p:cNvGrpSpPr/>
            <p:nvPr/>
          </p:nvGrpSpPr>
          <p:grpSpPr>
            <a:xfrm>
              <a:off x="5341327" y="2898245"/>
              <a:ext cx="532309" cy="614891"/>
              <a:chOff x="5341327" y="2898245"/>
              <a:chExt cx="532309" cy="614891"/>
            </a:xfrm>
          </p:grpSpPr>
          <p:sp>
            <p:nvSpPr>
              <p:cNvPr id="5924" name="Google Shape;5924;p64"/>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25" name="Google Shape;5925;p64"/>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26" name="Google Shape;5926;p64"/>
            <p:cNvGrpSpPr/>
            <p:nvPr/>
          </p:nvGrpSpPr>
          <p:grpSpPr>
            <a:xfrm>
              <a:off x="5532290" y="2881789"/>
              <a:ext cx="620516" cy="305456"/>
              <a:chOff x="5532290" y="2881789"/>
              <a:chExt cx="620516" cy="305456"/>
            </a:xfrm>
          </p:grpSpPr>
          <p:sp>
            <p:nvSpPr>
              <p:cNvPr id="5927" name="Google Shape;5927;p64"/>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28" name="Google Shape;5928;p64"/>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929" name="Google Shape;5929;p64"/>
          <p:cNvGrpSpPr/>
          <p:nvPr/>
        </p:nvGrpSpPr>
        <p:grpSpPr>
          <a:xfrm>
            <a:off x="8163140" y="3526708"/>
            <a:ext cx="269068" cy="645491"/>
            <a:chOff x="7026852" y="3311869"/>
            <a:chExt cx="434331" cy="1041954"/>
          </a:xfrm>
        </p:grpSpPr>
        <p:sp>
          <p:nvSpPr>
            <p:cNvPr id="5930" name="Google Shape;5930;p64"/>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64"/>
          <p:cNvGrpSpPr/>
          <p:nvPr/>
        </p:nvGrpSpPr>
        <p:grpSpPr>
          <a:xfrm>
            <a:off x="6179721" y="3565945"/>
            <a:ext cx="293882" cy="293836"/>
            <a:chOff x="4873519" y="3311869"/>
            <a:chExt cx="499374" cy="499296"/>
          </a:xfrm>
        </p:grpSpPr>
        <p:sp>
          <p:nvSpPr>
            <p:cNvPr id="5934" name="Google Shape;5934;p64"/>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64"/>
          <p:cNvGrpSpPr/>
          <p:nvPr/>
        </p:nvGrpSpPr>
        <p:grpSpPr>
          <a:xfrm>
            <a:off x="6179721" y="3878317"/>
            <a:ext cx="293882" cy="293882"/>
            <a:chOff x="4873519" y="3875839"/>
            <a:chExt cx="499374" cy="499374"/>
          </a:xfrm>
        </p:grpSpPr>
        <p:sp>
          <p:nvSpPr>
            <p:cNvPr id="5937" name="Google Shape;5937;p64"/>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64"/>
          <p:cNvGrpSpPr/>
          <p:nvPr/>
        </p:nvGrpSpPr>
        <p:grpSpPr>
          <a:xfrm>
            <a:off x="2410248" y="1850269"/>
            <a:ext cx="698104" cy="698208"/>
            <a:chOff x="2565073" y="2075876"/>
            <a:chExt cx="672482" cy="672518"/>
          </a:xfrm>
        </p:grpSpPr>
        <p:sp>
          <p:nvSpPr>
            <p:cNvPr id="5940" name="Google Shape;5940;p64"/>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64"/>
          <p:cNvGrpSpPr/>
          <p:nvPr/>
        </p:nvGrpSpPr>
        <p:grpSpPr>
          <a:xfrm>
            <a:off x="5633660" y="3534870"/>
            <a:ext cx="438354" cy="637329"/>
            <a:chOff x="1697726" y="3244179"/>
            <a:chExt cx="788124" cy="1146069"/>
          </a:xfrm>
        </p:grpSpPr>
        <p:sp>
          <p:nvSpPr>
            <p:cNvPr id="5947" name="Google Shape;5947;p6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9" name="Google Shape;5949;p64"/>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64"/>
          <p:cNvGrpSpPr/>
          <p:nvPr/>
        </p:nvGrpSpPr>
        <p:grpSpPr>
          <a:xfrm>
            <a:off x="7634874" y="1863232"/>
            <a:ext cx="799565" cy="670282"/>
            <a:chOff x="7617850" y="2063282"/>
            <a:chExt cx="799565" cy="670282"/>
          </a:xfrm>
        </p:grpSpPr>
        <p:cxnSp>
          <p:nvCxnSpPr>
            <p:cNvPr id="5951" name="Google Shape;5951;p64"/>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52" name="Google Shape;5952;p64"/>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53" name="Google Shape;5953;p64"/>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54" name="Google Shape;5954;p64"/>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55" name="Google Shape;5955;p64"/>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956" name="Google Shape;5956;p64"/>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957" name="Google Shape;5957;p64"/>
            <p:cNvGrpSpPr/>
            <p:nvPr/>
          </p:nvGrpSpPr>
          <p:grpSpPr>
            <a:xfrm>
              <a:off x="7734309" y="2063282"/>
              <a:ext cx="570957" cy="620095"/>
              <a:chOff x="7734309" y="2063282"/>
              <a:chExt cx="570957" cy="620095"/>
            </a:xfrm>
          </p:grpSpPr>
          <p:grpSp>
            <p:nvGrpSpPr>
              <p:cNvPr id="5958" name="Google Shape;5958;p64"/>
              <p:cNvGrpSpPr/>
              <p:nvPr/>
            </p:nvGrpSpPr>
            <p:grpSpPr>
              <a:xfrm>
                <a:off x="8031573" y="2063282"/>
                <a:ext cx="273693" cy="620095"/>
                <a:chOff x="8031573" y="2063282"/>
                <a:chExt cx="273693" cy="620095"/>
              </a:xfrm>
            </p:grpSpPr>
            <p:sp>
              <p:nvSpPr>
                <p:cNvPr id="5959" name="Google Shape;5959;p6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64"/>
              <p:cNvGrpSpPr/>
              <p:nvPr/>
            </p:nvGrpSpPr>
            <p:grpSpPr>
              <a:xfrm flipH="1">
                <a:off x="7734309" y="2063282"/>
                <a:ext cx="273693" cy="620095"/>
                <a:chOff x="8031573" y="2063282"/>
                <a:chExt cx="273693" cy="620095"/>
              </a:xfrm>
            </p:grpSpPr>
            <p:sp>
              <p:nvSpPr>
                <p:cNvPr id="5964" name="Google Shape;5964;p6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968" name="Google Shape;5968;p64"/>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0" name="Google Shape;5970;p64"/>
          <p:cNvGrpSpPr/>
          <p:nvPr/>
        </p:nvGrpSpPr>
        <p:grpSpPr>
          <a:xfrm>
            <a:off x="7821480" y="2716716"/>
            <a:ext cx="602567" cy="601884"/>
            <a:chOff x="1186975" y="238125"/>
            <a:chExt cx="5244275" cy="5238325"/>
          </a:xfrm>
        </p:grpSpPr>
        <p:sp>
          <p:nvSpPr>
            <p:cNvPr id="5971" name="Google Shape;5971;p6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64"/>
          <p:cNvGrpSpPr/>
          <p:nvPr/>
        </p:nvGrpSpPr>
        <p:grpSpPr>
          <a:xfrm>
            <a:off x="3264218" y="1856199"/>
            <a:ext cx="651848" cy="687338"/>
            <a:chOff x="3400515" y="2056248"/>
            <a:chExt cx="698134" cy="735987"/>
          </a:xfrm>
        </p:grpSpPr>
        <p:grpSp>
          <p:nvGrpSpPr>
            <p:cNvPr id="5976" name="Google Shape;5976;p64"/>
            <p:cNvGrpSpPr/>
            <p:nvPr/>
          </p:nvGrpSpPr>
          <p:grpSpPr>
            <a:xfrm>
              <a:off x="3400515" y="2283913"/>
              <a:ext cx="312919" cy="219900"/>
              <a:chOff x="3400515" y="2283913"/>
              <a:chExt cx="312919" cy="219900"/>
            </a:xfrm>
          </p:grpSpPr>
          <p:sp>
            <p:nvSpPr>
              <p:cNvPr id="5977" name="Google Shape;5977;p64"/>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78" name="Google Shape;5978;p64"/>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979" name="Google Shape;5979;p64"/>
            <p:cNvGrpSpPr/>
            <p:nvPr/>
          </p:nvGrpSpPr>
          <p:grpSpPr>
            <a:xfrm>
              <a:off x="3547823" y="2461089"/>
              <a:ext cx="219900" cy="331146"/>
              <a:chOff x="3547823" y="2461089"/>
              <a:chExt cx="219900" cy="331146"/>
            </a:xfrm>
          </p:grpSpPr>
          <p:sp>
            <p:nvSpPr>
              <p:cNvPr id="5980" name="Google Shape;5980;p64"/>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81" name="Google Shape;5981;p64"/>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982" name="Google Shape;5982;p64"/>
            <p:cNvGrpSpPr/>
            <p:nvPr/>
          </p:nvGrpSpPr>
          <p:grpSpPr>
            <a:xfrm>
              <a:off x="3734138" y="2461089"/>
              <a:ext cx="219900" cy="331146"/>
              <a:chOff x="3734138" y="2461089"/>
              <a:chExt cx="219900" cy="331146"/>
            </a:xfrm>
          </p:grpSpPr>
          <p:sp>
            <p:nvSpPr>
              <p:cNvPr id="5983" name="Google Shape;5983;p64"/>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84" name="Google Shape;5984;p64"/>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985" name="Google Shape;5985;p64"/>
            <p:cNvGrpSpPr/>
            <p:nvPr/>
          </p:nvGrpSpPr>
          <p:grpSpPr>
            <a:xfrm>
              <a:off x="3787560" y="2281742"/>
              <a:ext cx="311089" cy="219900"/>
              <a:chOff x="3787560" y="2281742"/>
              <a:chExt cx="311089" cy="219900"/>
            </a:xfrm>
          </p:grpSpPr>
          <p:sp>
            <p:nvSpPr>
              <p:cNvPr id="5986" name="Google Shape;5986;p64"/>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987" name="Google Shape;5987;p64"/>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988" name="Google Shape;5988;p64"/>
            <p:cNvGrpSpPr/>
            <p:nvPr/>
          </p:nvGrpSpPr>
          <p:grpSpPr>
            <a:xfrm>
              <a:off x="3637290" y="2056248"/>
              <a:ext cx="219900" cy="330736"/>
              <a:chOff x="3637290" y="2056248"/>
              <a:chExt cx="219900" cy="330736"/>
            </a:xfrm>
          </p:grpSpPr>
          <p:sp>
            <p:nvSpPr>
              <p:cNvPr id="5989" name="Google Shape;5989;p64"/>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990" name="Google Shape;5990;p64"/>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991" name="Google Shape;5991;p64"/>
          <p:cNvGrpSpPr/>
          <p:nvPr/>
        </p:nvGrpSpPr>
        <p:grpSpPr>
          <a:xfrm>
            <a:off x="2555923" y="2726206"/>
            <a:ext cx="1268144" cy="592394"/>
            <a:chOff x="238125" y="1188750"/>
            <a:chExt cx="7140450" cy="3335550"/>
          </a:xfrm>
        </p:grpSpPr>
        <p:sp>
          <p:nvSpPr>
            <p:cNvPr id="5992" name="Google Shape;5992;p6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64"/>
          <p:cNvGrpSpPr/>
          <p:nvPr/>
        </p:nvGrpSpPr>
        <p:grpSpPr>
          <a:xfrm>
            <a:off x="6663824" y="2728360"/>
            <a:ext cx="1053944" cy="590147"/>
            <a:chOff x="238125" y="1335475"/>
            <a:chExt cx="5418735" cy="3034175"/>
          </a:xfrm>
        </p:grpSpPr>
        <p:sp>
          <p:nvSpPr>
            <p:cNvPr id="5998" name="Google Shape;5998;p6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64"/>
          <p:cNvGrpSpPr/>
          <p:nvPr/>
        </p:nvGrpSpPr>
        <p:grpSpPr>
          <a:xfrm>
            <a:off x="4094633" y="3533260"/>
            <a:ext cx="1268207" cy="638939"/>
            <a:chOff x="3967651" y="3645904"/>
            <a:chExt cx="1479304" cy="745292"/>
          </a:xfrm>
        </p:grpSpPr>
        <p:grpSp>
          <p:nvGrpSpPr>
            <p:cNvPr id="6002" name="Google Shape;6002;p64"/>
            <p:cNvGrpSpPr/>
            <p:nvPr/>
          </p:nvGrpSpPr>
          <p:grpSpPr>
            <a:xfrm>
              <a:off x="3967651" y="4009026"/>
              <a:ext cx="1479304" cy="382170"/>
              <a:chOff x="3967651" y="4009026"/>
              <a:chExt cx="1479304" cy="382170"/>
            </a:xfrm>
          </p:grpSpPr>
          <p:grpSp>
            <p:nvGrpSpPr>
              <p:cNvPr id="6003" name="Google Shape;6003;p64"/>
              <p:cNvGrpSpPr/>
              <p:nvPr/>
            </p:nvGrpSpPr>
            <p:grpSpPr>
              <a:xfrm>
                <a:off x="4892216" y="4195630"/>
                <a:ext cx="554739" cy="195566"/>
                <a:chOff x="3604375" y="4892160"/>
                <a:chExt cx="1651500" cy="582215"/>
              </a:xfrm>
            </p:grpSpPr>
            <p:sp>
              <p:nvSpPr>
                <p:cNvPr id="6004" name="Google Shape;6004;p64"/>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64"/>
              <p:cNvGrpSpPr/>
              <p:nvPr/>
            </p:nvGrpSpPr>
            <p:grpSpPr>
              <a:xfrm>
                <a:off x="3967651" y="4146303"/>
                <a:ext cx="579402" cy="244893"/>
                <a:chOff x="851875" y="4745310"/>
                <a:chExt cx="1724925" cy="729065"/>
              </a:xfrm>
            </p:grpSpPr>
            <p:sp>
              <p:nvSpPr>
                <p:cNvPr id="6007" name="Google Shape;6007;p64"/>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64"/>
              <p:cNvGrpSpPr/>
              <p:nvPr/>
            </p:nvGrpSpPr>
            <p:grpSpPr>
              <a:xfrm>
                <a:off x="4460753" y="4009026"/>
                <a:ext cx="493110" cy="382170"/>
                <a:chOff x="2319875" y="4336625"/>
                <a:chExt cx="1468025" cy="1137750"/>
              </a:xfrm>
            </p:grpSpPr>
            <p:sp>
              <p:nvSpPr>
                <p:cNvPr id="6010" name="Google Shape;6010;p64"/>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2" name="Google Shape;6012;p64"/>
            <p:cNvGrpSpPr/>
            <p:nvPr/>
          </p:nvGrpSpPr>
          <p:grpSpPr>
            <a:xfrm>
              <a:off x="4479443" y="3645904"/>
              <a:ext cx="455965" cy="388789"/>
              <a:chOff x="2957425" y="238100"/>
              <a:chExt cx="1910200" cy="1628775"/>
            </a:xfrm>
          </p:grpSpPr>
          <p:sp>
            <p:nvSpPr>
              <p:cNvPr id="6013" name="Google Shape;6013;p64"/>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23" name="Google Shape;6023;p64"/>
          <p:cNvGrpSpPr/>
          <p:nvPr/>
        </p:nvGrpSpPr>
        <p:grpSpPr>
          <a:xfrm>
            <a:off x="2480746" y="3534460"/>
            <a:ext cx="1243128" cy="637739"/>
            <a:chOff x="2496310" y="3693351"/>
            <a:chExt cx="1342906" cy="688926"/>
          </a:xfrm>
        </p:grpSpPr>
        <p:grpSp>
          <p:nvGrpSpPr>
            <p:cNvPr id="6024" name="Google Shape;6024;p64"/>
            <p:cNvGrpSpPr/>
            <p:nvPr/>
          </p:nvGrpSpPr>
          <p:grpSpPr>
            <a:xfrm>
              <a:off x="2496310" y="3693351"/>
              <a:ext cx="1342906" cy="688875"/>
              <a:chOff x="2496310" y="3693351"/>
              <a:chExt cx="1342906" cy="688875"/>
            </a:xfrm>
          </p:grpSpPr>
          <p:sp>
            <p:nvSpPr>
              <p:cNvPr id="6025" name="Google Shape;6025;p64"/>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1" name="Google Shape;6031;p64"/>
              <p:cNvCxnSpPr>
                <a:stCxn id="602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032" name="Google Shape;6032;p64"/>
              <p:cNvCxnSpPr>
                <a:stCxn id="602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033" name="Google Shape;6033;p64"/>
              <p:cNvCxnSpPr>
                <a:stCxn id="602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34" name="Google Shape;6034;p64"/>
              <p:cNvCxnSpPr>
                <a:stCxn id="603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35" name="Google Shape;6035;p64"/>
              <p:cNvCxnSpPr>
                <a:stCxn id="602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036" name="Google Shape;6036;p64"/>
            <p:cNvGrpSpPr/>
            <p:nvPr/>
          </p:nvGrpSpPr>
          <p:grpSpPr>
            <a:xfrm>
              <a:off x="2675275" y="3930557"/>
              <a:ext cx="1003306" cy="451719"/>
              <a:chOff x="2675275" y="4174282"/>
              <a:chExt cx="1003306" cy="451719"/>
            </a:xfrm>
          </p:grpSpPr>
          <p:sp>
            <p:nvSpPr>
              <p:cNvPr id="6037" name="Google Shape;6037;p64"/>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0" name="Google Shape;6040;p64"/>
          <p:cNvGrpSpPr/>
          <p:nvPr/>
        </p:nvGrpSpPr>
        <p:grpSpPr>
          <a:xfrm>
            <a:off x="1654417" y="971307"/>
            <a:ext cx="574511" cy="874709"/>
            <a:chOff x="1715404" y="1112080"/>
            <a:chExt cx="642270" cy="977984"/>
          </a:xfrm>
        </p:grpSpPr>
        <p:grpSp>
          <p:nvGrpSpPr>
            <p:cNvPr id="6041" name="Google Shape;6041;p64"/>
            <p:cNvGrpSpPr/>
            <p:nvPr/>
          </p:nvGrpSpPr>
          <p:grpSpPr>
            <a:xfrm>
              <a:off x="1715404" y="1112080"/>
              <a:ext cx="642270" cy="977984"/>
              <a:chOff x="1715404" y="1112080"/>
              <a:chExt cx="642270" cy="977984"/>
            </a:xfrm>
          </p:grpSpPr>
          <p:sp>
            <p:nvSpPr>
              <p:cNvPr id="6042" name="Google Shape;6042;p64"/>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64"/>
            <p:cNvGrpSpPr/>
            <p:nvPr/>
          </p:nvGrpSpPr>
          <p:grpSpPr>
            <a:xfrm>
              <a:off x="1768927" y="1165603"/>
              <a:ext cx="535225" cy="851367"/>
              <a:chOff x="1768927" y="1165603"/>
              <a:chExt cx="535225" cy="851367"/>
            </a:xfrm>
          </p:grpSpPr>
          <p:sp>
            <p:nvSpPr>
              <p:cNvPr id="6045" name="Google Shape;6045;p64"/>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64"/>
            <p:cNvGrpSpPr/>
            <p:nvPr/>
          </p:nvGrpSpPr>
          <p:grpSpPr>
            <a:xfrm>
              <a:off x="1822449" y="1219125"/>
              <a:ext cx="428180" cy="718859"/>
              <a:chOff x="1822449" y="1219125"/>
              <a:chExt cx="428180" cy="718859"/>
            </a:xfrm>
          </p:grpSpPr>
          <p:sp>
            <p:nvSpPr>
              <p:cNvPr id="6048" name="Google Shape;6048;p64"/>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64"/>
            <p:cNvGrpSpPr/>
            <p:nvPr/>
          </p:nvGrpSpPr>
          <p:grpSpPr>
            <a:xfrm>
              <a:off x="1875972" y="1272648"/>
              <a:ext cx="321135" cy="586939"/>
              <a:chOff x="1875972" y="1272648"/>
              <a:chExt cx="321135" cy="586939"/>
            </a:xfrm>
          </p:grpSpPr>
          <p:sp>
            <p:nvSpPr>
              <p:cNvPr id="6051" name="Google Shape;6051;p64"/>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3" name="Google Shape;6053;p64"/>
          <p:cNvGrpSpPr/>
          <p:nvPr/>
        </p:nvGrpSpPr>
        <p:grpSpPr>
          <a:xfrm>
            <a:off x="7761578" y="3528028"/>
            <a:ext cx="293855" cy="644170"/>
            <a:chOff x="241025" y="3151575"/>
            <a:chExt cx="293855" cy="644170"/>
          </a:xfrm>
        </p:grpSpPr>
        <p:sp>
          <p:nvSpPr>
            <p:cNvPr id="6054" name="Google Shape;6054;p64"/>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4"/>
          <p:cNvGrpSpPr/>
          <p:nvPr/>
        </p:nvGrpSpPr>
        <p:grpSpPr>
          <a:xfrm>
            <a:off x="709562" y="2728028"/>
            <a:ext cx="1779649" cy="591620"/>
            <a:chOff x="246070" y="1983375"/>
            <a:chExt cx="1855347" cy="616849"/>
          </a:xfrm>
        </p:grpSpPr>
        <p:sp>
          <p:nvSpPr>
            <p:cNvPr id="6057" name="Google Shape;6057;p64"/>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64"/>
          <p:cNvGrpSpPr/>
          <p:nvPr/>
        </p:nvGrpSpPr>
        <p:grpSpPr>
          <a:xfrm>
            <a:off x="2320428" y="971307"/>
            <a:ext cx="711055" cy="745993"/>
            <a:chOff x="2496269" y="1171698"/>
            <a:chExt cx="761953" cy="799392"/>
          </a:xfrm>
        </p:grpSpPr>
        <p:grpSp>
          <p:nvGrpSpPr>
            <p:cNvPr id="6067" name="Google Shape;6067;p64"/>
            <p:cNvGrpSpPr/>
            <p:nvPr/>
          </p:nvGrpSpPr>
          <p:grpSpPr>
            <a:xfrm>
              <a:off x="2496269" y="1171698"/>
              <a:ext cx="761953" cy="723022"/>
              <a:chOff x="2496269" y="1171698"/>
              <a:chExt cx="761953" cy="723022"/>
            </a:xfrm>
          </p:grpSpPr>
          <p:sp>
            <p:nvSpPr>
              <p:cNvPr id="6068" name="Google Shape;6068;p64"/>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0" name="Google Shape;6070;p64"/>
              <p:cNvGrpSpPr/>
              <p:nvPr/>
            </p:nvGrpSpPr>
            <p:grpSpPr>
              <a:xfrm>
                <a:off x="2496269" y="1171698"/>
                <a:ext cx="761953" cy="723022"/>
                <a:chOff x="2496269" y="1120652"/>
                <a:chExt cx="761953" cy="723022"/>
              </a:xfrm>
            </p:grpSpPr>
            <p:grpSp>
              <p:nvGrpSpPr>
                <p:cNvPr id="6071" name="Google Shape;6071;p64"/>
                <p:cNvGrpSpPr/>
                <p:nvPr/>
              </p:nvGrpSpPr>
              <p:grpSpPr>
                <a:xfrm>
                  <a:off x="2496269" y="1120652"/>
                  <a:ext cx="761953" cy="723022"/>
                  <a:chOff x="2496269" y="1120652"/>
                  <a:chExt cx="761953" cy="723022"/>
                </a:xfrm>
              </p:grpSpPr>
              <p:grpSp>
                <p:nvGrpSpPr>
                  <p:cNvPr id="6072" name="Google Shape;6072;p64"/>
                  <p:cNvGrpSpPr/>
                  <p:nvPr/>
                </p:nvGrpSpPr>
                <p:grpSpPr>
                  <a:xfrm>
                    <a:off x="2496269" y="1304589"/>
                    <a:ext cx="407089" cy="305057"/>
                    <a:chOff x="2496269" y="1304589"/>
                    <a:chExt cx="407089" cy="305057"/>
                  </a:xfrm>
                </p:grpSpPr>
                <p:sp>
                  <p:nvSpPr>
                    <p:cNvPr id="6073" name="Google Shape;6073;p64"/>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64"/>
                  <p:cNvGrpSpPr/>
                  <p:nvPr/>
                </p:nvGrpSpPr>
                <p:grpSpPr>
                  <a:xfrm>
                    <a:off x="2586468" y="1493376"/>
                    <a:ext cx="358850" cy="349656"/>
                    <a:chOff x="2586468" y="1493376"/>
                    <a:chExt cx="358850" cy="349656"/>
                  </a:xfrm>
                </p:grpSpPr>
                <p:sp>
                  <p:nvSpPr>
                    <p:cNvPr id="6076" name="Google Shape;6076;p64"/>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64"/>
                  <p:cNvGrpSpPr/>
                  <p:nvPr/>
                </p:nvGrpSpPr>
                <p:grpSpPr>
                  <a:xfrm>
                    <a:off x="2807939" y="1494024"/>
                    <a:ext cx="358857" cy="349650"/>
                    <a:chOff x="2807939" y="1494024"/>
                    <a:chExt cx="358857" cy="349650"/>
                  </a:xfrm>
                </p:grpSpPr>
                <p:sp>
                  <p:nvSpPr>
                    <p:cNvPr id="6079" name="Google Shape;6079;p64"/>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64"/>
                  <p:cNvGrpSpPr/>
                  <p:nvPr/>
                </p:nvGrpSpPr>
                <p:grpSpPr>
                  <a:xfrm>
                    <a:off x="2851133" y="1305635"/>
                    <a:ext cx="407089" cy="305057"/>
                    <a:chOff x="2851133" y="1305635"/>
                    <a:chExt cx="407089" cy="305057"/>
                  </a:xfrm>
                </p:grpSpPr>
                <p:sp>
                  <p:nvSpPr>
                    <p:cNvPr id="6082" name="Google Shape;6082;p64"/>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4"/>
                  <p:cNvGrpSpPr/>
                  <p:nvPr/>
                </p:nvGrpSpPr>
                <p:grpSpPr>
                  <a:xfrm>
                    <a:off x="2727495" y="1120652"/>
                    <a:ext cx="300271" cy="396358"/>
                    <a:chOff x="2727495" y="1120652"/>
                    <a:chExt cx="300271" cy="396358"/>
                  </a:xfrm>
                </p:grpSpPr>
                <p:sp>
                  <p:nvSpPr>
                    <p:cNvPr id="6085" name="Google Shape;6085;p64"/>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7" name="Google Shape;6087;p64"/>
                <p:cNvGrpSpPr/>
                <p:nvPr/>
              </p:nvGrpSpPr>
              <p:grpSpPr>
                <a:xfrm>
                  <a:off x="2722305" y="1350460"/>
                  <a:ext cx="308357" cy="308344"/>
                  <a:chOff x="2722305" y="1350460"/>
                  <a:chExt cx="308357" cy="308344"/>
                </a:xfrm>
              </p:grpSpPr>
              <p:sp>
                <p:nvSpPr>
                  <p:cNvPr id="6088" name="Google Shape;6088;p64"/>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64"/>
                  <p:cNvGrpSpPr/>
                  <p:nvPr/>
                </p:nvGrpSpPr>
                <p:grpSpPr>
                  <a:xfrm>
                    <a:off x="2725064" y="1364529"/>
                    <a:ext cx="297954" cy="280182"/>
                    <a:chOff x="2725064" y="1364529"/>
                    <a:chExt cx="297954" cy="280182"/>
                  </a:xfrm>
                </p:grpSpPr>
                <p:sp>
                  <p:nvSpPr>
                    <p:cNvPr id="6090" name="Google Shape;6090;p64"/>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095" name="Google Shape;6095;p64"/>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64"/>
          <p:cNvGrpSpPr/>
          <p:nvPr/>
        </p:nvGrpSpPr>
        <p:grpSpPr>
          <a:xfrm>
            <a:off x="3909129" y="2727412"/>
            <a:ext cx="1569144" cy="591015"/>
            <a:chOff x="3820100" y="3023049"/>
            <a:chExt cx="1303926" cy="491162"/>
          </a:xfrm>
        </p:grpSpPr>
        <p:grpSp>
          <p:nvGrpSpPr>
            <p:cNvPr id="6101" name="Google Shape;6101;p64"/>
            <p:cNvGrpSpPr/>
            <p:nvPr/>
          </p:nvGrpSpPr>
          <p:grpSpPr>
            <a:xfrm>
              <a:off x="3820100" y="3023072"/>
              <a:ext cx="1303926" cy="491139"/>
              <a:chOff x="3820100" y="3023072"/>
              <a:chExt cx="1303926" cy="491139"/>
            </a:xfrm>
          </p:grpSpPr>
          <p:sp>
            <p:nvSpPr>
              <p:cNvPr id="6102" name="Google Shape;6102;p64"/>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64"/>
            <p:cNvGrpSpPr/>
            <p:nvPr/>
          </p:nvGrpSpPr>
          <p:grpSpPr>
            <a:xfrm>
              <a:off x="4132439" y="3023645"/>
              <a:ext cx="393633" cy="177096"/>
              <a:chOff x="4132439" y="3023645"/>
              <a:chExt cx="393633" cy="177096"/>
            </a:xfrm>
          </p:grpSpPr>
          <p:sp>
            <p:nvSpPr>
              <p:cNvPr id="6105" name="Google Shape;6105;p64"/>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64"/>
            <p:cNvGrpSpPr/>
            <p:nvPr/>
          </p:nvGrpSpPr>
          <p:grpSpPr>
            <a:xfrm>
              <a:off x="3921811" y="3023049"/>
              <a:ext cx="1002397" cy="388943"/>
              <a:chOff x="3921811" y="3023049"/>
              <a:chExt cx="1002397" cy="388943"/>
            </a:xfrm>
          </p:grpSpPr>
          <p:sp>
            <p:nvSpPr>
              <p:cNvPr id="6108" name="Google Shape;6108;p64"/>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64"/>
            <p:cNvGrpSpPr/>
            <p:nvPr/>
          </p:nvGrpSpPr>
          <p:grpSpPr>
            <a:xfrm>
              <a:off x="4023645" y="3023049"/>
              <a:ext cx="683032" cy="286722"/>
              <a:chOff x="4023645" y="3023049"/>
              <a:chExt cx="683032" cy="286722"/>
            </a:xfrm>
          </p:grpSpPr>
          <p:sp>
            <p:nvSpPr>
              <p:cNvPr id="6111" name="Google Shape;6111;p64"/>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3" name="Google Shape;6113;p64"/>
          <p:cNvGrpSpPr/>
          <p:nvPr/>
        </p:nvGrpSpPr>
        <p:grpSpPr>
          <a:xfrm>
            <a:off x="1541251" y="1854258"/>
            <a:ext cx="713522" cy="688025"/>
            <a:chOff x="1706078" y="2092648"/>
            <a:chExt cx="660913" cy="637296"/>
          </a:xfrm>
        </p:grpSpPr>
        <p:sp>
          <p:nvSpPr>
            <p:cNvPr id="6114" name="Google Shape;6114;p64"/>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5" name="Google Shape;6115;p64"/>
            <p:cNvGrpSpPr/>
            <p:nvPr/>
          </p:nvGrpSpPr>
          <p:grpSpPr>
            <a:xfrm>
              <a:off x="1706078" y="2092648"/>
              <a:ext cx="660913" cy="575241"/>
              <a:chOff x="1706078" y="2092648"/>
              <a:chExt cx="660913" cy="575241"/>
            </a:xfrm>
          </p:grpSpPr>
          <p:sp>
            <p:nvSpPr>
              <p:cNvPr id="6116" name="Google Shape;6116;p64"/>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9" name="Google Shape;6119;p64"/>
          <p:cNvGrpSpPr/>
          <p:nvPr/>
        </p:nvGrpSpPr>
        <p:grpSpPr>
          <a:xfrm>
            <a:off x="6303109" y="971806"/>
            <a:ext cx="1317459" cy="684168"/>
            <a:chOff x="238125" y="999450"/>
            <a:chExt cx="7140700" cy="3708225"/>
          </a:xfrm>
        </p:grpSpPr>
        <p:sp>
          <p:nvSpPr>
            <p:cNvPr id="6120" name="Google Shape;6120;p64"/>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grpSp>
        <p:nvGrpSpPr>
          <p:cNvPr id="6133" name="Google Shape;6133;p65"/>
          <p:cNvGrpSpPr/>
          <p:nvPr/>
        </p:nvGrpSpPr>
        <p:grpSpPr>
          <a:xfrm>
            <a:off x="717027" y="967622"/>
            <a:ext cx="1636117" cy="1526144"/>
            <a:chOff x="729238" y="1179665"/>
            <a:chExt cx="1636117" cy="1526144"/>
          </a:xfrm>
        </p:grpSpPr>
        <p:grpSp>
          <p:nvGrpSpPr>
            <p:cNvPr id="6134" name="Google Shape;6134;p65"/>
            <p:cNvGrpSpPr/>
            <p:nvPr/>
          </p:nvGrpSpPr>
          <p:grpSpPr>
            <a:xfrm>
              <a:off x="729238" y="1179665"/>
              <a:ext cx="80700" cy="1526144"/>
              <a:chOff x="729238" y="1179665"/>
              <a:chExt cx="80700" cy="1526144"/>
            </a:xfrm>
          </p:grpSpPr>
          <p:sp>
            <p:nvSpPr>
              <p:cNvPr id="6135" name="Google Shape;6135;p65"/>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5"/>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5"/>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5"/>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65"/>
            <p:cNvGrpSpPr/>
            <p:nvPr/>
          </p:nvGrpSpPr>
          <p:grpSpPr>
            <a:xfrm>
              <a:off x="903098" y="1179665"/>
              <a:ext cx="80700" cy="1526144"/>
              <a:chOff x="903098" y="1179665"/>
              <a:chExt cx="80700" cy="1526144"/>
            </a:xfrm>
          </p:grpSpPr>
          <p:sp>
            <p:nvSpPr>
              <p:cNvPr id="6146" name="Google Shape;6146;p65"/>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5"/>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5"/>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5"/>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5"/>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5"/>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65"/>
            <p:cNvGrpSpPr/>
            <p:nvPr/>
          </p:nvGrpSpPr>
          <p:grpSpPr>
            <a:xfrm>
              <a:off x="1076958" y="1179665"/>
              <a:ext cx="80700" cy="1526144"/>
              <a:chOff x="1076958" y="1179665"/>
              <a:chExt cx="80700" cy="1526144"/>
            </a:xfrm>
          </p:grpSpPr>
          <p:sp>
            <p:nvSpPr>
              <p:cNvPr id="6157" name="Google Shape;6157;p65"/>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5"/>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5"/>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5"/>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5"/>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5"/>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5"/>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65"/>
            <p:cNvGrpSpPr/>
            <p:nvPr/>
          </p:nvGrpSpPr>
          <p:grpSpPr>
            <a:xfrm>
              <a:off x="1247707" y="1179665"/>
              <a:ext cx="80700" cy="1526144"/>
              <a:chOff x="1247707" y="1179665"/>
              <a:chExt cx="80700" cy="1526144"/>
            </a:xfrm>
          </p:grpSpPr>
          <p:sp>
            <p:nvSpPr>
              <p:cNvPr id="6168" name="Google Shape;6168;p65"/>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5"/>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5"/>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65"/>
            <p:cNvGrpSpPr/>
            <p:nvPr/>
          </p:nvGrpSpPr>
          <p:grpSpPr>
            <a:xfrm>
              <a:off x="1421567" y="1179665"/>
              <a:ext cx="80700" cy="1526144"/>
              <a:chOff x="1421567" y="1179665"/>
              <a:chExt cx="80700" cy="1526144"/>
            </a:xfrm>
          </p:grpSpPr>
          <p:sp>
            <p:nvSpPr>
              <p:cNvPr id="6179" name="Google Shape;6179;p65"/>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5"/>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5"/>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5"/>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5"/>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5"/>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5"/>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5"/>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65"/>
            <p:cNvGrpSpPr/>
            <p:nvPr/>
          </p:nvGrpSpPr>
          <p:grpSpPr>
            <a:xfrm>
              <a:off x="1592327" y="1179665"/>
              <a:ext cx="80700" cy="1526144"/>
              <a:chOff x="1592327" y="1179665"/>
              <a:chExt cx="80700" cy="1526144"/>
            </a:xfrm>
          </p:grpSpPr>
          <p:sp>
            <p:nvSpPr>
              <p:cNvPr id="6190" name="Google Shape;6190;p65"/>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5"/>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5"/>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5"/>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5"/>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5"/>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65"/>
            <p:cNvGrpSpPr/>
            <p:nvPr/>
          </p:nvGrpSpPr>
          <p:grpSpPr>
            <a:xfrm>
              <a:off x="1766187" y="1179665"/>
              <a:ext cx="80700" cy="1526144"/>
              <a:chOff x="1766187" y="1179665"/>
              <a:chExt cx="80700" cy="1526144"/>
            </a:xfrm>
          </p:grpSpPr>
          <p:sp>
            <p:nvSpPr>
              <p:cNvPr id="6201" name="Google Shape;6201;p65"/>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5"/>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5"/>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5"/>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5"/>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5"/>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5"/>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5"/>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5"/>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65"/>
            <p:cNvGrpSpPr/>
            <p:nvPr/>
          </p:nvGrpSpPr>
          <p:grpSpPr>
            <a:xfrm>
              <a:off x="1936935" y="1179665"/>
              <a:ext cx="80700" cy="1526144"/>
              <a:chOff x="1936935" y="1179665"/>
              <a:chExt cx="80700" cy="1526144"/>
            </a:xfrm>
          </p:grpSpPr>
          <p:sp>
            <p:nvSpPr>
              <p:cNvPr id="6212" name="Google Shape;6212;p65"/>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5"/>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5"/>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5"/>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5"/>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65"/>
            <p:cNvGrpSpPr/>
            <p:nvPr/>
          </p:nvGrpSpPr>
          <p:grpSpPr>
            <a:xfrm>
              <a:off x="2110795" y="1179665"/>
              <a:ext cx="80700" cy="1526144"/>
              <a:chOff x="2110795" y="1179665"/>
              <a:chExt cx="80700" cy="1526144"/>
            </a:xfrm>
          </p:grpSpPr>
          <p:sp>
            <p:nvSpPr>
              <p:cNvPr id="6223" name="Google Shape;6223;p65"/>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5"/>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5"/>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5"/>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65"/>
            <p:cNvGrpSpPr/>
            <p:nvPr/>
          </p:nvGrpSpPr>
          <p:grpSpPr>
            <a:xfrm>
              <a:off x="2284655" y="1179665"/>
              <a:ext cx="80700" cy="1526144"/>
              <a:chOff x="2284655" y="1179665"/>
              <a:chExt cx="80700" cy="1526144"/>
            </a:xfrm>
          </p:grpSpPr>
          <p:sp>
            <p:nvSpPr>
              <p:cNvPr id="6234" name="Google Shape;6234;p65"/>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5"/>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5"/>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5"/>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5"/>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5"/>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4" name="Google Shape;6244;p65"/>
          <p:cNvGrpSpPr/>
          <p:nvPr/>
        </p:nvGrpSpPr>
        <p:grpSpPr>
          <a:xfrm>
            <a:off x="2611693" y="986760"/>
            <a:ext cx="1364248" cy="1102133"/>
            <a:chOff x="2623904" y="1198803"/>
            <a:chExt cx="1364248" cy="1102133"/>
          </a:xfrm>
        </p:grpSpPr>
        <p:grpSp>
          <p:nvGrpSpPr>
            <p:cNvPr id="6245" name="Google Shape;6245;p65"/>
            <p:cNvGrpSpPr/>
            <p:nvPr/>
          </p:nvGrpSpPr>
          <p:grpSpPr>
            <a:xfrm>
              <a:off x="2623907" y="1198803"/>
              <a:ext cx="1364245" cy="273000"/>
              <a:chOff x="2623907" y="1198803"/>
              <a:chExt cx="1364245" cy="273000"/>
            </a:xfrm>
          </p:grpSpPr>
          <p:sp>
            <p:nvSpPr>
              <p:cNvPr id="6246" name="Google Shape;6246;p6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5"/>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65"/>
            <p:cNvGrpSpPr/>
            <p:nvPr/>
          </p:nvGrpSpPr>
          <p:grpSpPr>
            <a:xfrm>
              <a:off x="2623904" y="1476964"/>
              <a:ext cx="1364245" cy="273000"/>
              <a:chOff x="2623904" y="1476964"/>
              <a:chExt cx="1364245" cy="273000"/>
            </a:xfrm>
          </p:grpSpPr>
          <p:sp>
            <p:nvSpPr>
              <p:cNvPr id="6252" name="Google Shape;6252;p6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5"/>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5"/>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5"/>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65"/>
            <p:cNvGrpSpPr/>
            <p:nvPr/>
          </p:nvGrpSpPr>
          <p:grpSpPr>
            <a:xfrm>
              <a:off x="2623907" y="1749775"/>
              <a:ext cx="1364245" cy="273000"/>
              <a:chOff x="2623907" y="1749775"/>
              <a:chExt cx="1364245" cy="273000"/>
            </a:xfrm>
          </p:grpSpPr>
          <p:sp>
            <p:nvSpPr>
              <p:cNvPr id="6258" name="Google Shape;6258;p6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5"/>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5"/>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65"/>
            <p:cNvGrpSpPr/>
            <p:nvPr/>
          </p:nvGrpSpPr>
          <p:grpSpPr>
            <a:xfrm>
              <a:off x="2623904" y="2027936"/>
              <a:ext cx="1364245" cy="273000"/>
              <a:chOff x="2623904" y="2027936"/>
              <a:chExt cx="1364245" cy="273000"/>
            </a:xfrm>
          </p:grpSpPr>
          <p:sp>
            <p:nvSpPr>
              <p:cNvPr id="6264" name="Google Shape;6264;p6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9" name="Google Shape;6269;p65"/>
          <p:cNvGrpSpPr/>
          <p:nvPr/>
        </p:nvGrpSpPr>
        <p:grpSpPr>
          <a:xfrm>
            <a:off x="2601154" y="2445833"/>
            <a:ext cx="1387541" cy="159124"/>
            <a:chOff x="3200660" y="2180272"/>
            <a:chExt cx="2563824" cy="378237"/>
          </a:xfrm>
        </p:grpSpPr>
        <p:sp>
          <p:nvSpPr>
            <p:cNvPr id="6270" name="Google Shape;6270;p6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5"/>
          <p:cNvGrpSpPr/>
          <p:nvPr/>
        </p:nvGrpSpPr>
        <p:grpSpPr>
          <a:xfrm>
            <a:off x="2597679" y="2723597"/>
            <a:ext cx="1390502" cy="159625"/>
            <a:chOff x="3530150" y="2790075"/>
            <a:chExt cx="1962600" cy="225300"/>
          </a:xfrm>
        </p:grpSpPr>
        <p:sp>
          <p:nvSpPr>
            <p:cNvPr id="6289" name="Google Shape;6289;p65"/>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5"/>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65"/>
          <p:cNvGrpSpPr/>
          <p:nvPr/>
        </p:nvGrpSpPr>
        <p:grpSpPr>
          <a:xfrm>
            <a:off x="2597736" y="3001862"/>
            <a:ext cx="1411629" cy="154175"/>
            <a:chOff x="3558802" y="4011244"/>
            <a:chExt cx="1866000" cy="111600"/>
          </a:xfrm>
        </p:grpSpPr>
        <p:sp>
          <p:nvSpPr>
            <p:cNvPr id="6292" name="Google Shape;6292;p65"/>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5"/>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5"/>
          <p:cNvGrpSpPr/>
          <p:nvPr/>
        </p:nvGrpSpPr>
        <p:grpSpPr>
          <a:xfrm>
            <a:off x="2598024" y="2207432"/>
            <a:ext cx="1383503" cy="119761"/>
            <a:chOff x="3465975" y="2270258"/>
            <a:chExt cx="1986364" cy="171947"/>
          </a:xfrm>
        </p:grpSpPr>
        <p:sp>
          <p:nvSpPr>
            <p:cNvPr id="6295" name="Google Shape;6295;p6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5"/>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5"/>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5"/>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5"/>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5"/>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5"/>
          <p:cNvGrpSpPr/>
          <p:nvPr/>
        </p:nvGrpSpPr>
        <p:grpSpPr>
          <a:xfrm>
            <a:off x="2609031" y="3571205"/>
            <a:ext cx="1369531" cy="195460"/>
            <a:chOff x="723300" y="4253549"/>
            <a:chExt cx="2276482" cy="324900"/>
          </a:xfrm>
        </p:grpSpPr>
        <p:sp>
          <p:nvSpPr>
            <p:cNvPr id="6304" name="Google Shape;6304;p6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5"/>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65"/>
          <p:cNvGrpSpPr/>
          <p:nvPr/>
        </p:nvGrpSpPr>
        <p:grpSpPr>
          <a:xfrm>
            <a:off x="2598592" y="3272446"/>
            <a:ext cx="1389066" cy="180119"/>
            <a:chOff x="705948" y="3788465"/>
            <a:chExt cx="2308953" cy="299400"/>
          </a:xfrm>
        </p:grpSpPr>
        <p:sp>
          <p:nvSpPr>
            <p:cNvPr id="6310" name="Google Shape;6310;p6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5"/>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5"/>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5"/>
          <p:cNvGrpSpPr/>
          <p:nvPr/>
        </p:nvGrpSpPr>
        <p:grpSpPr>
          <a:xfrm>
            <a:off x="4195583" y="1876400"/>
            <a:ext cx="1433821" cy="191501"/>
            <a:chOff x="4273350" y="2088443"/>
            <a:chExt cx="1433821" cy="191501"/>
          </a:xfrm>
        </p:grpSpPr>
        <p:grpSp>
          <p:nvGrpSpPr>
            <p:cNvPr id="6316" name="Google Shape;6316;p65"/>
            <p:cNvGrpSpPr/>
            <p:nvPr/>
          </p:nvGrpSpPr>
          <p:grpSpPr>
            <a:xfrm>
              <a:off x="4273350" y="2088443"/>
              <a:ext cx="1433821" cy="0"/>
              <a:chOff x="5224975" y="2962250"/>
              <a:chExt cx="1544400" cy="0"/>
            </a:xfrm>
          </p:grpSpPr>
          <p:cxnSp>
            <p:nvCxnSpPr>
              <p:cNvPr id="6317" name="Google Shape;6317;p6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18" name="Google Shape;6318;p65"/>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319" name="Google Shape;6319;p65"/>
            <p:cNvGrpSpPr/>
            <p:nvPr/>
          </p:nvGrpSpPr>
          <p:grpSpPr>
            <a:xfrm>
              <a:off x="4273350" y="2279944"/>
              <a:ext cx="1433821" cy="0"/>
              <a:chOff x="5224975" y="2962250"/>
              <a:chExt cx="1544400" cy="0"/>
            </a:xfrm>
          </p:grpSpPr>
          <p:cxnSp>
            <p:nvCxnSpPr>
              <p:cNvPr id="6320" name="Google Shape;6320;p6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21" name="Google Shape;6321;p65"/>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322" name="Google Shape;6322;p65"/>
          <p:cNvGrpSpPr/>
          <p:nvPr/>
        </p:nvGrpSpPr>
        <p:grpSpPr>
          <a:xfrm>
            <a:off x="2646529" y="3885304"/>
            <a:ext cx="1304609" cy="294074"/>
            <a:chOff x="2658741" y="4097347"/>
            <a:chExt cx="1304609" cy="294074"/>
          </a:xfrm>
        </p:grpSpPr>
        <p:grpSp>
          <p:nvGrpSpPr>
            <p:cNvPr id="6323" name="Google Shape;6323;p65"/>
            <p:cNvGrpSpPr/>
            <p:nvPr/>
          </p:nvGrpSpPr>
          <p:grpSpPr>
            <a:xfrm>
              <a:off x="2658741" y="4097347"/>
              <a:ext cx="118572" cy="294074"/>
              <a:chOff x="3343310" y="4475555"/>
              <a:chExt cx="127717" cy="316753"/>
            </a:xfrm>
          </p:grpSpPr>
          <p:sp>
            <p:nvSpPr>
              <p:cNvPr id="6324" name="Google Shape;6324;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65"/>
            <p:cNvGrpSpPr/>
            <p:nvPr/>
          </p:nvGrpSpPr>
          <p:grpSpPr>
            <a:xfrm>
              <a:off x="3815519" y="4098388"/>
              <a:ext cx="147831" cy="291991"/>
              <a:chOff x="3527539" y="4476677"/>
              <a:chExt cx="159232" cy="314510"/>
            </a:xfrm>
          </p:grpSpPr>
          <p:sp>
            <p:nvSpPr>
              <p:cNvPr id="6327" name="Google Shape;6327;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65"/>
            <p:cNvGrpSpPr/>
            <p:nvPr/>
          </p:nvGrpSpPr>
          <p:grpSpPr>
            <a:xfrm>
              <a:off x="3511696" y="4098388"/>
              <a:ext cx="147831" cy="291991"/>
              <a:chOff x="3527539" y="4476677"/>
              <a:chExt cx="159232" cy="314510"/>
            </a:xfrm>
          </p:grpSpPr>
          <p:sp>
            <p:nvSpPr>
              <p:cNvPr id="6330" name="Google Shape;6330;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65"/>
            <p:cNvGrpSpPr/>
            <p:nvPr/>
          </p:nvGrpSpPr>
          <p:grpSpPr>
            <a:xfrm>
              <a:off x="3207874" y="4098388"/>
              <a:ext cx="147831" cy="291991"/>
              <a:chOff x="3527539" y="4476677"/>
              <a:chExt cx="159232" cy="314510"/>
            </a:xfrm>
          </p:grpSpPr>
          <p:sp>
            <p:nvSpPr>
              <p:cNvPr id="6333" name="Google Shape;6333;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5"/>
            <p:cNvGrpSpPr/>
            <p:nvPr/>
          </p:nvGrpSpPr>
          <p:grpSpPr>
            <a:xfrm>
              <a:off x="2933305" y="4097347"/>
              <a:ext cx="118572" cy="294074"/>
              <a:chOff x="3343310" y="4475555"/>
              <a:chExt cx="127717" cy="316753"/>
            </a:xfrm>
          </p:grpSpPr>
          <p:sp>
            <p:nvSpPr>
              <p:cNvPr id="6336" name="Google Shape;6336;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8" name="Google Shape;6338;p65"/>
          <p:cNvGrpSpPr/>
          <p:nvPr/>
        </p:nvGrpSpPr>
        <p:grpSpPr>
          <a:xfrm>
            <a:off x="4197138" y="963998"/>
            <a:ext cx="1430711" cy="751237"/>
            <a:chOff x="5159450" y="1919950"/>
            <a:chExt cx="1541050" cy="862500"/>
          </a:xfrm>
        </p:grpSpPr>
        <p:sp>
          <p:nvSpPr>
            <p:cNvPr id="6339" name="Google Shape;6339;p6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340" name="Google Shape;6340;p65"/>
            <p:cNvGrpSpPr/>
            <p:nvPr/>
          </p:nvGrpSpPr>
          <p:grpSpPr>
            <a:xfrm>
              <a:off x="5159450" y="1919950"/>
              <a:ext cx="1541050" cy="862500"/>
              <a:chOff x="5159450" y="1919950"/>
              <a:chExt cx="1541050" cy="862500"/>
            </a:xfrm>
          </p:grpSpPr>
          <p:cxnSp>
            <p:nvCxnSpPr>
              <p:cNvPr id="6341" name="Google Shape;6341;p6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342" name="Google Shape;6342;p6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343" name="Google Shape;6343;p65"/>
          <p:cNvGrpSpPr/>
          <p:nvPr/>
        </p:nvGrpSpPr>
        <p:grpSpPr>
          <a:xfrm>
            <a:off x="4245275" y="2227768"/>
            <a:ext cx="1334436" cy="967914"/>
            <a:chOff x="4294923" y="2439811"/>
            <a:chExt cx="1334436" cy="967914"/>
          </a:xfrm>
        </p:grpSpPr>
        <p:grpSp>
          <p:nvGrpSpPr>
            <p:cNvPr id="6344" name="Google Shape;6344;p65"/>
            <p:cNvGrpSpPr/>
            <p:nvPr/>
          </p:nvGrpSpPr>
          <p:grpSpPr>
            <a:xfrm>
              <a:off x="4960455" y="2469658"/>
              <a:ext cx="668904" cy="885524"/>
              <a:chOff x="4960455" y="2469658"/>
              <a:chExt cx="668904" cy="885524"/>
            </a:xfrm>
          </p:grpSpPr>
          <p:sp>
            <p:nvSpPr>
              <p:cNvPr id="6345" name="Google Shape;6345;p65"/>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5"/>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5"/>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5"/>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5"/>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5"/>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65"/>
            <p:cNvGrpSpPr/>
            <p:nvPr/>
          </p:nvGrpSpPr>
          <p:grpSpPr>
            <a:xfrm>
              <a:off x="4294923" y="2469658"/>
              <a:ext cx="668951" cy="885524"/>
              <a:chOff x="4294923" y="2469658"/>
              <a:chExt cx="668951" cy="885524"/>
            </a:xfrm>
          </p:grpSpPr>
          <p:sp>
            <p:nvSpPr>
              <p:cNvPr id="6352" name="Google Shape;6352;p65"/>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5"/>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5"/>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5"/>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5"/>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5"/>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8" name="Google Shape;6358;p65"/>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65"/>
          <p:cNvGrpSpPr/>
          <p:nvPr/>
        </p:nvGrpSpPr>
        <p:grpSpPr>
          <a:xfrm>
            <a:off x="4231478" y="3282213"/>
            <a:ext cx="1430949" cy="897289"/>
            <a:chOff x="4351371" y="3547942"/>
            <a:chExt cx="1345130" cy="843475"/>
          </a:xfrm>
        </p:grpSpPr>
        <p:grpSp>
          <p:nvGrpSpPr>
            <p:cNvPr id="6360" name="Google Shape;6360;p65"/>
            <p:cNvGrpSpPr/>
            <p:nvPr/>
          </p:nvGrpSpPr>
          <p:grpSpPr>
            <a:xfrm>
              <a:off x="4351371" y="4209917"/>
              <a:ext cx="1345130" cy="181500"/>
              <a:chOff x="4351371" y="4209917"/>
              <a:chExt cx="1345130" cy="181500"/>
            </a:xfrm>
          </p:grpSpPr>
          <p:sp>
            <p:nvSpPr>
              <p:cNvPr id="6361" name="Google Shape;6361;p65"/>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62" name="Google Shape;6362;p65"/>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363" name="Google Shape;6363;p65"/>
            <p:cNvGrpSpPr/>
            <p:nvPr/>
          </p:nvGrpSpPr>
          <p:grpSpPr>
            <a:xfrm>
              <a:off x="4403010" y="3985221"/>
              <a:ext cx="1109518" cy="181500"/>
              <a:chOff x="4403010" y="3985221"/>
              <a:chExt cx="1109518" cy="181500"/>
            </a:xfrm>
          </p:grpSpPr>
          <p:sp>
            <p:nvSpPr>
              <p:cNvPr id="6364" name="Google Shape;6364;p65"/>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65" name="Google Shape;6365;p65"/>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366" name="Google Shape;6366;p65"/>
            <p:cNvGrpSpPr/>
            <p:nvPr/>
          </p:nvGrpSpPr>
          <p:grpSpPr>
            <a:xfrm>
              <a:off x="4618704" y="3766582"/>
              <a:ext cx="807858" cy="181500"/>
              <a:chOff x="4618704" y="3766582"/>
              <a:chExt cx="807858" cy="181500"/>
            </a:xfrm>
          </p:grpSpPr>
          <p:sp>
            <p:nvSpPr>
              <p:cNvPr id="6367" name="Google Shape;6367;p65"/>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68" name="Google Shape;6368;p65"/>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369" name="Google Shape;6369;p65"/>
            <p:cNvGrpSpPr/>
            <p:nvPr/>
          </p:nvGrpSpPr>
          <p:grpSpPr>
            <a:xfrm>
              <a:off x="4735238" y="3547942"/>
              <a:ext cx="462839" cy="181500"/>
              <a:chOff x="4735238" y="3547942"/>
              <a:chExt cx="462839" cy="181500"/>
            </a:xfrm>
          </p:grpSpPr>
          <p:sp>
            <p:nvSpPr>
              <p:cNvPr id="6370" name="Google Shape;6370;p65"/>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71" name="Google Shape;6371;p65"/>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372" name="Google Shape;6372;p65"/>
          <p:cNvGrpSpPr/>
          <p:nvPr/>
        </p:nvGrpSpPr>
        <p:grpSpPr>
          <a:xfrm>
            <a:off x="7407836" y="2217537"/>
            <a:ext cx="1020955" cy="928853"/>
            <a:chOff x="926675" y="238125"/>
            <a:chExt cx="5755100" cy="5232975"/>
          </a:xfrm>
        </p:grpSpPr>
        <p:sp>
          <p:nvSpPr>
            <p:cNvPr id="6373" name="Google Shape;6373;p65"/>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5"/>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5"/>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5"/>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65"/>
          <p:cNvGrpSpPr/>
          <p:nvPr/>
        </p:nvGrpSpPr>
        <p:grpSpPr>
          <a:xfrm>
            <a:off x="715210" y="2616272"/>
            <a:ext cx="1695374" cy="1560837"/>
            <a:chOff x="727421" y="2828315"/>
            <a:chExt cx="1695374" cy="1560837"/>
          </a:xfrm>
        </p:grpSpPr>
        <p:grpSp>
          <p:nvGrpSpPr>
            <p:cNvPr id="6378" name="Google Shape;6378;p65"/>
            <p:cNvGrpSpPr/>
            <p:nvPr/>
          </p:nvGrpSpPr>
          <p:grpSpPr>
            <a:xfrm>
              <a:off x="727421" y="2828315"/>
              <a:ext cx="1695374" cy="1560837"/>
              <a:chOff x="734799" y="2782450"/>
              <a:chExt cx="1571100" cy="1577400"/>
            </a:xfrm>
          </p:grpSpPr>
          <p:cxnSp>
            <p:nvCxnSpPr>
              <p:cNvPr id="6379" name="Google Shape;6379;p6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380" name="Google Shape;6380;p6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381" name="Google Shape;6381;p65"/>
            <p:cNvGrpSpPr/>
            <p:nvPr/>
          </p:nvGrpSpPr>
          <p:grpSpPr>
            <a:xfrm>
              <a:off x="819108" y="2882501"/>
              <a:ext cx="1556791" cy="1426186"/>
              <a:chOff x="819108" y="2882501"/>
              <a:chExt cx="1556791" cy="1426186"/>
            </a:xfrm>
          </p:grpSpPr>
          <p:grpSp>
            <p:nvGrpSpPr>
              <p:cNvPr id="6382" name="Google Shape;6382;p65"/>
              <p:cNvGrpSpPr/>
              <p:nvPr/>
            </p:nvGrpSpPr>
            <p:grpSpPr>
              <a:xfrm>
                <a:off x="819108" y="2882501"/>
                <a:ext cx="103104" cy="1426186"/>
                <a:chOff x="4674013" y="3100904"/>
                <a:chExt cx="122758" cy="1698043"/>
              </a:xfrm>
            </p:grpSpPr>
            <p:sp>
              <p:nvSpPr>
                <p:cNvPr id="6383" name="Google Shape;6383;p6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65"/>
              <p:cNvGrpSpPr/>
              <p:nvPr/>
            </p:nvGrpSpPr>
            <p:grpSpPr>
              <a:xfrm>
                <a:off x="1062475" y="2882501"/>
                <a:ext cx="103104" cy="1426186"/>
                <a:chOff x="4940438" y="3100904"/>
                <a:chExt cx="122758" cy="1698043"/>
              </a:xfrm>
            </p:grpSpPr>
            <p:sp>
              <p:nvSpPr>
                <p:cNvPr id="6391" name="Google Shape;6391;p6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65"/>
              <p:cNvGrpSpPr/>
              <p:nvPr/>
            </p:nvGrpSpPr>
            <p:grpSpPr>
              <a:xfrm>
                <a:off x="1299324" y="2882501"/>
                <a:ext cx="103104" cy="1426186"/>
                <a:chOff x="5206863" y="3100904"/>
                <a:chExt cx="122758" cy="1698043"/>
              </a:xfrm>
            </p:grpSpPr>
            <p:sp>
              <p:nvSpPr>
                <p:cNvPr id="6399" name="Google Shape;6399;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65"/>
              <p:cNvGrpSpPr/>
              <p:nvPr/>
            </p:nvGrpSpPr>
            <p:grpSpPr>
              <a:xfrm>
                <a:off x="1786057" y="2882501"/>
                <a:ext cx="103104" cy="1426186"/>
                <a:chOff x="6006138" y="3143629"/>
                <a:chExt cx="122758" cy="1698043"/>
              </a:xfrm>
            </p:grpSpPr>
            <p:sp>
              <p:nvSpPr>
                <p:cNvPr id="6407" name="Google Shape;6407;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5"/>
              <p:cNvGrpSpPr/>
              <p:nvPr/>
            </p:nvGrpSpPr>
            <p:grpSpPr>
              <a:xfrm>
                <a:off x="2029422" y="2882501"/>
                <a:ext cx="103104" cy="1426186"/>
                <a:chOff x="6805413" y="3100904"/>
                <a:chExt cx="122758" cy="1698043"/>
              </a:xfrm>
            </p:grpSpPr>
            <p:sp>
              <p:nvSpPr>
                <p:cNvPr id="6415" name="Google Shape;6415;p6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65"/>
              <p:cNvGrpSpPr/>
              <p:nvPr/>
            </p:nvGrpSpPr>
            <p:grpSpPr>
              <a:xfrm>
                <a:off x="2272795" y="2882501"/>
                <a:ext cx="103104" cy="1426186"/>
                <a:chOff x="5206863" y="3100904"/>
                <a:chExt cx="122758" cy="1698043"/>
              </a:xfrm>
            </p:grpSpPr>
            <p:sp>
              <p:nvSpPr>
                <p:cNvPr id="6423" name="Google Shape;6423;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65"/>
              <p:cNvGrpSpPr/>
              <p:nvPr/>
            </p:nvGrpSpPr>
            <p:grpSpPr>
              <a:xfrm>
                <a:off x="1542694" y="2882501"/>
                <a:ext cx="103104" cy="1426186"/>
                <a:chOff x="6006138" y="3143629"/>
                <a:chExt cx="122758" cy="1698043"/>
              </a:xfrm>
            </p:grpSpPr>
            <p:sp>
              <p:nvSpPr>
                <p:cNvPr id="6431" name="Google Shape;6431;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38" name="Google Shape;6438;p65"/>
          <p:cNvGrpSpPr/>
          <p:nvPr/>
        </p:nvGrpSpPr>
        <p:grpSpPr>
          <a:xfrm>
            <a:off x="5671260" y="3305994"/>
            <a:ext cx="2749952" cy="870677"/>
            <a:chOff x="238125" y="1725700"/>
            <a:chExt cx="7139025" cy="2260325"/>
          </a:xfrm>
        </p:grpSpPr>
        <p:sp>
          <p:nvSpPr>
            <p:cNvPr id="6439" name="Google Shape;6439;p65"/>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5"/>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5"/>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5"/>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5"/>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5"/>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5"/>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5"/>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5"/>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5"/>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65"/>
          <p:cNvGrpSpPr/>
          <p:nvPr/>
        </p:nvGrpSpPr>
        <p:grpSpPr>
          <a:xfrm>
            <a:off x="5941424" y="2247740"/>
            <a:ext cx="1105452" cy="916747"/>
            <a:chOff x="5249100" y="1210600"/>
            <a:chExt cx="3502700" cy="2904775"/>
          </a:xfrm>
        </p:grpSpPr>
        <p:sp>
          <p:nvSpPr>
            <p:cNvPr id="6450" name="Google Shape;6450;p6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54" name="Google Shape;6454;p65"/>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455" name="Google Shape;6455;p65"/>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456" name="Google Shape;6456;p65"/>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457" name="Google Shape;6457;p65"/>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458" name="Google Shape;6458;p65"/>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65"/>
          <p:cNvGrpSpPr/>
          <p:nvPr/>
        </p:nvGrpSpPr>
        <p:grpSpPr>
          <a:xfrm>
            <a:off x="7123972" y="967158"/>
            <a:ext cx="1304650" cy="1124856"/>
            <a:chOff x="7287122" y="1165658"/>
            <a:chExt cx="1219413" cy="1051365"/>
          </a:xfrm>
        </p:grpSpPr>
        <p:grpSp>
          <p:nvGrpSpPr>
            <p:cNvPr id="6460" name="Google Shape;6460;p65"/>
            <p:cNvGrpSpPr/>
            <p:nvPr/>
          </p:nvGrpSpPr>
          <p:grpSpPr>
            <a:xfrm>
              <a:off x="7287122" y="1969723"/>
              <a:ext cx="1219413" cy="247300"/>
              <a:chOff x="7287122" y="1969723"/>
              <a:chExt cx="1219413" cy="247300"/>
            </a:xfrm>
          </p:grpSpPr>
          <p:sp>
            <p:nvSpPr>
              <p:cNvPr id="6461" name="Google Shape;6461;p6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2" name="Google Shape;6462;p65"/>
              <p:cNvGrpSpPr/>
              <p:nvPr/>
            </p:nvGrpSpPr>
            <p:grpSpPr>
              <a:xfrm>
                <a:off x="7287122" y="2063892"/>
                <a:ext cx="1151753" cy="73428"/>
                <a:chOff x="7287122" y="2063892"/>
                <a:chExt cx="1151753" cy="73428"/>
              </a:xfrm>
            </p:grpSpPr>
            <p:sp>
              <p:nvSpPr>
                <p:cNvPr id="6463" name="Google Shape;6463;p6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64" name="Google Shape;6464;p6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465" name="Google Shape;6465;p65"/>
            <p:cNvGrpSpPr/>
            <p:nvPr/>
          </p:nvGrpSpPr>
          <p:grpSpPr>
            <a:xfrm>
              <a:off x="7287122" y="1712201"/>
              <a:ext cx="1219403" cy="246767"/>
              <a:chOff x="7287122" y="1712201"/>
              <a:chExt cx="1219403" cy="246767"/>
            </a:xfrm>
          </p:grpSpPr>
          <p:sp>
            <p:nvSpPr>
              <p:cNvPr id="6466" name="Google Shape;6466;p6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7" name="Google Shape;6467;p65"/>
              <p:cNvGrpSpPr/>
              <p:nvPr/>
            </p:nvGrpSpPr>
            <p:grpSpPr>
              <a:xfrm>
                <a:off x="7287122" y="1842861"/>
                <a:ext cx="1005303" cy="73419"/>
                <a:chOff x="7287122" y="1842861"/>
                <a:chExt cx="1005303" cy="73419"/>
              </a:xfrm>
            </p:grpSpPr>
            <p:sp>
              <p:nvSpPr>
                <p:cNvPr id="6468" name="Google Shape;6468;p6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69" name="Google Shape;6469;p6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470" name="Google Shape;6470;p65"/>
            <p:cNvGrpSpPr/>
            <p:nvPr/>
          </p:nvGrpSpPr>
          <p:grpSpPr>
            <a:xfrm>
              <a:off x="7287122" y="1447520"/>
              <a:ext cx="1219403" cy="286667"/>
              <a:chOff x="7287122" y="1447520"/>
              <a:chExt cx="1219403" cy="286667"/>
            </a:xfrm>
          </p:grpSpPr>
          <p:sp>
            <p:nvSpPr>
              <p:cNvPr id="6471" name="Google Shape;6471;p6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2" name="Google Shape;6472;p65"/>
              <p:cNvGrpSpPr/>
              <p:nvPr/>
            </p:nvGrpSpPr>
            <p:grpSpPr>
              <a:xfrm>
                <a:off x="7287122" y="1581977"/>
                <a:ext cx="852803" cy="73428"/>
                <a:chOff x="7287122" y="1581977"/>
                <a:chExt cx="852803" cy="73428"/>
              </a:xfrm>
            </p:grpSpPr>
            <p:sp>
              <p:nvSpPr>
                <p:cNvPr id="6473" name="Google Shape;6473;p6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74" name="Google Shape;6474;p6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475" name="Google Shape;6475;p65"/>
            <p:cNvGrpSpPr/>
            <p:nvPr/>
          </p:nvGrpSpPr>
          <p:grpSpPr>
            <a:xfrm>
              <a:off x="7287122" y="1165658"/>
              <a:ext cx="1219403" cy="344253"/>
              <a:chOff x="7287122" y="1165658"/>
              <a:chExt cx="1219403" cy="344253"/>
            </a:xfrm>
          </p:grpSpPr>
          <p:sp>
            <p:nvSpPr>
              <p:cNvPr id="6476" name="Google Shape;6476;p6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7" name="Google Shape;6477;p65"/>
              <p:cNvGrpSpPr/>
              <p:nvPr/>
            </p:nvGrpSpPr>
            <p:grpSpPr>
              <a:xfrm>
                <a:off x="7287122" y="1341025"/>
                <a:ext cx="695703" cy="73419"/>
                <a:chOff x="7287122" y="1341025"/>
                <a:chExt cx="695703" cy="73419"/>
              </a:xfrm>
            </p:grpSpPr>
            <p:sp>
              <p:nvSpPr>
                <p:cNvPr id="6478" name="Google Shape;6478;p6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79" name="Google Shape;6479;p6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480" name="Google Shape;6480;p65"/>
          <p:cNvGrpSpPr/>
          <p:nvPr/>
        </p:nvGrpSpPr>
        <p:grpSpPr>
          <a:xfrm>
            <a:off x="5790464" y="973181"/>
            <a:ext cx="1397729" cy="1098540"/>
            <a:chOff x="5900602" y="1193063"/>
            <a:chExt cx="1299851" cy="1021707"/>
          </a:xfrm>
        </p:grpSpPr>
        <p:grpSp>
          <p:nvGrpSpPr>
            <p:cNvPr id="6481" name="Google Shape;6481;p65"/>
            <p:cNvGrpSpPr/>
            <p:nvPr/>
          </p:nvGrpSpPr>
          <p:grpSpPr>
            <a:xfrm>
              <a:off x="6520337" y="1193063"/>
              <a:ext cx="341815" cy="799959"/>
              <a:chOff x="6520337" y="1193063"/>
              <a:chExt cx="341815" cy="799959"/>
            </a:xfrm>
          </p:grpSpPr>
          <p:grpSp>
            <p:nvGrpSpPr>
              <p:cNvPr id="6482" name="Google Shape;6482;p65"/>
              <p:cNvGrpSpPr/>
              <p:nvPr/>
            </p:nvGrpSpPr>
            <p:grpSpPr>
              <a:xfrm>
                <a:off x="6520337" y="1589527"/>
                <a:ext cx="213950" cy="403494"/>
                <a:chOff x="6520337" y="1589527"/>
                <a:chExt cx="213950" cy="403494"/>
              </a:xfrm>
            </p:grpSpPr>
            <p:sp>
              <p:nvSpPr>
                <p:cNvPr id="6483" name="Google Shape;6483;p6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5"/>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5"/>
              <p:cNvGrpSpPr/>
              <p:nvPr/>
            </p:nvGrpSpPr>
            <p:grpSpPr>
              <a:xfrm>
                <a:off x="6577204" y="1193063"/>
                <a:ext cx="284947" cy="464512"/>
                <a:chOff x="6577204" y="1193063"/>
                <a:chExt cx="284947" cy="464512"/>
              </a:xfrm>
            </p:grpSpPr>
            <p:sp>
              <p:nvSpPr>
                <p:cNvPr id="6486" name="Google Shape;6486;p6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87" name="Google Shape;6487;p65"/>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488" name="Google Shape;6488;p65"/>
            <p:cNvGrpSpPr/>
            <p:nvPr/>
          </p:nvGrpSpPr>
          <p:grpSpPr>
            <a:xfrm>
              <a:off x="6238903" y="1193063"/>
              <a:ext cx="300475" cy="900152"/>
              <a:chOff x="6238903" y="1193063"/>
              <a:chExt cx="300475" cy="900152"/>
            </a:xfrm>
          </p:grpSpPr>
          <p:grpSp>
            <p:nvGrpSpPr>
              <p:cNvPr id="6489" name="Google Shape;6489;p65"/>
              <p:cNvGrpSpPr/>
              <p:nvPr/>
            </p:nvGrpSpPr>
            <p:grpSpPr>
              <a:xfrm>
                <a:off x="6290865" y="1489315"/>
                <a:ext cx="248514" cy="603900"/>
                <a:chOff x="6290865" y="1489315"/>
                <a:chExt cx="248514" cy="603900"/>
              </a:xfrm>
            </p:grpSpPr>
            <p:sp>
              <p:nvSpPr>
                <p:cNvPr id="6490" name="Google Shape;6490;p6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5"/>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65"/>
              <p:cNvGrpSpPr/>
              <p:nvPr/>
            </p:nvGrpSpPr>
            <p:grpSpPr>
              <a:xfrm>
                <a:off x="6238903" y="1193063"/>
                <a:ext cx="284947" cy="333087"/>
                <a:chOff x="6238903" y="1193063"/>
                <a:chExt cx="284947" cy="333087"/>
              </a:xfrm>
            </p:grpSpPr>
            <p:sp>
              <p:nvSpPr>
                <p:cNvPr id="6493" name="Google Shape;6493;p6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4" name="Google Shape;6494;p65"/>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495" name="Google Shape;6495;p65"/>
            <p:cNvGrpSpPr/>
            <p:nvPr/>
          </p:nvGrpSpPr>
          <p:grpSpPr>
            <a:xfrm>
              <a:off x="5900602" y="1193063"/>
              <a:ext cx="444345" cy="1021707"/>
              <a:chOff x="5900602" y="1193063"/>
              <a:chExt cx="444345" cy="1021707"/>
            </a:xfrm>
          </p:grpSpPr>
          <p:grpSp>
            <p:nvGrpSpPr>
              <p:cNvPr id="6496" name="Google Shape;6496;p65"/>
              <p:cNvGrpSpPr/>
              <p:nvPr/>
            </p:nvGrpSpPr>
            <p:grpSpPr>
              <a:xfrm>
                <a:off x="6046501" y="1367785"/>
                <a:ext cx="298446" cy="846986"/>
                <a:chOff x="6046501" y="1367785"/>
                <a:chExt cx="298446" cy="846986"/>
              </a:xfrm>
            </p:grpSpPr>
            <p:sp>
              <p:nvSpPr>
                <p:cNvPr id="6497" name="Google Shape;6497;p6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5"/>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65"/>
              <p:cNvGrpSpPr/>
              <p:nvPr/>
            </p:nvGrpSpPr>
            <p:grpSpPr>
              <a:xfrm>
                <a:off x="5900602" y="1193063"/>
                <a:ext cx="284947" cy="182312"/>
                <a:chOff x="5900602" y="1193063"/>
                <a:chExt cx="284947" cy="182312"/>
              </a:xfrm>
            </p:grpSpPr>
            <p:sp>
              <p:nvSpPr>
                <p:cNvPr id="6500" name="Google Shape;6500;p6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1" name="Google Shape;6501;p6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502" name="Google Shape;6502;p65"/>
            <p:cNvGrpSpPr/>
            <p:nvPr/>
          </p:nvGrpSpPr>
          <p:grpSpPr>
            <a:xfrm>
              <a:off x="6738300" y="1193063"/>
              <a:ext cx="462153" cy="707634"/>
              <a:chOff x="6738300" y="1193063"/>
              <a:chExt cx="462153" cy="707634"/>
            </a:xfrm>
          </p:grpSpPr>
          <p:grpSp>
            <p:nvGrpSpPr>
              <p:cNvPr id="6503" name="Google Shape;6503;p65"/>
              <p:cNvGrpSpPr/>
              <p:nvPr/>
            </p:nvGrpSpPr>
            <p:grpSpPr>
              <a:xfrm>
                <a:off x="6915505" y="1193063"/>
                <a:ext cx="284947" cy="597387"/>
                <a:chOff x="6915505" y="1193063"/>
                <a:chExt cx="284947" cy="597387"/>
              </a:xfrm>
            </p:grpSpPr>
            <p:sp>
              <p:nvSpPr>
                <p:cNvPr id="6504" name="Google Shape;6504;p6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5" name="Google Shape;6505;p65"/>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506" name="Google Shape;6506;p65"/>
              <p:cNvGrpSpPr/>
              <p:nvPr/>
            </p:nvGrpSpPr>
            <p:grpSpPr>
              <a:xfrm>
                <a:off x="6738300" y="1684725"/>
                <a:ext cx="230066" cy="215971"/>
                <a:chOff x="6738300" y="1684725"/>
                <a:chExt cx="230066" cy="215971"/>
              </a:xfrm>
            </p:grpSpPr>
            <p:sp>
              <p:nvSpPr>
                <p:cNvPr id="6507" name="Google Shape;6507;p65"/>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5"/>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12" name="Shape 6512"/>
        <p:cNvGrpSpPr/>
        <p:nvPr/>
      </p:nvGrpSpPr>
      <p:grpSpPr>
        <a:xfrm>
          <a:off x="0" y="0"/>
          <a:ext cx="0" cy="0"/>
          <a:chOff x="0" y="0"/>
          <a:chExt cx="0" cy="0"/>
        </a:xfrm>
      </p:grpSpPr>
      <p:grpSp>
        <p:nvGrpSpPr>
          <p:cNvPr id="6513" name="Google Shape;6513;p66"/>
          <p:cNvGrpSpPr/>
          <p:nvPr/>
        </p:nvGrpSpPr>
        <p:grpSpPr>
          <a:xfrm>
            <a:off x="821785" y="2307635"/>
            <a:ext cx="339235" cy="298186"/>
            <a:chOff x="898875" y="244725"/>
            <a:chExt cx="481800" cy="423500"/>
          </a:xfrm>
        </p:grpSpPr>
        <p:sp>
          <p:nvSpPr>
            <p:cNvPr id="6514" name="Google Shape;6514;p66"/>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5" name="Google Shape;6515;p66"/>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6" name="Google Shape;6516;p66"/>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7" name="Google Shape;6517;p66"/>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8" name="Google Shape;6518;p66"/>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9" name="Google Shape;6519;p66"/>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0" name="Google Shape;6520;p66"/>
          <p:cNvGrpSpPr/>
          <p:nvPr/>
        </p:nvGrpSpPr>
        <p:grpSpPr>
          <a:xfrm>
            <a:off x="1260167" y="2287103"/>
            <a:ext cx="298169" cy="339253"/>
            <a:chOff x="1529350" y="258825"/>
            <a:chExt cx="423475" cy="481825"/>
          </a:xfrm>
        </p:grpSpPr>
        <p:sp>
          <p:nvSpPr>
            <p:cNvPr id="6521" name="Google Shape;6521;p66"/>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2" name="Google Shape;6522;p66"/>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3" name="Google Shape;6523;p66"/>
          <p:cNvGrpSpPr/>
          <p:nvPr/>
        </p:nvGrpSpPr>
        <p:grpSpPr>
          <a:xfrm>
            <a:off x="2102437" y="2287102"/>
            <a:ext cx="298169" cy="339253"/>
            <a:chOff x="2707500" y="249400"/>
            <a:chExt cx="423475" cy="481825"/>
          </a:xfrm>
        </p:grpSpPr>
        <p:sp>
          <p:nvSpPr>
            <p:cNvPr id="6524" name="Google Shape;6524;p6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5" name="Google Shape;6525;p6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6" name="Google Shape;6526;p66"/>
          <p:cNvGrpSpPr/>
          <p:nvPr/>
        </p:nvGrpSpPr>
        <p:grpSpPr>
          <a:xfrm>
            <a:off x="2516052" y="2287428"/>
            <a:ext cx="305386" cy="338602"/>
            <a:chOff x="3300325" y="249875"/>
            <a:chExt cx="433725" cy="480900"/>
          </a:xfrm>
        </p:grpSpPr>
        <p:sp>
          <p:nvSpPr>
            <p:cNvPr id="6527" name="Google Shape;6527;p66"/>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8" name="Google Shape;6528;p66"/>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9" name="Google Shape;6529;p66"/>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0" name="Google Shape;6530;p66"/>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1" name="Google Shape;6531;p66"/>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2" name="Google Shape;6532;p66"/>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3" name="Google Shape;6533;p66"/>
          <p:cNvGrpSpPr/>
          <p:nvPr/>
        </p:nvGrpSpPr>
        <p:grpSpPr>
          <a:xfrm>
            <a:off x="1653142" y="2367273"/>
            <a:ext cx="340890" cy="178912"/>
            <a:chOff x="2084325" y="363300"/>
            <a:chExt cx="484150" cy="254100"/>
          </a:xfrm>
        </p:grpSpPr>
        <p:sp>
          <p:nvSpPr>
            <p:cNvPr id="6534" name="Google Shape;6534;p66"/>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5" name="Google Shape;6535;p66"/>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6" name="Google Shape;6536;p66"/>
          <p:cNvGrpSpPr/>
          <p:nvPr/>
        </p:nvGrpSpPr>
        <p:grpSpPr>
          <a:xfrm>
            <a:off x="2905137" y="2287349"/>
            <a:ext cx="352349" cy="338760"/>
            <a:chOff x="3854700" y="249750"/>
            <a:chExt cx="500425" cy="481125"/>
          </a:xfrm>
        </p:grpSpPr>
        <p:sp>
          <p:nvSpPr>
            <p:cNvPr id="6537" name="Google Shape;6537;p66"/>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8" name="Google Shape;6538;p66"/>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9" name="Google Shape;6539;p66"/>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0" name="Google Shape;6540;p66"/>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1" name="Google Shape;6541;p66"/>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2" name="Google Shape;6542;p66"/>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3" name="Google Shape;6543;p66"/>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4" name="Google Shape;6544;p66"/>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5" name="Google Shape;6545;p66"/>
          <p:cNvGrpSpPr/>
          <p:nvPr/>
        </p:nvGrpSpPr>
        <p:grpSpPr>
          <a:xfrm>
            <a:off x="3323126" y="2287349"/>
            <a:ext cx="352349" cy="338760"/>
            <a:chOff x="4447550" y="249750"/>
            <a:chExt cx="500425" cy="481125"/>
          </a:xfrm>
        </p:grpSpPr>
        <p:sp>
          <p:nvSpPr>
            <p:cNvPr id="6546" name="Google Shape;6546;p66"/>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7" name="Google Shape;6547;p66"/>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8" name="Google Shape;6548;p66"/>
          <p:cNvGrpSpPr/>
          <p:nvPr/>
        </p:nvGrpSpPr>
        <p:grpSpPr>
          <a:xfrm>
            <a:off x="3752328" y="2287102"/>
            <a:ext cx="339253" cy="339253"/>
            <a:chOff x="5049725" y="249400"/>
            <a:chExt cx="481825" cy="481825"/>
          </a:xfrm>
        </p:grpSpPr>
        <p:sp>
          <p:nvSpPr>
            <p:cNvPr id="6549" name="Google Shape;6549;p66"/>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0" name="Google Shape;6550;p66"/>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1" name="Google Shape;6551;p66"/>
          <p:cNvGrpSpPr/>
          <p:nvPr/>
        </p:nvGrpSpPr>
        <p:grpSpPr>
          <a:xfrm>
            <a:off x="4166269" y="2287102"/>
            <a:ext cx="339253" cy="339253"/>
            <a:chOff x="5660400" y="238125"/>
            <a:chExt cx="481825" cy="481825"/>
          </a:xfrm>
        </p:grpSpPr>
        <p:sp>
          <p:nvSpPr>
            <p:cNvPr id="6552" name="Google Shape;6552;p66"/>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3" name="Google Shape;6553;p66"/>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4" name="Google Shape;6554;p66"/>
          <p:cNvGrpSpPr/>
          <p:nvPr/>
        </p:nvGrpSpPr>
        <p:grpSpPr>
          <a:xfrm>
            <a:off x="4582955" y="2287102"/>
            <a:ext cx="339253" cy="339253"/>
            <a:chOff x="6235400" y="249400"/>
            <a:chExt cx="481825" cy="481825"/>
          </a:xfrm>
        </p:grpSpPr>
        <p:sp>
          <p:nvSpPr>
            <p:cNvPr id="6555" name="Google Shape;6555;p66"/>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6" name="Google Shape;6556;p66"/>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7" name="Google Shape;6557;p66"/>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8" name="Google Shape;6558;p66"/>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9" name="Google Shape;6559;p66"/>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0" name="Google Shape;6560;p66"/>
          <p:cNvGrpSpPr/>
          <p:nvPr/>
        </p:nvGrpSpPr>
        <p:grpSpPr>
          <a:xfrm>
            <a:off x="821301" y="2731810"/>
            <a:ext cx="340204" cy="298116"/>
            <a:chOff x="899850" y="871450"/>
            <a:chExt cx="483175" cy="423400"/>
          </a:xfrm>
        </p:grpSpPr>
        <p:sp>
          <p:nvSpPr>
            <p:cNvPr id="6561" name="Google Shape;6561;p6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2" name="Google Shape;6562;p6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3" name="Google Shape;6563;p6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4" name="Google Shape;6564;p6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65" name="Google Shape;6565;p66"/>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66" name="Google Shape;6566;p66"/>
          <p:cNvGrpSpPr/>
          <p:nvPr/>
        </p:nvGrpSpPr>
        <p:grpSpPr>
          <a:xfrm>
            <a:off x="1653301" y="2711232"/>
            <a:ext cx="340573" cy="339271"/>
            <a:chOff x="2085450" y="842250"/>
            <a:chExt cx="483700" cy="481850"/>
          </a:xfrm>
        </p:grpSpPr>
        <p:sp>
          <p:nvSpPr>
            <p:cNvPr id="6567" name="Google Shape;6567;p6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8" name="Google Shape;6568;p6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9" name="Google Shape;6569;p6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70" name="Google Shape;6570;p66"/>
          <p:cNvGrpSpPr/>
          <p:nvPr/>
        </p:nvGrpSpPr>
        <p:grpSpPr>
          <a:xfrm>
            <a:off x="2081868" y="2711241"/>
            <a:ext cx="339306" cy="339253"/>
            <a:chOff x="2685825" y="840375"/>
            <a:chExt cx="481900" cy="481825"/>
          </a:xfrm>
        </p:grpSpPr>
        <p:sp>
          <p:nvSpPr>
            <p:cNvPr id="6571" name="Google Shape;6571;p66"/>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2" name="Google Shape;6572;p66"/>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73" name="Google Shape;6573;p66"/>
          <p:cNvGrpSpPr/>
          <p:nvPr/>
        </p:nvGrpSpPr>
        <p:grpSpPr>
          <a:xfrm>
            <a:off x="2493529" y="2710924"/>
            <a:ext cx="350431" cy="339887"/>
            <a:chOff x="3270675" y="841800"/>
            <a:chExt cx="497700" cy="482725"/>
          </a:xfrm>
        </p:grpSpPr>
        <p:sp>
          <p:nvSpPr>
            <p:cNvPr id="6574" name="Google Shape;6574;p66"/>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5" name="Google Shape;6575;p66"/>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6" name="Google Shape;6576;p66"/>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77" name="Google Shape;6577;p66"/>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78" name="Google Shape;6578;p66"/>
          <p:cNvGrpSpPr/>
          <p:nvPr/>
        </p:nvGrpSpPr>
        <p:grpSpPr>
          <a:xfrm>
            <a:off x="3329675" y="2731783"/>
            <a:ext cx="339253" cy="298169"/>
            <a:chOff x="4467200" y="877100"/>
            <a:chExt cx="481825" cy="423475"/>
          </a:xfrm>
        </p:grpSpPr>
        <p:sp>
          <p:nvSpPr>
            <p:cNvPr id="6579" name="Google Shape;6579;p66"/>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0" name="Google Shape;6580;p66"/>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1" name="Google Shape;6581;p66"/>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2" name="Google Shape;6582;p66"/>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3" name="Google Shape;6583;p66"/>
          <p:cNvGrpSpPr/>
          <p:nvPr/>
        </p:nvGrpSpPr>
        <p:grpSpPr>
          <a:xfrm>
            <a:off x="3744565" y="2711232"/>
            <a:ext cx="354778" cy="339271"/>
            <a:chOff x="5045500" y="842250"/>
            <a:chExt cx="503875" cy="481850"/>
          </a:xfrm>
        </p:grpSpPr>
        <p:sp>
          <p:nvSpPr>
            <p:cNvPr id="6584" name="Google Shape;6584;p66"/>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5" name="Google Shape;6585;p66"/>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6" name="Google Shape;6586;p66"/>
          <p:cNvGrpSpPr/>
          <p:nvPr/>
        </p:nvGrpSpPr>
        <p:grpSpPr>
          <a:xfrm>
            <a:off x="4167413" y="2737451"/>
            <a:ext cx="336965" cy="286833"/>
            <a:chOff x="5645200" y="879425"/>
            <a:chExt cx="478575" cy="407375"/>
          </a:xfrm>
        </p:grpSpPr>
        <p:sp>
          <p:nvSpPr>
            <p:cNvPr id="6587" name="Google Shape;6587;p66"/>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8" name="Google Shape;6588;p66"/>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9" name="Google Shape;6589;p66"/>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0" name="Google Shape;6590;p66"/>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1" name="Google Shape;6591;p66"/>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2" name="Google Shape;6592;p66"/>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93" name="Google Shape;6593;p66"/>
          <p:cNvGrpSpPr/>
          <p:nvPr/>
        </p:nvGrpSpPr>
        <p:grpSpPr>
          <a:xfrm>
            <a:off x="4603488" y="2711241"/>
            <a:ext cx="298186" cy="339253"/>
            <a:chOff x="6264525" y="842250"/>
            <a:chExt cx="423500" cy="481825"/>
          </a:xfrm>
        </p:grpSpPr>
        <p:sp>
          <p:nvSpPr>
            <p:cNvPr id="6594" name="Google Shape;6594;p66"/>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5" name="Google Shape;6595;p66"/>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6" name="Google Shape;6596;p66"/>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7" name="Google Shape;6597;p66"/>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8" name="Google Shape;6598;p66"/>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9" name="Google Shape;6599;p66"/>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0" name="Google Shape;6600;p66"/>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1" name="Google Shape;6601;p66"/>
          <p:cNvGrpSpPr/>
          <p:nvPr/>
        </p:nvGrpSpPr>
        <p:grpSpPr>
          <a:xfrm>
            <a:off x="821776" y="3125895"/>
            <a:ext cx="339253" cy="339253"/>
            <a:chOff x="900750" y="1436075"/>
            <a:chExt cx="481825" cy="481825"/>
          </a:xfrm>
        </p:grpSpPr>
        <p:sp>
          <p:nvSpPr>
            <p:cNvPr id="6602" name="Google Shape;6602;p66"/>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3" name="Google Shape;6603;p66"/>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4" name="Google Shape;6604;p66"/>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5" name="Google Shape;6605;p66"/>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6" name="Google Shape;6606;p66"/>
          <p:cNvGrpSpPr/>
          <p:nvPr/>
        </p:nvGrpSpPr>
        <p:grpSpPr>
          <a:xfrm>
            <a:off x="1239624" y="3186183"/>
            <a:ext cx="339253" cy="218676"/>
            <a:chOff x="1492675" y="1520750"/>
            <a:chExt cx="481825" cy="310575"/>
          </a:xfrm>
        </p:grpSpPr>
        <p:sp>
          <p:nvSpPr>
            <p:cNvPr id="6607" name="Google Shape;6607;p66"/>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8" name="Google Shape;6608;p66"/>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9" name="Google Shape;6609;p66"/>
          <p:cNvGrpSpPr/>
          <p:nvPr/>
        </p:nvGrpSpPr>
        <p:grpSpPr>
          <a:xfrm>
            <a:off x="1647421" y="3125877"/>
            <a:ext cx="352332" cy="339288"/>
            <a:chOff x="2071000" y="1435025"/>
            <a:chExt cx="500400" cy="481875"/>
          </a:xfrm>
        </p:grpSpPr>
        <p:sp>
          <p:nvSpPr>
            <p:cNvPr id="6610" name="Google Shape;6610;p66"/>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1" name="Google Shape;6611;p66"/>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2" name="Google Shape;6612;p66"/>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13" name="Google Shape;6613;p66"/>
          <p:cNvGrpSpPr/>
          <p:nvPr/>
        </p:nvGrpSpPr>
        <p:grpSpPr>
          <a:xfrm>
            <a:off x="2075584" y="3146709"/>
            <a:ext cx="351874" cy="297623"/>
            <a:chOff x="2678350" y="1464650"/>
            <a:chExt cx="499750" cy="422700"/>
          </a:xfrm>
        </p:grpSpPr>
        <p:sp>
          <p:nvSpPr>
            <p:cNvPr id="6614" name="Google Shape;6614;p66"/>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5" name="Google Shape;6615;p66"/>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6" name="Google Shape;6616;p66"/>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17" name="Google Shape;6617;p66"/>
          <p:cNvGrpSpPr/>
          <p:nvPr/>
        </p:nvGrpSpPr>
        <p:grpSpPr>
          <a:xfrm>
            <a:off x="2499118" y="3125895"/>
            <a:ext cx="339253" cy="339253"/>
            <a:chOff x="3271200" y="1435075"/>
            <a:chExt cx="481825" cy="481825"/>
          </a:xfrm>
        </p:grpSpPr>
        <p:sp>
          <p:nvSpPr>
            <p:cNvPr id="6618" name="Google Shape;6618;p66"/>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9" name="Google Shape;6619;p66"/>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0" name="Google Shape;6620;p66"/>
          <p:cNvGrpSpPr/>
          <p:nvPr/>
        </p:nvGrpSpPr>
        <p:grpSpPr>
          <a:xfrm>
            <a:off x="2909591" y="3125877"/>
            <a:ext cx="343442" cy="339288"/>
            <a:chOff x="3858100" y="1435075"/>
            <a:chExt cx="487775" cy="481875"/>
          </a:xfrm>
        </p:grpSpPr>
        <p:sp>
          <p:nvSpPr>
            <p:cNvPr id="6621" name="Google Shape;6621;p66"/>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2" name="Google Shape;6622;p66"/>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3" name="Google Shape;6623;p66"/>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4" name="Google Shape;6624;p66"/>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5" name="Google Shape;6625;p66"/>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6" name="Google Shape;6626;p66"/>
          <p:cNvGrpSpPr/>
          <p:nvPr/>
        </p:nvGrpSpPr>
        <p:grpSpPr>
          <a:xfrm>
            <a:off x="3329674" y="3125895"/>
            <a:ext cx="339253" cy="339253"/>
            <a:chOff x="4456875" y="1435075"/>
            <a:chExt cx="481825" cy="481825"/>
          </a:xfrm>
        </p:grpSpPr>
        <p:sp>
          <p:nvSpPr>
            <p:cNvPr id="6627" name="Google Shape;6627;p66"/>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8" name="Google Shape;6628;p66"/>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9" name="Google Shape;6629;p66"/>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0" name="Google Shape;6630;p66"/>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1" name="Google Shape;6631;p66"/>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2" name="Google Shape;6632;p66"/>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3" name="Google Shape;6633;p66"/>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4" name="Google Shape;6634;p66"/>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5" name="Google Shape;6635;p66"/>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6" name="Google Shape;6636;p66"/>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7" name="Google Shape;6637;p66"/>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8" name="Google Shape;6638;p66"/>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9" name="Google Shape;6639;p66"/>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0" name="Google Shape;6640;p66"/>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1" name="Google Shape;6641;p66"/>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2" name="Google Shape;6642;p66"/>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3" name="Google Shape;6643;p66"/>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4" name="Google Shape;6644;p66"/>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5" name="Google Shape;6645;p66"/>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46" name="Google Shape;6646;p66"/>
          <p:cNvGrpSpPr/>
          <p:nvPr/>
        </p:nvGrpSpPr>
        <p:grpSpPr>
          <a:xfrm>
            <a:off x="3750665" y="3125886"/>
            <a:ext cx="342580" cy="339271"/>
            <a:chOff x="5049725" y="1435050"/>
            <a:chExt cx="486550" cy="481850"/>
          </a:xfrm>
        </p:grpSpPr>
        <p:sp>
          <p:nvSpPr>
            <p:cNvPr id="6647" name="Google Shape;6647;p66"/>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8" name="Google Shape;6648;p66"/>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9" name="Google Shape;6649;p66"/>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0" name="Google Shape;6650;p66"/>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1" name="Google Shape;6651;p66"/>
          <p:cNvGrpSpPr/>
          <p:nvPr/>
        </p:nvGrpSpPr>
        <p:grpSpPr>
          <a:xfrm>
            <a:off x="4166216" y="3125895"/>
            <a:ext cx="339359" cy="339253"/>
            <a:chOff x="5642475" y="1435075"/>
            <a:chExt cx="481975" cy="481825"/>
          </a:xfrm>
        </p:grpSpPr>
        <p:sp>
          <p:nvSpPr>
            <p:cNvPr id="6652" name="Google Shape;6652;p66"/>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3" name="Google Shape;6653;p66"/>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4" name="Google Shape;6654;p66"/>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5" name="Google Shape;6655;p66"/>
          <p:cNvGrpSpPr/>
          <p:nvPr/>
        </p:nvGrpSpPr>
        <p:grpSpPr>
          <a:xfrm>
            <a:off x="4580702" y="3125886"/>
            <a:ext cx="343759" cy="339271"/>
            <a:chOff x="6232000" y="1435050"/>
            <a:chExt cx="488225" cy="481850"/>
          </a:xfrm>
        </p:grpSpPr>
        <p:sp>
          <p:nvSpPr>
            <p:cNvPr id="6656" name="Google Shape;6656;p66"/>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7" name="Google Shape;6657;p66"/>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8" name="Google Shape;6658;p66"/>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9" name="Google Shape;6659;p66"/>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0" name="Google Shape;6660;p66"/>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1" name="Google Shape;6661;p66"/>
          <p:cNvGrpSpPr/>
          <p:nvPr/>
        </p:nvGrpSpPr>
        <p:grpSpPr>
          <a:xfrm>
            <a:off x="841438" y="3539545"/>
            <a:ext cx="299929" cy="337792"/>
            <a:chOff x="924450" y="2028975"/>
            <a:chExt cx="425975" cy="479750"/>
          </a:xfrm>
        </p:grpSpPr>
        <p:sp>
          <p:nvSpPr>
            <p:cNvPr id="6662" name="Google Shape;6662;p66"/>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3" name="Google Shape;6663;p66"/>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4" name="Google Shape;6664;p66"/>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5" name="Google Shape;6665;p66"/>
          <p:cNvGrpSpPr/>
          <p:nvPr/>
        </p:nvGrpSpPr>
        <p:grpSpPr>
          <a:xfrm>
            <a:off x="1653934" y="3559347"/>
            <a:ext cx="339306" cy="298186"/>
            <a:chOff x="2085450" y="2057100"/>
            <a:chExt cx="481900" cy="423500"/>
          </a:xfrm>
        </p:grpSpPr>
        <p:sp>
          <p:nvSpPr>
            <p:cNvPr id="6666" name="Google Shape;6666;p66"/>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7" name="Google Shape;6667;p66"/>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8" name="Google Shape;6668;p66"/>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9" name="Google Shape;6669;p66"/>
          <p:cNvGrpSpPr/>
          <p:nvPr/>
        </p:nvGrpSpPr>
        <p:grpSpPr>
          <a:xfrm>
            <a:off x="2081868" y="3582592"/>
            <a:ext cx="339306" cy="251698"/>
            <a:chOff x="2678275" y="2090100"/>
            <a:chExt cx="481900" cy="357475"/>
          </a:xfrm>
        </p:grpSpPr>
        <p:sp>
          <p:nvSpPr>
            <p:cNvPr id="6670" name="Google Shape;6670;p66"/>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1" name="Google Shape;6671;p66"/>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2" name="Google Shape;6672;p66"/>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3" name="Google Shape;6673;p66"/>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4" name="Google Shape;6674;p66"/>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75" name="Google Shape;6675;p66"/>
          <p:cNvGrpSpPr/>
          <p:nvPr/>
        </p:nvGrpSpPr>
        <p:grpSpPr>
          <a:xfrm>
            <a:off x="2559072" y="3594790"/>
            <a:ext cx="219345" cy="227301"/>
            <a:chOff x="3357325" y="2093500"/>
            <a:chExt cx="311525" cy="322825"/>
          </a:xfrm>
        </p:grpSpPr>
        <p:sp>
          <p:nvSpPr>
            <p:cNvPr id="6676" name="Google Shape;6676;p66"/>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7" name="Google Shape;6677;p66"/>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8" name="Google Shape;6678;p66"/>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79" name="Google Shape;6679;p66"/>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80" name="Google Shape;6680;p66"/>
          <p:cNvGrpSpPr/>
          <p:nvPr/>
        </p:nvGrpSpPr>
        <p:grpSpPr>
          <a:xfrm>
            <a:off x="3353262" y="3538814"/>
            <a:ext cx="292078" cy="339253"/>
            <a:chOff x="4492800" y="2027925"/>
            <a:chExt cx="414825" cy="481825"/>
          </a:xfrm>
        </p:grpSpPr>
        <p:sp>
          <p:nvSpPr>
            <p:cNvPr id="6681" name="Google Shape;6681;p66"/>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2" name="Google Shape;6682;p66"/>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83" name="Google Shape;6683;p66"/>
          <p:cNvGrpSpPr/>
          <p:nvPr/>
        </p:nvGrpSpPr>
        <p:grpSpPr>
          <a:xfrm>
            <a:off x="3752354" y="3538805"/>
            <a:ext cx="339200" cy="339271"/>
            <a:chOff x="5049725" y="2027900"/>
            <a:chExt cx="481750" cy="481850"/>
          </a:xfrm>
        </p:grpSpPr>
        <p:sp>
          <p:nvSpPr>
            <p:cNvPr id="6684" name="Google Shape;6684;p66"/>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5" name="Google Shape;6685;p66"/>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6" name="Google Shape;6686;p66"/>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7" name="Google Shape;6687;p66"/>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8" name="Google Shape;6688;p66"/>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9" name="Google Shape;6689;p66"/>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0" name="Google Shape;6690;p66"/>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1" name="Google Shape;6691;p66"/>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2" name="Google Shape;6692;p66"/>
          <p:cNvGrpSpPr/>
          <p:nvPr/>
        </p:nvGrpSpPr>
        <p:grpSpPr>
          <a:xfrm>
            <a:off x="4225950" y="3538893"/>
            <a:ext cx="219890" cy="339095"/>
            <a:chOff x="5726350" y="2028150"/>
            <a:chExt cx="312300" cy="481600"/>
          </a:xfrm>
        </p:grpSpPr>
        <p:sp>
          <p:nvSpPr>
            <p:cNvPr id="6693" name="Google Shape;6693;p66"/>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4" name="Google Shape;6694;p66"/>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5" name="Google Shape;6695;p66"/>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6" name="Google Shape;6696;p66"/>
          <p:cNvGrpSpPr/>
          <p:nvPr/>
        </p:nvGrpSpPr>
        <p:grpSpPr>
          <a:xfrm>
            <a:off x="4586141" y="3542000"/>
            <a:ext cx="332881" cy="332881"/>
            <a:chOff x="6239925" y="2032450"/>
            <a:chExt cx="472775" cy="472775"/>
          </a:xfrm>
        </p:grpSpPr>
        <p:sp>
          <p:nvSpPr>
            <p:cNvPr id="6697" name="Google Shape;6697;p66"/>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8" name="Google Shape;6698;p66"/>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9" name="Google Shape;6699;p66"/>
          <p:cNvGrpSpPr/>
          <p:nvPr/>
        </p:nvGrpSpPr>
        <p:grpSpPr>
          <a:xfrm>
            <a:off x="5035233" y="2364092"/>
            <a:ext cx="334641" cy="185425"/>
            <a:chOff x="903075" y="2730000"/>
            <a:chExt cx="475275" cy="263350"/>
          </a:xfrm>
        </p:grpSpPr>
        <p:sp>
          <p:nvSpPr>
            <p:cNvPr id="6700" name="Google Shape;6700;p66"/>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1" name="Google Shape;6701;p66"/>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2" name="Google Shape;6702;p66"/>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3" name="Google Shape;6703;p66"/>
          <p:cNvGrpSpPr/>
          <p:nvPr/>
        </p:nvGrpSpPr>
        <p:grpSpPr>
          <a:xfrm>
            <a:off x="1239624" y="3538814"/>
            <a:ext cx="339253" cy="339253"/>
            <a:chOff x="1492675" y="2027925"/>
            <a:chExt cx="481825" cy="481825"/>
          </a:xfrm>
        </p:grpSpPr>
        <p:sp>
          <p:nvSpPr>
            <p:cNvPr id="6704" name="Google Shape;6704;p66"/>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5" name="Google Shape;6705;p66"/>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6" name="Google Shape;6706;p66"/>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7" name="Google Shape;6707;p66"/>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8" name="Google Shape;6708;p66"/>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9" name="Google Shape;6709;p66"/>
          <p:cNvGrpSpPr/>
          <p:nvPr/>
        </p:nvGrpSpPr>
        <p:grpSpPr>
          <a:xfrm>
            <a:off x="5466000" y="2287178"/>
            <a:ext cx="339253" cy="339253"/>
            <a:chOff x="1492675" y="2620775"/>
            <a:chExt cx="481825" cy="481825"/>
          </a:xfrm>
        </p:grpSpPr>
        <p:sp>
          <p:nvSpPr>
            <p:cNvPr id="6710" name="Google Shape;6710;p66"/>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1" name="Google Shape;6711;p66"/>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12" name="Google Shape;6712;p66"/>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13" name="Google Shape;6713;p66"/>
          <p:cNvGrpSpPr/>
          <p:nvPr/>
        </p:nvGrpSpPr>
        <p:grpSpPr>
          <a:xfrm>
            <a:off x="6289754" y="2303161"/>
            <a:ext cx="333585" cy="307287"/>
            <a:chOff x="2682350" y="2643425"/>
            <a:chExt cx="473775" cy="436425"/>
          </a:xfrm>
        </p:grpSpPr>
        <p:sp>
          <p:nvSpPr>
            <p:cNvPr id="6714" name="Google Shape;6714;p66"/>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5" name="Google Shape;6715;p66"/>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6" name="Google Shape;6716;p66"/>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7" name="Google Shape;6717;p66"/>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8" name="Google Shape;6718;p66"/>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9" name="Google Shape;6719;p66"/>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0" name="Google Shape;6720;p66"/>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1" name="Google Shape;6721;p66"/>
          <p:cNvGrpSpPr/>
          <p:nvPr/>
        </p:nvGrpSpPr>
        <p:grpSpPr>
          <a:xfrm>
            <a:off x="6755243" y="2287178"/>
            <a:ext cx="238531" cy="339253"/>
            <a:chOff x="3342725" y="2620775"/>
            <a:chExt cx="338775" cy="481825"/>
          </a:xfrm>
        </p:grpSpPr>
        <p:sp>
          <p:nvSpPr>
            <p:cNvPr id="6722" name="Google Shape;6722;p66"/>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3" name="Google Shape;6723;p66"/>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4" name="Google Shape;6724;p66"/>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5" name="Google Shape;6725;p66"/>
          <p:cNvGrpSpPr/>
          <p:nvPr/>
        </p:nvGrpSpPr>
        <p:grpSpPr>
          <a:xfrm>
            <a:off x="7148994" y="2287178"/>
            <a:ext cx="278296" cy="339253"/>
            <a:chOff x="3907325" y="2620775"/>
            <a:chExt cx="395250" cy="481825"/>
          </a:xfrm>
        </p:grpSpPr>
        <p:sp>
          <p:nvSpPr>
            <p:cNvPr id="6726" name="Google Shape;6726;p66"/>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7" name="Google Shape;6727;p66"/>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8" name="Google Shape;6728;p66"/>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9" name="Google Shape;6729;p66"/>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0" name="Google Shape;6730;p66"/>
          <p:cNvGrpSpPr/>
          <p:nvPr/>
        </p:nvGrpSpPr>
        <p:grpSpPr>
          <a:xfrm>
            <a:off x="7542181" y="2297783"/>
            <a:ext cx="339253" cy="318042"/>
            <a:chOff x="4456875" y="2635825"/>
            <a:chExt cx="481825" cy="451700"/>
          </a:xfrm>
        </p:grpSpPr>
        <p:sp>
          <p:nvSpPr>
            <p:cNvPr id="6731" name="Google Shape;6731;p66"/>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2" name="Google Shape;6732;p66"/>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3" name="Google Shape;6733;p66"/>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4" name="Google Shape;6734;p66"/>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5" name="Google Shape;6735;p66"/>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6" name="Google Shape;6736;p66"/>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7" name="Google Shape;6737;p66"/>
          <p:cNvGrpSpPr/>
          <p:nvPr/>
        </p:nvGrpSpPr>
        <p:grpSpPr>
          <a:xfrm>
            <a:off x="7967105" y="2297783"/>
            <a:ext cx="339253" cy="318042"/>
            <a:chOff x="5049725" y="2635825"/>
            <a:chExt cx="481825" cy="451700"/>
          </a:xfrm>
        </p:grpSpPr>
        <p:sp>
          <p:nvSpPr>
            <p:cNvPr id="6738" name="Google Shape;6738;p66"/>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9" name="Google Shape;6739;p66"/>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0" name="Google Shape;6740;p66"/>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41" name="Google Shape;6741;p66"/>
          <p:cNvGrpSpPr/>
          <p:nvPr/>
        </p:nvGrpSpPr>
        <p:grpSpPr>
          <a:xfrm>
            <a:off x="2211475" y="3952243"/>
            <a:ext cx="338566" cy="338373"/>
            <a:chOff x="5643000" y="2621375"/>
            <a:chExt cx="480850" cy="480575"/>
          </a:xfrm>
        </p:grpSpPr>
        <p:sp>
          <p:nvSpPr>
            <p:cNvPr id="6742" name="Google Shape;6742;p66"/>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3" name="Google Shape;6743;p66"/>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4" name="Google Shape;6744;p66"/>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5" name="Google Shape;6745;p66"/>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6" name="Google Shape;6746;p66"/>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7" name="Google Shape;6747;p66"/>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8" name="Google Shape;6748;p66"/>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49" name="Google Shape;6749;p66"/>
          <p:cNvGrpSpPr/>
          <p:nvPr/>
        </p:nvGrpSpPr>
        <p:grpSpPr>
          <a:xfrm>
            <a:off x="4032695" y="3951803"/>
            <a:ext cx="339359" cy="339253"/>
            <a:chOff x="6235250" y="2620775"/>
            <a:chExt cx="481975" cy="481825"/>
          </a:xfrm>
        </p:grpSpPr>
        <p:sp>
          <p:nvSpPr>
            <p:cNvPr id="6750" name="Google Shape;6750;p66"/>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1" name="Google Shape;6751;p66"/>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2" name="Google Shape;6752;p66"/>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3" name="Google Shape;6753;p66"/>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4" name="Google Shape;6754;p66"/>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55" name="Google Shape;6755;p66"/>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56" name="Google Shape;6756;p66"/>
          <p:cNvGrpSpPr/>
          <p:nvPr/>
        </p:nvGrpSpPr>
        <p:grpSpPr>
          <a:xfrm>
            <a:off x="5465078" y="2711317"/>
            <a:ext cx="341101" cy="339253"/>
            <a:chOff x="1535000" y="3223325"/>
            <a:chExt cx="484450" cy="481825"/>
          </a:xfrm>
        </p:grpSpPr>
        <p:sp>
          <p:nvSpPr>
            <p:cNvPr id="6757" name="Google Shape;6757;p66"/>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8" name="Google Shape;6758;p66"/>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9" name="Google Shape;6759;p66"/>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0" name="Google Shape;6760;p66"/>
          <p:cNvGrpSpPr/>
          <p:nvPr/>
        </p:nvGrpSpPr>
        <p:grpSpPr>
          <a:xfrm>
            <a:off x="5872645" y="2746618"/>
            <a:ext cx="339253" cy="268649"/>
            <a:chOff x="2085525" y="3263750"/>
            <a:chExt cx="481825" cy="381550"/>
          </a:xfrm>
        </p:grpSpPr>
        <p:sp>
          <p:nvSpPr>
            <p:cNvPr id="6761" name="Google Shape;6761;p66"/>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2" name="Google Shape;6762;p66"/>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63" name="Google Shape;6763;p66"/>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64" name="Google Shape;6764;p66"/>
          <p:cNvGrpSpPr/>
          <p:nvPr/>
        </p:nvGrpSpPr>
        <p:grpSpPr>
          <a:xfrm>
            <a:off x="6704407" y="2711308"/>
            <a:ext cx="340204" cy="339271"/>
            <a:chOff x="3270450" y="3213625"/>
            <a:chExt cx="483175" cy="481850"/>
          </a:xfrm>
        </p:grpSpPr>
        <p:sp>
          <p:nvSpPr>
            <p:cNvPr id="6765" name="Google Shape;6765;p66"/>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6" name="Google Shape;6766;p66"/>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7" name="Google Shape;6767;p66"/>
          <p:cNvGrpSpPr/>
          <p:nvPr/>
        </p:nvGrpSpPr>
        <p:grpSpPr>
          <a:xfrm>
            <a:off x="7203676" y="2711317"/>
            <a:ext cx="168931" cy="339253"/>
            <a:chOff x="3984950" y="3213600"/>
            <a:chExt cx="239925" cy="481825"/>
          </a:xfrm>
        </p:grpSpPr>
        <p:sp>
          <p:nvSpPr>
            <p:cNvPr id="6768" name="Google Shape;6768;p66"/>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9" name="Google Shape;6769;p66"/>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70" name="Google Shape;6770;p66"/>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1" name="Google Shape;6771;p66"/>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72" name="Google Shape;6772;p66"/>
          <p:cNvGrpSpPr/>
          <p:nvPr/>
        </p:nvGrpSpPr>
        <p:grpSpPr>
          <a:xfrm>
            <a:off x="1736111" y="3981487"/>
            <a:ext cx="355218" cy="279880"/>
            <a:chOff x="5629975" y="3255775"/>
            <a:chExt cx="504500" cy="397500"/>
          </a:xfrm>
        </p:grpSpPr>
        <p:sp>
          <p:nvSpPr>
            <p:cNvPr id="6773" name="Google Shape;6773;p66"/>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4" name="Google Shape;6774;p66"/>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5" name="Google Shape;6775;p66"/>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6" name="Google Shape;6776;p66"/>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7" name="Google Shape;6777;p66"/>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8" name="Google Shape;6778;p66"/>
          <p:cNvGrpSpPr/>
          <p:nvPr/>
        </p:nvGrpSpPr>
        <p:grpSpPr>
          <a:xfrm>
            <a:off x="3572294" y="3981593"/>
            <a:ext cx="340256" cy="279669"/>
            <a:chOff x="6234950" y="3255925"/>
            <a:chExt cx="483250" cy="397200"/>
          </a:xfrm>
        </p:grpSpPr>
        <p:sp>
          <p:nvSpPr>
            <p:cNvPr id="6779" name="Google Shape;6779;p66"/>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0" name="Google Shape;6780;p66"/>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1" name="Google Shape;6781;p66"/>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2" name="Google Shape;6782;p66"/>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3" name="Google Shape;6783;p66"/>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4" name="Google Shape;6784;p66"/>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85" name="Google Shape;6785;p66"/>
          <p:cNvGrpSpPr/>
          <p:nvPr/>
        </p:nvGrpSpPr>
        <p:grpSpPr>
          <a:xfrm>
            <a:off x="5043532" y="3125970"/>
            <a:ext cx="318042" cy="339253"/>
            <a:chOff x="914900" y="3806450"/>
            <a:chExt cx="451700" cy="481825"/>
          </a:xfrm>
        </p:grpSpPr>
        <p:sp>
          <p:nvSpPr>
            <p:cNvPr id="6786" name="Google Shape;6786;p66"/>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7" name="Google Shape;6787;p66"/>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8" name="Google Shape;6788;p66"/>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9" name="Google Shape;6789;p66"/>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0" name="Google Shape;6790;p66"/>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91" name="Google Shape;6791;p66"/>
          <p:cNvGrpSpPr/>
          <p:nvPr/>
        </p:nvGrpSpPr>
        <p:grpSpPr>
          <a:xfrm>
            <a:off x="5462454" y="3125785"/>
            <a:ext cx="346347" cy="339623"/>
            <a:chOff x="1490050" y="3805975"/>
            <a:chExt cx="491900" cy="482350"/>
          </a:xfrm>
        </p:grpSpPr>
        <p:sp>
          <p:nvSpPr>
            <p:cNvPr id="6792" name="Google Shape;6792;p6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3" name="Google Shape;6793;p6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4" name="Google Shape;6794;p6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5" name="Google Shape;6795;p6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96" name="Google Shape;6796;p66"/>
          <p:cNvGrpSpPr/>
          <p:nvPr/>
        </p:nvGrpSpPr>
        <p:grpSpPr>
          <a:xfrm>
            <a:off x="5886322" y="3125970"/>
            <a:ext cx="311899" cy="339253"/>
            <a:chOff x="2104275" y="3806450"/>
            <a:chExt cx="442975" cy="481825"/>
          </a:xfrm>
        </p:grpSpPr>
        <p:sp>
          <p:nvSpPr>
            <p:cNvPr id="6797" name="Google Shape;6797;p66"/>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8" name="Google Shape;6798;p66"/>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99" name="Google Shape;6799;p66"/>
          <p:cNvGrpSpPr/>
          <p:nvPr/>
        </p:nvGrpSpPr>
        <p:grpSpPr>
          <a:xfrm>
            <a:off x="6309839" y="3125970"/>
            <a:ext cx="293416" cy="339253"/>
            <a:chOff x="2710875" y="3806450"/>
            <a:chExt cx="416725" cy="481825"/>
          </a:xfrm>
        </p:grpSpPr>
        <p:sp>
          <p:nvSpPr>
            <p:cNvPr id="6800" name="Google Shape;6800;p66"/>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1" name="Google Shape;6801;p66"/>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2" name="Google Shape;6802;p66"/>
          <p:cNvGrpSpPr/>
          <p:nvPr/>
        </p:nvGrpSpPr>
        <p:grpSpPr>
          <a:xfrm>
            <a:off x="6704883" y="3166412"/>
            <a:ext cx="339253" cy="258369"/>
            <a:chOff x="3271200" y="3863875"/>
            <a:chExt cx="481825" cy="366950"/>
          </a:xfrm>
        </p:grpSpPr>
        <p:sp>
          <p:nvSpPr>
            <p:cNvPr id="6803" name="Google Shape;6803;p6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4" name="Google Shape;6804;p6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5" name="Google Shape;6805;p66"/>
          <p:cNvGrpSpPr/>
          <p:nvPr/>
        </p:nvGrpSpPr>
        <p:grpSpPr>
          <a:xfrm>
            <a:off x="7140377" y="3126199"/>
            <a:ext cx="295528" cy="338795"/>
            <a:chOff x="3895050" y="3806775"/>
            <a:chExt cx="419725" cy="481175"/>
          </a:xfrm>
        </p:grpSpPr>
        <p:sp>
          <p:nvSpPr>
            <p:cNvPr id="6806" name="Google Shape;6806;p66"/>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7" name="Google Shape;6807;p66"/>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8" name="Google Shape;6808;p66"/>
          <p:cNvGrpSpPr/>
          <p:nvPr/>
        </p:nvGrpSpPr>
        <p:grpSpPr>
          <a:xfrm>
            <a:off x="7543659" y="3125979"/>
            <a:ext cx="336296" cy="339235"/>
            <a:chOff x="4464775" y="3806475"/>
            <a:chExt cx="477625" cy="481800"/>
          </a:xfrm>
        </p:grpSpPr>
        <p:sp>
          <p:nvSpPr>
            <p:cNvPr id="6809" name="Google Shape;6809;p66"/>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0" name="Google Shape;6810;p66"/>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1" name="Google Shape;6811;p66"/>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2" name="Google Shape;6812;p66"/>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3" name="Google Shape;6813;p66"/>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4" name="Google Shape;6814;p66"/>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5" name="Google Shape;6815;p66"/>
          <p:cNvGrpSpPr/>
          <p:nvPr/>
        </p:nvGrpSpPr>
        <p:grpSpPr>
          <a:xfrm>
            <a:off x="7967105" y="3125970"/>
            <a:ext cx="339253" cy="339253"/>
            <a:chOff x="5049725" y="3806450"/>
            <a:chExt cx="481825" cy="481825"/>
          </a:xfrm>
        </p:grpSpPr>
        <p:sp>
          <p:nvSpPr>
            <p:cNvPr id="6816" name="Google Shape;6816;p66"/>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7" name="Google Shape;6817;p66"/>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8" name="Google Shape;6818;p66"/>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9" name="Google Shape;6819;p66"/>
          <p:cNvGrpSpPr/>
          <p:nvPr/>
        </p:nvGrpSpPr>
        <p:grpSpPr>
          <a:xfrm>
            <a:off x="1276714" y="3951798"/>
            <a:ext cx="339253" cy="339253"/>
            <a:chOff x="5651375" y="3806450"/>
            <a:chExt cx="481825" cy="481825"/>
          </a:xfrm>
        </p:grpSpPr>
        <p:sp>
          <p:nvSpPr>
            <p:cNvPr id="6820" name="Google Shape;6820;p66"/>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1" name="Google Shape;6821;p66"/>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2" name="Google Shape;6822;p66"/>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3" name="Google Shape;6823;p66"/>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4" name="Google Shape;6824;p66"/>
          <p:cNvGrpSpPr/>
          <p:nvPr/>
        </p:nvGrpSpPr>
        <p:grpSpPr>
          <a:xfrm>
            <a:off x="3153646" y="3953787"/>
            <a:ext cx="298503" cy="335275"/>
            <a:chOff x="6264300" y="3809300"/>
            <a:chExt cx="423950" cy="476175"/>
          </a:xfrm>
        </p:grpSpPr>
        <p:sp>
          <p:nvSpPr>
            <p:cNvPr id="6825" name="Google Shape;6825;p66"/>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6" name="Google Shape;6826;p66"/>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7" name="Google Shape;6827;p66"/>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8" name="Google Shape;6828;p66"/>
          <p:cNvGrpSpPr/>
          <p:nvPr/>
        </p:nvGrpSpPr>
        <p:grpSpPr>
          <a:xfrm>
            <a:off x="5032267" y="3538881"/>
            <a:ext cx="340573" cy="339271"/>
            <a:chOff x="898875" y="4399275"/>
            <a:chExt cx="483700" cy="481850"/>
          </a:xfrm>
        </p:grpSpPr>
        <p:sp>
          <p:nvSpPr>
            <p:cNvPr id="6829" name="Google Shape;6829;p66"/>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0" name="Google Shape;6830;p66"/>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1" name="Google Shape;6831;p66"/>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2" name="Google Shape;6832;p66"/>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3" name="Google Shape;6833;p66"/>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4" name="Google Shape;6834;p66"/>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5" name="Google Shape;6835;p66"/>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6" name="Google Shape;6836;p66"/>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7" name="Google Shape;6837;p66"/>
          <p:cNvGrpSpPr/>
          <p:nvPr/>
        </p:nvGrpSpPr>
        <p:grpSpPr>
          <a:xfrm>
            <a:off x="5466000" y="3554133"/>
            <a:ext cx="339253" cy="308765"/>
            <a:chOff x="1492675" y="4420975"/>
            <a:chExt cx="481825" cy="438525"/>
          </a:xfrm>
        </p:grpSpPr>
        <p:sp>
          <p:nvSpPr>
            <p:cNvPr id="6838" name="Google Shape;6838;p66"/>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9" name="Google Shape;6839;p66"/>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0" name="Google Shape;6840;p66"/>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1" name="Google Shape;6841;p66"/>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2" name="Google Shape;6842;p66"/>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43" name="Google Shape;6843;p66"/>
          <p:cNvGrpSpPr/>
          <p:nvPr/>
        </p:nvGrpSpPr>
        <p:grpSpPr>
          <a:xfrm>
            <a:off x="5870982" y="3539558"/>
            <a:ext cx="342580" cy="337915"/>
            <a:chOff x="2084100" y="4400250"/>
            <a:chExt cx="486550" cy="479925"/>
          </a:xfrm>
        </p:grpSpPr>
        <p:sp>
          <p:nvSpPr>
            <p:cNvPr id="6844" name="Google Shape;6844;p66"/>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5" name="Google Shape;6845;p66"/>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6" name="Google Shape;6846;p66"/>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7" name="Google Shape;6847;p66"/>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8" name="Google Shape;6848;p66"/>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9" name="Google Shape;6849;p66"/>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0" name="Google Shape;6850;p66"/>
          <p:cNvGrpSpPr/>
          <p:nvPr/>
        </p:nvGrpSpPr>
        <p:grpSpPr>
          <a:xfrm>
            <a:off x="6307462" y="3538907"/>
            <a:ext cx="298169" cy="339218"/>
            <a:chOff x="2707950" y="4399325"/>
            <a:chExt cx="423475" cy="481775"/>
          </a:xfrm>
        </p:grpSpPr>
        <p:sp>
          <p:nvSpPr>
            <p:cNvPr id="6851" name="Google Shape;6851;p66"/>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2" name="Google Shape;6852;p66"/>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3" name="Google Shape;6853;p66"/>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4" name="Google Shape;6854;p66"/>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5" name="Google Shape;6855;p66"/>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6" name="Google Shape;6856;p66"/>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7" name="Google Shape;6857;p66"/>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8" name="Google Shape;6858;p66"/>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9" name="Google Shape;6859;p66"/>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0" name="Google Shape;6860;p66"/>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1" name="Google Shape;6861;p66"/>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2" name="Google Shape;6862;p66"/>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63" name="Google Shape;6863;p66"/>
          <p:cNvGrpSpPr/>
          <p:nvPr/>
        </p:nvGrpSpPr>
        <p:grpSpPr>
          <a:xfrm>
            <a:off x="6736981" y="3538881"/>
            <a:ext cx="275057" cy="339271"/>
            <a:chOff x="3330525" y="4399275"/>
            <a:chExt cx="390650" cy="481850"/>
          </a:xfrm>
        </p:grpSpPr>
        <p:sp>
          <p:nvSpPr>
            <p:cNvPr id="6864" name="Google Shape;6864;p66"/>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5" name="Google Shape;6865;p66"/>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6" name="Google Shape;6866;p66"/>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7" name="Google Shape;6867;p66"/>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8" name="Google Shape;6868;p66"/>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9" name="Google Shape;6869;p66"/>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0" name="Google Shape;6870;p66"/>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71" name="Google Shape;6871;p66"/>
          <p:cNvGrpSpPr/>
          <p:nvPr/>
        </p:nvGrpSpPr>
        <p:grpSpPr>
          <a:xfrm>
            <a:off x="7161510" y="3538890"/>
            <a:ext cx="253265" cy="339253"/>
            <a:chOff x="3938800" y="4399275"/>
            <a:chExt cx="359700" cy="481825"/>
          </a:xfrm>
        </p:grpSpPr>
        <p:sp>
          <p:nvSpPr>
            <p:cNvPr id="6872" name="Google Shape;6872;p66"/>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3" name="Google Shape;6873;p66"/>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4" name="Google Shape;6874;p66"/>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5" name="Google Shape;6875;p66"/>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6" name="Google Shape;6876;p66"/>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77" name="Google Shape;6877;p66"/>
          <p:cNvGrpSpPr/>
          <p:nvPr/>
        </p:nvGrpSpPr>
        <p:grpSpPr>
          <a:xfrm>
            <a:off x="7632288" y="3538890"/>
            <a:ext cx="159039" cy="339253"/>
            <a:chOff x="4584850" y="4399275"/>
            <a:chExt cx="225875" cy="481825"/>
          </a:xfrm>
        </p:grpSpPr>
        <p:sp>
          <p:nvSpPr>
            <p:cNvPr id="6878" name="Google Shape;6878;p66"/>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9" name="Google Shape;6879;p66"/>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80" name="Google Shape;6880;p66"/>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81" name="Google Shape;6881;p66"/>
          <p:cNvGrpSpPr/>
          <p:nvPr/>
        </p:nvGrpSpPr>
        <p:grpSpPr>
          <a:xfrm>
            <a:off x="817316" y="3951795"/>
            <a:ext cx="339253" cy="339253"/>
            <a:chOff x="5642550" y="4399275"/>
            <a:chExt cx="481825" cy="481825"/>
          </a:xfrm>
        </p:grpSpPr>
        <p:sp>
          <p:nvSpPr>
            <p:cNvPr id="6882" name="Google Shape;6882;p66"/>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3" name="Google Shape;6883;p66"/>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84" name="Google Shape;6884;p66"/>
          <p:cNvGrpSpPr/>
          <p:nvPr/>
        </p:nvGrpSpPr>
        <p:grpSpPr>
          <a:xfrm>
            <a:off x="2670186" y="3963703"/>
            <a:ext cx="363316" cy="315437"/>
            <a:chOff x="6218300" y="4416175"/>
            <a:chExt cx="516000" cy="448000"/>
          </a:xfrm>
        </p:grpSpPr>
        <p:sp>
          <p:nvSpPr>
            <p:cNvPr id="6885" name="Google Shape;6885;p66"/>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6" name="Google Shape;6886;p66"/>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7" name="Google Shape;6887;p66"/>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88" name="Google Shape;6888;p66"/>
          <p:cNvGrpSpPr/>
          <p:nvPr/>
        </p:nvGrpSpPr>
        <p:grpSpPr>
          <a:xfrm>
            <a:off x="5870391" y="3951792"/>
            <a:ext cx="339253" cy="339253"/>
            <a:chOff x="899850" y="4992125"/>
            <a:chExt cx="481825" cy="481825"/>
          </a:xfrm>
        </p:grpSpPr>
        <p:sp>
          <p:nvSpPr>
            <p:cNvPr id="6889" name="Google Shape;6889;p66"/>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0" name="Google Shape;6890;p66"/>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1" name="Google Shape;6891;p66"/>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92" name="Google Shape;6892;p66"/>
          <p:cNvGrpSpPr/>
          <p:nvPr/>
        </p:nvGrpSpPr>
        <p:grpSpPr>
          <a:xfrm>
            <a:off x="5410993" y="3951792"/>
            <a:ext cx="339253" cy="339253"/>
            <a:chOff x="1492675" y="4992125"/>
            <a:chExt cx="481825" cy="481825"/>
          </a:xfrm>
        </p:grpSpPr>
        <p:sp>
          <p:nvSpPr>
            <p:cNvPr id="6893" name="Google Shape;6893;p6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4" name="Google Shape;6894;p6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95" name="Google Shape;6895;p66"/>
          <p:cNvGrpSpPr/>
          <p:nvPr/>
        </p:nvGrpSpPr>
        <p:grpSpPr>
          <a:xfrm>
            <a:off x="4951595" y="3951792"/>
            <a:ext cx="339253" cy="339253"/>
            <a:chOff x="2085525" y="4992125"/>
            <a:chExt cx="481825" cy="481825"/>
          </a:xfrm>
        </p:grpSpPr>
        <p:sp>
          <p:nvSpPr>
            <p:cNvPr id="6896" name="Google Shape;6896;p6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7" name="Google Shape;6897;p6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98" name="Google Shape;6898;p66"/>
          <p:cNvGrpSpPr/>
          <p:nvPr/>
        </p:nvGrpSpPr>
        <p:grpSpPr>
          <a:xfrm>
            <a:off x="6789344" y="3951792"/>
            <a:ext cx="339253" cy="339253"/>
            <a:chOff x="2678350" y="4992125"/>
            <a:chExt cx="481825" cy="481825"/>
          </a:xfrm>
        </p:grpSpPr>
        <p:sp>
          <p:nvSpPr>
            <p:cNvPr id="6899" name="Google Shape;6899;p66"/>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0" name="Google Shape;6900;p66"/>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1" name="Google Shape;6901;p66"/>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02" name="Google Shape;6902;p66"/>
          <p:cNvGrpSpPr/>
          <p:nvPr/>
        </p:nvGrpSpPr>
        <p:grpSpPr>
          <a:xfrm>
            <a:off x="4492198" y="3951792"/>
            <a:ext cx="339253" cy="339253"/>
            <a:chOff x="3271200" y="4992125"/>
            <a:chExt cx="481825" cy="481825"/>
          </a:xfrm>
        </p:grpSpPr>
        <p:sp>
          <p:nvSpPr>
            <p:cNvPr id="6903" name="Google Shape;6903;p66"/>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4" name="Google Shape;6904;p66"/>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5" name="Google Shape;6905;p66"/>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06" name="Google Shape;6906;p66"/>
          <p:cNvGrpSpPr/>
          <p:nvPr/>
        </p:nvGrpSpPr>
        <p:grpSpPr>
          <a:xfrm>
            <a:off x="6329788" y="3952813"/>
            <a:ext cx="339411" cy="337211"/>
            <a:chOff x="5049575" y="4993600"/>
            <a:chExt cx="482050" cy="478925"/>
          </a:xfrm>
        </p:grpSpPr>
        <p:sp>
          <p:nvSpPr>
            <p:cNvPr id="6907" name="Google Shape;6907;p66"/>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8" name="Google Shape;6908;p66"/>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9" name="Google Shape;6909;p66"/>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10" name="Google Shape;6910;p66"/>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911" name="Google Shape;6911;p66"/>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912" name="Google Shape;6912;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913" name="Google Shape;6913;p66"/>
          <p:cNvGrpSpPr/>
          <p:nvPr/>
        </p:nvGrpSpPr>
        <p:grpSpPr>
          <a:xfrm>
            <a:off x="7248742" y="3975375"/>
            <a:ext cx="195300" cy="343772"/>
            <a:chOff x="3999225" y="4364775"/>
            <a:chExt cx="195300" cy="343772"/>
          </a:xfrm>
        </p:grpSpPr>
        <p:grpSp>
          <p:nvGrpSpPr>
            <p:cNvPr id="6914" name="Google Shape;6914;p66"/>
            <p:cNvGrpSpPr/>
            <p:nvPr/>
          </p:nvGrpSpPr>
          <p:grpSpPr>
            <a:xfrm>
              <a:off x="4048568" y="4562577"/>
              <a:ext cx="97317" cy="145970"/>
              <a:chOff x="1529575" y="2222650"/>
              <a:chExt cx="203125" cy="304675"/>
            </a:xfrm>
          </p:grpSpPr>
          <p:sp>
            <p:nvSpPr>
              <p:cNvPr id="6915" name="Google Shape;6915;p66"/>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6"/>
            <p:cNvGrpSpPr/>
            <p:nvPr/>
          </p:nvGrpSpPr>
          <p:grpSpPr>
            <a:xfrm>
              <a:off x="3999225" y="4364775"/>
              <a:ext cx="195300" cy="195300"/>
              <a:chOff x="3999225" y="4364775"/>
              <a:chExt cx="195300" cy="195300"/>
            </a:xfrm>
          </p:grpSpPr>
          <p:sp>
            <p:nvSpPr>
              <p:cNvPr id="6918" name="Google Shape;6918;p66"/>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0" name="Google Shape;6920;p66"/>
          <p:cNvGrpSpPr/>
          <p:nvPr/>
        </p:nvGrpSpPr>
        <p:grpSpPr>
          <a:xfrm>
            <a:off x="7564186" y="3991627"/>
            <a:ext cx="277088" cy="259611"/>
            <a:chOff x="4335888" y="4398114"/>
            <a:chExt cx="277088" cy="259611"/>
          </a:xfrm>
        </p:grpSpPr>
        <p:grpSp>
          <p:nvGrpSpPr>
            <p:cNvPr id="6921" name="Google Shape;6921;p66"/>
            <p:cNvGrpSpPr/>
            <p:nvPr/>
          </p:nvGrpSpPr>
          <p:grpSpPr>
            <a:xfrm>
              <a:off x="4335888" y="4462425"/>
              <a:ext cx="195300" cy="195300"/>
              <a:chOff x="4335888" y="4462425"/>
              <a:chExt cx="195300" cy="195300"/>
            </a:xfrm>
          </p:grpSpPr>
          <p:sp>
            <p:nvSpPr>
              <p:cNvPr id="6922" name="Google Shape;6922;p66"/>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6"/>
            <p:cNvGrpSpPr/>
            <p:nvPr/>
          </p:nvGrpSpPr>
          <p:grpSpPr>
            <a:xfrm>
              <a:off x="4509813" y="4398114"/>
              <a:ext cx="103162" cy="103198"/>
              <a:chOff x="2277975" y="2021700"/>
              <a:chExt cx="215325" cy="215400"/>
            </a:xfrm>
          </p:grpSpPr>
          <p:sp>
            <p:nvSpPr>
              <p:cNvPr id="6925" name="Google Shape;6925;p66"/>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7" name="Google Shape;6927;p66"/>
          <p:cNvGrpSpPr/>
          <p:nvPr/>
        </p:nvGrpSpPr>
        <p:grpSpPr>
          <a:xfrm>
            <a:off x="7961419" y="4049613"/>
            <a:ext cx="392275" cy="195300"/>
            <a:chOff x="4752588" y="4440200"/>
            <a:chExt cx="392275" cy="195300"/>
          </a:xfrm>
        </p:grpSpPr>
        <p:grpSp>
          <p:nvGrpSpPr>
            <p:cNvPr id="6928" name="Google Shape;6928;p66"/>
            <p:cNvGrpSpPr/>
            <p:nvPr/>
          </p:nvGrpSpPr>
          <p:grpSpPr>
            <a:xfrm>
              <a:off x="4950384" y="4469728"/>
              <a:ext cx="194479" cy="136244"/>
              <a:chOff x="3163375" y="2175125"/>
              <a:chExt cx="405925" cy="284375"/>
            </a:xfrm>
          </p:grpSpPr>
          <p:sp>
            <p:nvSpPr>
              <p:cNvPr id="6929" name="Google Shape;6929;p66"/>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66"/>
            <p:cNvGrpSpPr/>
            <p:nvPr/>
          </p:nvGrpSpPr>
          <p:grpSpPr>
            <a:xfrm>
              <a:off x="4752588" y="4440200"/>
              <a:ext cx="195300" cy="195300"/>
              <a:chOff x="4335888" y="4462425"/>
              <a:chExt cx="195300" cy="195300"/>
            </a:xfrm>
          </p:grpSpPr>
          <p:sp>
            <p:nvSpPr>
              <p:cNvPr id="6933" name="Google Shape;6933;p66"/>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38" name="Shape 6938"/>
        <p:cNvGrpSpPr/>
        <p:nvPr/>
      </p:nvGrpSpPr>
      <p:grpSpPr>
        <a:xfrm>
          <a:off x="0" y="0"/>
          <a:ext cx="0" cy="0"/>
          <a:chOff x="0" y="0"/>
          <a:chExt cx="0" cy="0"/>
        </a:xfrm>
      </p:grpSpPr>
      <p:grpSp>
        <p:nvGrpSpPr>
          <p:cNvPr id="6939" name="Google Shape;6939;p67"/>
          <p:cNvGrpSpPr/>
          <p:nvPr/>
        </p:nvGrpSpPr>
        <p:grpSpPr>
          <a:xfrm>
            <a:off x="856199" y="1311179"/>
            <a:ext cx="322099" cy="370529"/>
            <a:chOff x="-42971725" y="3217825"/>
            <a:chExt cx="275675" cy="317125"/>
          </a:xfrm>
        </p:grpSpPr>
        <p:sp>
          <p:nvSpPr>
            <p:cNvPr id="6940" name="Google Shape;6940;p67"/>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67"/>
          <p:cNvGrpSpPr/>
          <p:nvPr/>
        </p:nvGrpSpPr>
        <p:grpSpPr>
          <a:xfrm>
            <a:off x="828113" y="1779835"/>
            <a:ext cx="378270" cy="337551"/>
            <a:chOff x="-42996150" y="3612600"/>
            <a:chExt cx="323750" cy="288900"/>
          </a:xfrm>
        </p:grpSpPr>
        <p:sp>
          <p:nvSpPr>
            <p:cNvPr id="6944" name="Google Shape;6944;p67"/>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7"/>
          <p:cNvGrpSpPr/>
          <p:nvPr/>
        </p:nvGrpSpPr>
        <p:grpSpPr>
          <a:xfrm>
            <a:off x="830874" y="2189205"/>
            <a:ext cx="372749" cy="370909"/>
            <a:chOff x="-42994575" y="3950300"/>
            <a:chExt cx="319025" cy="317450"/>
          </a:xfrm>
        </p:grpSpPr>
        <p:sp>
          <p:nvSpPr>
            <p:cNvPr id="6948" name="Google Shape;6948;p67"/>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67"/>
          <p:cNvGrpSpPr/>
          <p:nvPr/>
        </p:nvGrpSpPr>
        <p:grpSpPr>
          <a:xfrm>
            <a:off x="2984269" y="1336037"/>
            <a:ext cx="371785" cy="370879"/>
            <a:chOff x="-41111350" y="3239100"/>
            <a:chExt cx="318200" cy="317425"/>
          </a:xfrm>
        </p:grpSpPr>
        <p:sp>
          <p:nvSpPr>
            <p:cNvPr id="6952" name="Google Shape;6952;p67"/>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67"/>
          <p:cNvGrpSpPr/>
          <p:nvPr/>
        </p:nvGrpSpPr>
        <p:grpSpPr>
          <a:xfrm>
            <a:off x="2980588" y="1771568"/>
            <a:ext cx="379146" cy="370967"/>
            <a:chOff x="-41117650" y="3605525"/>
            <a:chExt cx="324500" cy="317500"/>
          </a:xfrm>
        </p:grpSpPr>
        <p:sp>
          <p:nvSpPr>
            <p:cNvPr id="6957" name="Google Shape;6957;p67"/>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7"/>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0" name="Google Shape;6960;p67"/>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1" name="Google Shape;6961;p67"/>
          <p:cNvGrpSpPr/>
          <p:nvPr/>
        </p:nvGrpSpPr>
        <p:grpSpPr>
          <a:xfrm>
            <a:off x="1806843" y="2663092"/>
            <a:ext cx="216271" cy="371814"/>
            <a:chOff x="-39205300" y="3220175"/>
            <a:chExt cx="185100" cy="318225"/>
          </a:xfrm>
        </p:grpSpPr>
        <p:sp>
          <p:nvSpPr>
            <p:cNvPr id="6962" name="Google Shape;6962;p67"/>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7"/>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67"/>
          <p:cNvGrpSpPr/>
          <p:nvPr/>
        </p:nvGrpSpPr>
        <p:grpSpPr>
          <a:xfrm>
            <a:off x="1772370" y="3123163"/>
            <a:ext cx="300016" cy="369273"/>
            <a:chOff x="-39248625" y="3588600"/>
            <a:chExt cx="256775" cy="316050"/>
          </a:xfrm>
        </p:grpSpPr>
        <p:sp>
          <p:nvSpPr>
            <p:cNvPr id="6965" name="Google Shape;6965;p67"/>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7" name="Google Shape;6967;p67"/>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9" name="Google Shape;6969;p67"/>
          <p:cNvGrpSpPr/>
          <p:nvPr/>
        </p:nvGrpSpPr>
        <p:grpSpPr>
          <a:xfrm>
            <a:off x="1223084" y="1311179"/>
            <a:ext cx="429504" cy="370879"/>
            <a:chOff x="-42651700" y="3217825"/>
            <a:chExt cx="367600" cy="317425"/>
          </a:xfrm>
        </p:grpSpPr>
        <p:sp>
          <p:nvSpPr>
            <p:cNvPr id="6970" name="Google Shape;6970;p67"/>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7"/>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7"/>
          <p:cNvGrpSpPr/>
          <p:nvPr/>
        </p:nvGrpSpPr>
        <p:grpSpPr>
          <a:xfrm>
            <a:off x="1258516" y="1750829"/>
            <a:ext cx="358640" cy="363226"/>
            <a:chOff x="-42617300" y="3587775"/>
            <a:chExt cx="306950" cy="310875"/>
          </a:xfrm>
        </p:grpSpPr>
        <p:sp>
          <p:nvSpPr>
            <p:cNvPr id="6975" name="Google Shape;6975;p67"/>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7" name="Google Shape;6977;p67"/>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8" name="Google Shape;6978;p67"/>
          <p:cNvGrpSpPr/>
          <p:nvPr/>
        </p:nvGrpSpPr>
        <p:grpSpPr>
          <a:xfrm>
            <a:off x="3430343" y="1335569"/>
            <a:ext cx="376926" cy="370324"/>
            <a:chOff x="-40748275" y="3238700"/>
            <a:chExt cx="322600" cy="316950"/>
          </a:xfrm>
        </p:grpSpPr>
        <p:sp>
          <p:nvSpPr>
            <p:cNvPr id="6979" name="Google Shape;6979;p67"/>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7"/>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7"/>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67"/>
          <p:cNvGrpSpPr/>
          <p:nvPr/>
        </p:nvGrpSpPr>
        <p:grpSpPr>
          <a:xfrm>
            <a:off x="3432899" y="1803553"/>
            <a:ext cx="371814" cy="338690"/>
            <a:chOff x="-40745125" y="3632900"/>
            <a:chExt cx="318225" cy="289875"/>
          </a:xfrm>
        </p:grpSpPr>
        <p:sp>
          <p:nvSpPr>
            <p:cNvPr id="6986" name="Google Shape;6986;p67"/>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7"/>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7"/>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7"/>
          <p:cNvGrpSpPr/>
          <p:nvPr/>
        </p:nvGrpSpPr>
        <p:grpSpPr>
          <a:xfrm>
            <a:off x="3437047" y="2214764"/>
            <a:ext cx="363518" cy="370178"/>
            <a:chOff x="-40742750" y="3972175"/>
            <a:chExt cx="311125" cy="316825"/>
          </a:xfrm>
        </p:grpSpPr>
        <p:sp>
          <p:nvSpPr>
            <p:cNvPr id="6994" name="Google Shape;6994;p67"/>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67"/>
          <p:cNvGrpSpPr/>
          <p:nvPr/>
        </p:nvGrpSpPr>
        <p:grpSpPr>
          <a:xfrm>
            <a:off x="2219708" y="2664932"/>
            <a:ext cx="266892" cy="369974"/>
            <a:chOff x="-38860325" y="3221750"/>
            <a:chExt cx="228425" cy="316650"/>
          </a:xfrm>
        </p:grpSpPr>
        <p:sp>
          <p:nvSpPr>
            <p:cNvPr id="6997" name="Google Shape;6997;p67"/>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7"/>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7"/>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67"/>
          <p:cNvGrpSpPr/>
          <p:nvPr/>
        </p:nvGrpSpPr>
        <p:grpSpPr>
          <a:xfrm>
            <a:off x="2170515" y="3126989"/>
            <a:ext cx="380081" cy="367111"/>
            <a:chOff x="-38905225" y="3591875"/>
            <a:chExt cx="325300" cy="314200"/>
          </a:xfrm>
        </p:grpSpPr>
        <p:sp>
          <p:nvSpPr>
            <p:cNvPr id="7002" name="Google Shape;7002;p67"/>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5" name="Google Shape;7005;p67"/>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6" name="Google Shape;7006;p67"/>
          <p:cNvGrpSpPr/>
          <p:nvPr/>
        </p:nvGrpSpPr>
        <p:grpSpPr>
          <a:xfrm>
            <a:off x="3977265" y="3112069"/>
            <a:ext cx="290815" cy="369740"/>
            <a:chOff x="-37370925" y="3579105"/>
            <a:chExt cx="248900" cy="316450"/>
          </a:xfrm>
        </p:grpSpPr>
        <p:sp>
          <p:nvSpPr>
            <p:cNvPr id="7007" name="Google Shape;7007;p67"/>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7"/>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9" name="Google Shape;7009;p67"/>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1" name="Google Shape;7011;p67"/>
          <p:cNvGrpSpPr/>
          <p:nvPr/>
        </p:nvGrpSpPr>
        <p:grpSpPr>
          <a:xfrm>
            <a:off x="1670640" y="2190140"/>
            <a:ext cx="371814" cy="369974"/>
            <a:chOff x="-42259725" y="3951100"/>
            <a:chExt cx="318225" cy="316650"/>
          </a:xfrm>
        </p:grpSpPr>
        <p:sp>
          <p:nvSpPr>
            <p:cNvPr id="7012" name="Google Shape;7012;p67"/>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67"/>
          <p:cNvGrpSpPr/>
          <p:nvPr/>
        </p:nvGrpSpPr>
        <p:grpSpPr>
          <a:xfrm>
            <a:off x="3869002" y="1369161"/>
            <a:ext cx="370879" cy="337755"/>
            <a:chOff x="-40378075" y="3267450"/>
            <a:chExt cx="317425" cy="289075"/>
          </a:xfrm>
        </p:grpSpPr>
        <p:sp>
          <p:nvSpPr>
            <p:cNvPr id="7015" name="Google Shape;7015;p67"/>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7"/>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7"/>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67"/>
          <p:cNvGrpSpPr/>
          <p:nvPr/>
        </p:nvGrpSpPr>
        <p:grpSpPr>
          <a:xfrm>
            <a:off x="3872668" y="1770429"/>
            <a:ext cx="363548" cy="369974"/>
            <a:chOff x="-40372575" y="3604550"/>
            <a:chExt cx="311150" cy="316650"/>
          </a:xfrm>
        </p:grpSpPr>
        <p:sp>
          <p:nvSpPr>
            <p:cNvPr id="7020" name="Google Shape;7020;p67"/>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7"/>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3" name="Google Shape;7023;p67"/>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4" name="Google Shape;7024;p67"/>
          <p:cNvGrpSpPr/>
          <p:nvPr/>
        </p:nvGrpSpPr>
        <p:grpSpPr>
          <a:xfrm>
            <a:off x="2596617" y="2663092"/>
            <a:ext cx="399038" cy="372165"/>
            <a:chOff x="-38542250" y="3220175"/>
            <a:chExt cx="341525" cy="318525"/>
          </a:xfrm>
        </p:grpSpPr>
        <p:sp>
          <p:nvSpPr>
            <p:cNvPr id="7025" name="Google Shape;7025;p67"/>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7"/>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67"/>
          <p:cNvGrpSpPr/>
          <p:nvPr/>
        </p:nvGrpSpPr>
        <p:grpSpPr>
          <a:xfrm>
            <a:off x="2618549" y="3122462"/>
            <a:ext cx="369974" cy="369068"/>
            <a:chOff x="-38537400" y="3588000"/>
            <a:chExt cx="316650" cy="315875"/>
          </a:xfrm>
        </p:grpSpPr>
        <p:sp>
          <p:nvSpPr>
            <p:cNvPr id="7029" name="Google Shape;7029;p67"/>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7"/>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7"/>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67"/>
          <p:cNvGrpSpPr/>
          <p:nvPr/>
        </p:nvGrpSpPr>
        <p:grpSpPr>
          <a:xfrm>
            <a:off x="2617629" y="3579991"/>
            <a:ext cx="371814" cy="369974"/>
            <a:chOff x="-38538975" y="3954250"/>
            <a:chExt cx="318225" cy="316650"/>
          </a:xfrm>
        </p:grpSpPr>
        <p:sp>
          <p:nvSpPr>
            <p:cNvPr id="7034" name="Google Shape;7034;p67"/>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7"/>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7"/>
          <p:cNvGrpSpPr/>
          <p:nvPr/>
        </p:nvGrpSpPr>
        <p:grpSpPr>
          <a:xfrm>
            <a:off x="3934941" y="3574918"/>
            <a:ext cx="375465" cy="371814"/>
            <a:chOff x="-37385100" y="3949908"/>
            <a:chExt cx="321350" cy="318225"/>
          </a:xfrm>
        </p:grpSpPr>
        <p:sp>
          <p:nvSpPr>
            <p:cNvPr id="7037" name="Google Shape;7037;p67"/>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7"/>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7"/>
          <p:cNvGrpSpPr/>
          <p:nvPr/>
        </p:nvGrpSpPr>
        <p:grpSpPr>
          <a:xfrm>
            <a:off x="2110600" y="1310478"/>
            <a:ext cx="370909" cy="370675"/>
            <a:chOff x="-41895050" y="3217225"/>
            <a:chExt cx="317450" cy="317250"/>
          </a:xfrm>
        </p:grpSpPr>
        <p:sp>
          <p:nvSpPr>
            <p:cNvPr id="7040" name="Google Shape;7040;p67"/>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7"/>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7"/>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7"/>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7"/>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67"/>
          <p:cNvGrpSpPr/>
          <p:nvPr/>
        </p:nvGrpSpPr>
        <p:grpSpPr>
          <a:xfrm>
            <a:off x="2110148" y="1747412"/>
            <a:ext cx="371814" cy="369974"/>
            <a:chOff x="-41893475" y="3584850"/>
            <a:chExt cx="318225" cy="316650"/>
          </a:xfrm>
        </p:grpSpPr>
        <p:sp>
          <p:nvSpPr>
            <p:cNvPr id="7046" name="Google Shape;7046;p67"/>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7"/>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7"/>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7"/>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0" name="Google Shape;7050;p67"/>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7"/>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2" name="Google Shape;7052;p67"/>
          <p:cNvGrpSpPr/>
          <p:nvPr/>
        </p:nvGrpSpPr>
        <p:grpSpPr>
          <a:xfrm>
            <a:off x="880176" y="3142704"/>
            <a:ext cx="337522" cy="370909"/>
            <a:chOff x="-39998250" y="3605325"/>
            <a:chExt cx="288875" cy="317450"/>
          </a:xfrm>
        </p:grpSpPr>
        <p:sp>
          <p:nvSpPr>
            <p:cNvPr id="7053" name="Google Shape;7053;p67"/>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7"/>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7"/>
          <p:cNvGrpSpPr/>
          <p:nvPr/>
        </p:nvGrpSpPr>
        <p:grpSpPr>
          <a:xfrm>
            <a:off x="863950" y="3601168"/>
            <a:ext cx="369974" cy="369945"/>
            <a:chOff x="-40011050" y="3972375"/>
            <a:chExt cx="316650" cy="316625"/>
          </a:xfrm>
        </p:grpSpPr>
        <p:sp>
          <p:nvSpPr>
            <p:cNvPr id="7056" name="Google Shape;7056;p67"/>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7"/>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7"/>
          <p:cNvGrpSpPr/>
          <p:nvPr/>
        </p:nvGrpSpPr>
        <p:grpSpPr>
          <a:xfrm>
            <a:off x="3095881" y="2665867"/>
            <a:ext cx="266921" cy="369039"/>
            <a:chOff x="-38129425" y="3222550"/>
            <a:chExt cx="228450" cy="315850"/>
          </a:xfrm>
        </p:grpSpPr>
        <p:sp>
          <p:nvSpPr>
            <p:cNvPr id="7059" name="Google Shape;7059;p67"/>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7"/>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7"/>
          <p:cNvGrpSpPr/>
          <p:nvPr/>
        </p:nvGrpSpPr>
        <p:grpSpPr>
          <a:xfrm>
            <a:off x="3050850" y="3122462"/>
            <a:ext cx="371785" cy="369974"/>
            <a:chOff x="-38172725" y="3588000"/>
            <a:chExt cx="318200" cy="316650"/>
          </a:xfrm>
        </p:grpSpPr>
        <p:sp>
          <p:nvSpPr>
            <p:cNvPr id="7062" name="Google Shape;7062;p67"/>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7"/>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7"/>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7"/>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7"/>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7"/>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7"/>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7"/>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7"/>
          <p:cNvGrpSpPr/>
          <p:nvPr/>
        </p:nvGrpSpPr>
        <p:grpSpPr>
          <a:xfrm>
            <a:off x="3126752" y="3580897"/>
            <a:ext cx="219981" cy="369974"/>
            <a:chOff x="-38109725" y="3955025"/>
            <a:chExt cx="188275" cy="316650"/>
          </a:xfrm>
        </p:grpSpPr>
        <p:sp>
          <p:nvSpPr>
            <p:cNvPr id="7071" name="Google Shape;7071;p67"/>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7"/>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3" name="Google Shape;7073;p67"/>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4" name="Google Shape;7074;p67"/>
          <p:cNvGrpSpPr/>
          <p:nvPr/>
        </p:nvGrpSpPr>
        <p:grpSpPr>
          <a:xfrm>
            <a:off x="2542151" y="1312318"/>
            <a:ext cx="373654" cy="369068"/>
            <a:chOff x="-41530375" y="3218800"/>
            <a:chExt cx="319800" cy="315875"/>
          </a:xfrm>
        </p:grpSpPr>
        <p:sp>
          <p:nvSpPr>
            <p:cNvPr id="7075" name="Google Shape;7075;p67"/>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7"/>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7"/>
          <p:cNvGrpSpPr/>
          <p:nvPr/>
        </p:nvGrpSpPr>
        <p:grpSpPr>
          <a:xfrm>
            <a:off x="2544444" y="1827476"/>
            <a:ext cx="369068" cy="289004"/>
            <a:chOff x="-41526450" y="3653375"/>
            <a:chExt cx="315875" cy="247350"/>
          </a:xfrm>
        </p:grpSpPr>
        <p:sp>
          <p:nvSpPr>
            <p:cNvPr id="7078" name="Google Shape;7078;p67"/>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7"/>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7"/>
          <p:cNvGrpSpPr/>
          <p:nvPr/>
        </p:nvGrpSpPr>
        <p:grpSpPr>
          <a:xfrm>
            <a:off x="2545831" y="2190140"/>
            <a:ext cx="366293" cy="369974"/>
            <a:chOff x="-41526450" y="3951100"/>
            <a:chExt cx="313500" cy="316650"/>
          </a:xfrm>
        </p:grpSpPr>
        <p:sp>
          <p:nvSpPr>
            <p:cNvPr id="7081" name="Google Shape;7081;p67"/>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7"/>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7"/>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67"/>
          <p:cNvGrpSpPr/>
          <p:nvPr/>
        </p:nvGrpSpPr>
        <p:grpSpPr>
          <a:xfrm>
            <a:off x="1311086" y="2684269"/>
            <a:ext cx="339595" cy="371814"/>
            <a:chOff x="-39625900" y="3238300"/>
            <a:chExt cx="290650" cy="318225"/>
          </a:xfrm>
        </p:grpSpPr>
        <p:sp>
          <p:nvSpPr>
            <p:cNvPr id="7085" name="Google Shape;7085;p67"/>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7"/>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7" name="Google Shape;7087;p67"/>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8" name="Google Shape;7088;p67"/>
          <p:cNvGrpSpPr/>
          <p:nvPr/>
        </p:nvGrpSpPr>
        <p:grpSpPr>
          <a:xfrm>
            <a:off x="1305137" y="3600730"/>
            <a:ext cx="366293" cy="370441"/>
            <a:chOff x="-39647175" y="3972000"/>
            <a:chExt cx="313500" cy="317050"/>
          </a:xfrm>
        </p:grpSpPr>
        <p:sp>
          <p:nvSpPr>
            <p:cNvPr id="7089" name="Google Shape;7089;p67"/>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7"/>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7"/>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7"/>
          <p:cNvGrpSpPr/>
          <p:nvPr/>
        </p:nvGrpSpPr>
        <p:grpSpPr>
          <a:xfrm>
            <a:off x="3474265" y="2664728"/>
            <a:ext cx="375495" cy="370879"/>
            <a:chOff x="-37808850" y="3221575"/>
            <a:chExt cx="321375" cy="317425"/>
          </a:xfrm>
        </p:grpSpPr>
        <p:sp>
          <p:nvSpPr>
            <p:cNvPr id="7093" name="Google Shape;7093;p67"/>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7"/>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67"/>
          <p:cNvGrpSpPr/>
          <p:nvPr/>
        </p:nvGrpSpPr>
        <p:grpSpPr>
          <a:xfrm>
            <a:off x="3483038" y="3186759"/>
            <a:ext cx="372749" cy="241158"/>
            <a:chOff x="-37806500" y="3643030"/>
            <a:chExt cx="319025" cy="206400"/>
          </a:xfrm>
        </p:grpSpPr>
        <p:sp>
          <p:nvSpPr>
            <p:cNvPr id="7096" name="Google Shape;7096;p67"/>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7"/>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7"/>
          <p:cNvGrpSpPr/>
          <p:nvPr/>
        </p:nvGrpSpPr>
        <p:grpSpPr>
          <a:xfrm>
            <a:off x="3485346" y="3579056"/>
            <a:ext cx="368134" cy="371814"/>
            <a:chOff x="-37804925" y="3953450"/>
            <a:chExt cx="315075" cy="318225"/>
          </a:xfrm>
        </p:grpSpPr>
        <p:sp>
          <p:nvSpPr>
            <p:cNvPr id="7099" name="Google Shape;7099;p67"/>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7"/>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7"/>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2" name="Google Shape;7102;p67"/>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3" name="Google Shape;7103;p67"/>
          <p:cNvGrpSpPr/>
          <p:nvPr/>
        </p:nvGrpSpPr>
        <p:grpSpPr>
          <a:xfrm>
            <a:off x="4840364" y="1328538"/>
            <a:ext cx="355663" cy="308725"/>
            <a:chOff x="-28462125" y="3199700"/>
            <a:chExt cx="298550" cy="259150"/>
          </a:xfrm>
        </p:grpSpPr>
        <p:sp>
          <p:nvSpPr>
            <p:cNvPr id="7104" name="Google Shape;7104;p67"/>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7"/>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7"/>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7"/>
          <p:cNvGrpSpPr/>
          <p:nvPr/>
        </p:nvGrpSpPr>
        <p:grpSpPr>
          <a:xfrm>
            <a:off x="4841317" y="1763228"/>
            <a:ext cx="353757" cy="352833"/>
            <a:chOff x="-28461325" y="3545475"/>
            <a:chExt cx="296950" cy="296175"/>
          </a:xfrm>
        </p:grpSpPr>
        <p:sp>
          <p:nvSpPr>
            <p:cNvPr id="7108" name="Google Shape;7108;p67"/>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7"/>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7"/>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7"/>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7"/>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7"/>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67"/>
          <p:cNvGrpSpPr/>
          <p:nvPr/>
        </p:nvGrpSpPr>
        <p:grpSpPr>
          <a:xfrm>
            <a:off x="4837550" y="2213272"/>
            <a:ext cx="361292" cy="352803"/>
            <a:chOff x="-28463700" y="3914875"/>
            <a:chExt cx="303275" cy="296150"/>
          </a:xfrm>
        </p:grpSpPr>
        <p:sp>
          <p:nvSpPr>
            <p:cNvPr id="7115" name="Google Shape;7115;p67"/>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7"/>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67"/>
          <p:cNvGrpSpPr/>
          <p:nvPr/>
        </p:nvGrpSpPr>
        <p:grpSpPr>
          <a:xfrm>
            <a:off x="7072335" y="1369355"/>
            <a:ext cx="351880" cy="227092"/>
            <a:chOff x="-26573400" y="3224125"/>
            <a:chExt cx="295375" cy="190625"/>
          </a:xfrm>
        </p:grpSpPr>
        <p:sp>
          <p:nvSpPr>
            <p:cNvPr id="7118" name="Google Shape;7118;p67"/>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7"/>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7"/>
          <p:cNvGrpSpPr/>
          <p:nvPr/>
        </p:nvGrpSpPr>
        <p:grpSpPr>
          <a:xfrm>
            <a:off x="7072335" y="1763690"/>
            <a:ext cx="351880" cy="351910"/>
            <a:chOff x="-26573400" y="3546250"/>
            <a:chExt cx="295375" cy="295400"/>
          </a:xfrm>
        </p:grpSpPr>
        <p:sp>
          <p:nvSpPr>
            <p:cNvPr id="7121" name="Google Shape;7121;p67"/>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7"/>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7"/>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7"/>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67"/>
          <p:cNvGrpSpPr/>
          <p:nvPr/>
        </p:nvGrpSpPr>
        <p:grpSpPr>
          <a:xfrm>
            <a:off x="7060615" y="2213599"/>
            <a:ext cx="375319" cy="352148"/>
            <a:chOff x="-26583625" y="3917025"/>
            <a:chExt cx="315050" cy="295600"/>
          </a:xfrm>
        </p:grpSpPr>
        <p:sp>
          <p:nvSpPr>
            <p:cNvPr id="7127" name="Google Shape;7127;p67"/>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7"/>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7"/>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1" name="Google Shape;7131;p67"/>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2" name="Google Shape;7132;p67"/>
          <p:cNvGrpSpPr/>
          <p:nvPr/>
        </p:nvGrpSpPr>
        <p:grpSpPr>
          <a:xfrm>
            <a:off x="5759130" y="3172629"/>
            <a:ext cx="289039" cy="352833"/>
            <a:chOff x="-24694925" y="3518700"/>
            <a:chExt cx="242625" cy="296175"/>
          </a:xfrm>
        </p:grpSpPr>
        <p:sp>
          <p:nvSpPr>
            <p:cNvPr id="7133" name="Google Shape;7133;p67"/>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7"/>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7"/>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7"/>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67"/>
          <p:cNvGrpSpPr/>
          <p:nvPr/>
        </p:nvGrpSpPr>
        <p:grpSpPr>
          <a:xfrm>
            <a:off x="5758668" y="3622657"/>
            <a:ext cx="289962" cy="352833"/>
            <a:chOff x="-24709100" y="3888875"/>
            <a:chExt cx="243400" cy="296175"/>
          </a:xfrm>
        </p:grpSpPr>
        <p:sp>
          <p:nvSpPr>
            <p:cNvPr id="7138" name="Google Shape;7138;p67"/>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7"/>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7"/>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67"/>
          <p:cNvGrpSpPr/>
          <p:nvPr/>
        </p:nvGrpSpPr>
        <p:grpSpPr>
          <a:xfrm>
            <a:off x="7958668" y="2695320"/>
            <a:ext cx="356556" cy="349557"/>
            <a:chOff x="-22863675" y="3131775"/>
            <a:chExt cx="299300" cy="293425"/>
          </a:xfrm>
        </p:grpSpPr>
        <p:sp>
          <p:nvSpPr>
            <p:cNvPr id="7142" name="Google Shape;7142;p67"/>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7"/>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7"/>
          <p:cNvGrpSpPr/>
          <p:nvPr/>
        </p:nvGrpSpPr>
        <p:grpSpPr>
          <a:xfrm>
            <a:off x="5301532" y="1306499"/>
            <a:ext cx="310602" cy="352803"/>
            <a:chOff x="-28069875" y="3175300"/>
            <a:chExt cx="260725" cy="296150"/>
          </a:xfrm>
        </p:grpSpPr>
        <p:sp>
          <p:nvSpPr>
            <p:cNvPr id="7146" name="Google Shape;7146;p67"/>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7"/>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7"/>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7"/>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7"/>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7"/>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7"/>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5" name="Google Shape;7155;p67"/>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6" name="Google Shape;7156;p67"/>
          <p:cNvGrpSpPr/>
          <p:nvPr/>
        </p:nvGrpSpPr>
        <p:grpSpPr>
          <a:xfrm>
            <a:off x="5342810" y="2213733"/>
            <a:ext cx="228045" cy="351880"/>
            <a:chOff x="-28032075" y="3916450"/>
            <a:chExt cx="191425" cy="295375"/>
          </a:xfrm>
        </p:grpSpPr>
        <p:sp>
          <p:nvSpPr>
            <p:cNvPr id="7157" name="Google Shape;7157;p67"/>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7"/>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7"/>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7"/>
          <p:cNvGrpSpPr/>
          <p:nvPr/>
        </p:nvGrpSpPr>
        <p:grpSpPr>
          <a:xfrm>
            <a:off x="7508157" y="1306484"/>
            <a:ext cx="352833" cy="352833"/>
            <a:chOff x="-26201650" y="3176075"/>
            <a:chExt cx="296175" cy="296175"/>
          </a:xfrm>
        </p:grpSpPr>
        <p:sp>
          <p:nvSpPr>
            <p:cNvPr id="7161" name="Google Shape;7161;p67"/>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7"/>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67"/>
          <p:cNvGrpSpPr/>
          <p:nvPr/>
        </p:nvGrpSpPr>
        <p:grpSpPr>
          <a:xfrm>
            <a:off x="7507680" y="1763705"/>
            <a:ext cx="353786" cy="351880"/>
            <a:chOff x="-26204800" y="3547050"/>
            <a:chExt cx="296975" cy="295375"/>
          </a:xfrm>
        </p:grpSpPr>
        <p:sp>
          <p:nvSpPr>
            <p:cNvPr id="7164" name="Google Shape;7164;p67"/>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7"/>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6" name="Google Shape;7166;p67"/>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7" name="Google Shape;7167;p67"/>
          <p:cNvGrpSpPr/>
          <p:nvPr/>
        </p:nvGrpSpPr>
        <p:grpSpPr>
          <a:xfrm>
            <a:off x="6178935" y="2693683"/>
            <a:ext cx="345328" cy="352833"/>
            <a:chOff x="-24353875" y="3147725"/>
            <a:chExt cx="289875" cy="296175"/>
          </a:xfrm>
        </p:grpSpPr>
        <p:sp>
          <p:nvSpPr>
            <p:cNvPr id="7168" name="Google Shape;7168;p67"/>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7"/>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67"/>
          <p:cNvGrpSpPr/>
          <p:nvPr/>
        </p:nvGrpSpPr>
        <p:grpSpPr>
          <a:xfrm>
            <a:off x="6186917" y="3173090"/>
            <a:ext cx="329365" cy="351910"/>
            <a:chOff x="-24344425" y="3519475"/>
            <a:chExt cx="276475" cy="295400"/>
          </a:xfrm>
        </p:grpSpPr>
        <p:sp>
          <p:nvSpPr>
            <p:cNvPr id="7171" name="Google Shape;7171;p67"/>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67"/>
          <p:cNvGrpSpPr/>
          <p:nvPr/>
        </p:nvGrpSpPr>
        <p:grpSpPr>
          <a:xfrm>
            <a:off x="6176597" y="3625010"/>
            <a:ext cx="350004" cy="348128"/>
            <a:chOff x="-24353075" y="3891250"/>
            <a:chExt cx="293800" cy="292225"/>
          </a:xfrm>
        </p:grpSpPr>
        <p:sp>
          <p:nvSpPr>
            <p:cNvPr id="7174" name="Google Shape;7174;p67"/>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7"/>
          <p:cNvGrpSpPr/>
          <p:nvPr/>
        </p:nvGrpSpPr>
        <p:grpSpPr>
          <a:xfrm>
            <a:off x="7960068" y="3173313"/>
            <a:ext cx="353757" cy="351463"/>
            <a:chOff x="-22845575" y="3504075"/>
            <a:chExt cx="296950" cy="295025"/>
          </a:xfrm>
        </p:grpSpPr>
        <p:sp>
          <p:nvSpPr>
            <p:cNvPr id="7177" name="Google Shape;7177;p67"/>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7"/>
          <p:cNvGrpSpPr/>
          <p:nvPr/>
        </p:nvGrpSpPr>
        <p:grpSpPr>
          <a:xfrm>
            <a:off x="5753249" y="1306961"/>
            <a:ext cx="299344" cy="351880"/>
            <a:chOff x="-27691025" y="3175300"/>
            <a:chExt cx="251275" cy="295375"/>
          </a:xfrm>
        </p:grpSpPr>
        <p:sp>
          <p:nvSpPr>
            <p:cNvPr id="7180" name="Google Shape;7180;p67"/>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7"/>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7"/>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7"/>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7"/>
          <p:cNvGrpSpPr/>
          <p:nvPr/>
        </p:nvGrpSpPr>
        <p:grpSpPr>
          <a:xfrm>
            <a:off x="5725566" y="1825637"/>
            <a:ext cx="354710" cy="228015"/>
            <a:chOff x="-27721750" y="3598250"/>
            <a:chExt cx="297750" cy="191400"/>
          </a:xfrm>
        </p:grpSpPr>
        <p:sp>
          <p:nvSpPr>
            <p:cNvPr id="7185" name="Google Shape;7185;p67"/>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7"/>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7"/>
          <p:cNvGrpSpPr/>
          <p:nvPr/>
        </p:nvGrpSpPr>
        <p:grpSpPr>
          <a:xfrm>
            <a:off x="5726966" y="2219183"/>
            <a:ext cx="351910" cy="340980"/>
            <a:chOff x="-27719400" y="3925600"/>
            <a:chExt cx="295400" cy="286225"/>
          </a:xfrm>
        </p:grpSpPr>
        <p:sp>
          <p:nvSpPr>
            <p:cNvPr id="7188" name="Google Shape;7188;p67"/>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7"/>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67"/>
          <p:cNvGrpSpPr/>
          <p:nvPr/>
        </p:nvGrpSpPr>
        <p:grpSpPr>
          <a:xfrm>
            <a:off x="7948238" y="1306023"/>
            <a:ext cx="353757" cy="353757"/>
            <a:chOff x="-25834600" y="3176875"/>
            <a:chExt cx="296950" cy="296950"/>
          </a:xfrm>
        </p:grpSpPr>
        <p:sp>
          <p:nvSpPr>
            <p:cNvPr id="7191" name="Google Shape;7191;p67"/>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7"/>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7"/>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7"/>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7"/>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7"/>
          <p:cNvGrpSpPr/>
          <p:nvPr/>
        </p:nvGrpSpPr>
        <p:grpSpPr>
          <a:xfrm>
            <a:off x="7948238" y="1774024"/>
            <a:ext cx="353757" cy="331241"/>
            <a:chOff x="-25834600" y="3564375"/>
            <a:chExt cx="296950" cy="278050"/>
          </a:xfrm>
        </p:grpSpPr>
        <p:sp>
          <p:nvSpPr>
            <p:cNvPr id="7197" name="Google Shape;7197;p67"/>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7"/>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7"/>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7"/>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7"/>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7"/>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7"/>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7"/>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7"/>
          <p:cNvGrpSpPr/>
          <p:nvPr/>
        </p:nvGrpSpPr>
        <p:grpSpPr>
          <a:xfrm>
            <a:off x="7946362" y="2213376"/>
            <a:ext cx="357509" cy="352595"/>
            <a:chOff x="-25834600" y="3915850"/>
            <a:chExt cx="300100" cy="295975"/>
          </a:xfrm>
        </p:grpSpPr>
        <p:sp>
          <p:nvSpPr>
            <p:cNvPr id="7206" name="Google Shape;7206;p67"/>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7"/>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7"/>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7"/>
          <p:cNvGrpSpPr/>
          <p:nvPr/>
        </p:nvGrpSpPr>
        <p:grpSpPr>
          <a:xfrm>
            <a:off x="6681790" y="2694606"/>
            <a:ext cx="228968" cy="350987"/>
            <a:chOff x="-23930925" y="3149300"/>
            <a:chExt cx="192200" cy="294625"/>
          </a:xfrm>
        </p:grpSpPr>
        <p:sp>
          <p:nvSpPr>
            <p:cNvPr id="7210" name="Google Shape;7210;p67"/>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7"/>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7"/>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7"/>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7"/>
          <p:cNvGrpSpPr/>
          <p:nvPr/>
        </p:nvGrpSpPr>
        <p:grpSpPr>
          <a:xfrm>
            <a:off x="6638620" y="3173090"/>
            <a:ext cx="315307" cy="351910"/>
            <a:chOff x="-23962425" y="3519475"/>
            <a:chExt cx="264675" cy="295400"/>
          </a:xfrm>
        </p:grpSpPr>
        <p:sp>
          <p:nvSpPr>
            <p:cNvPr id="7215" name="Google Shape;7215;p67"/>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7"/>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67"/>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8" name="Google Shape;7218;p67"/>
          <p:cNvGrpSpPr/>
          <p:nvPr/>
        </p:nvGrpSpPr>
        <p:grpSpPr>
          <a:xfrm>
            <a:off x="8017295" y="3623134"/>
            <a:ext cx="239302" cy="351880"/>
            <a:chOff x="-22788075" y="3904625"/>
            <a:chExt cx="200875" cy="295375"/>
          </a:xfrm>
        </p:grpSpPr>
        <p:sp>
          <p:nvSpPr>
            <p:cNvPr id="7219" name="Google Shape;7219;p67"/>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7"/>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7"/>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7"/>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7"/>
          <p:cNvGrpSpPr/>
          <p:nvPr/>
        </p:nvGrpSpPr>
        <p:grpSpPr>
          <a:xfrm>
            <a:off x="6172593" y="1306499"/>
            <a:ext cx="354710" cy="352803"/>
            <a:chOff x="-27351575" y="3175300"/>
            <a:chExt cx="297750" cy="296150"/>
          </a:xfrm>
        </p:grpSpPr>
        <p:sp>
          <p:nvSpPr>
            <p:cNvPr id="7224" name="Google Shape;7224;p67"/>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7"/>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7"/>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7"/>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7"/>
          <p:cNvGrpSpPr/>
          <p:nvPr/>
        </p:nvGrpSpPr>
        <p:grpSpPr>
          <a:xfrm>
            <a:off x="6218402" y="1758809"/>
            <a:ext cx="269293" cy="353072"/>
            <a:chOff x="-27313750" y="3545275"/>
            <a:chExt cx="226050" cy="296375"/>
          </a:xfrm>
        </p:grpSpPr>
        <p:sp>
          <p:nvSpPr>
            <p:cNvPr id="7229" name="Google Shape;7229;p67"/>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7"/>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7"/>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67"/>
          <p:cNvGrpSpPr/>
          <p:nvPr/>
        </p:nvGrpSpPr>
        <p:grpSpPr>
          <a:xfrm>
            <a:off x="6172593" y="2211380"/>
            <a:ext cx="354710" cy="356586"/>
            <a:chOff x="-27351575" y="3915650"/>
            <a:chExt cx="297750" cy="299325"/>
          </a:xfrm>
        </p:grpSpPr>
        <p:sp>
          <p:nvSpPr>
            <p:cNvPr id="7233" name="Google Shape;7233;p67"/>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7"/>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7"/>
          <p:cNvGrpSpPr/>
          <p:nvPr/>
        </p:nvGrpSpPr>
        <p:grpSpPr>
          <a:xfrm>
            <a:off x="4860084" y="2693579"/>
            <a:ext cx="319060" cy="353042"/>
            <a:chOff x="-25445525" y="3175900"/>
            <a:chExt cx="267825" cy="296350"/>
          </a:xfrm>
        </p:grpSpPr>
        <p:sp>
          <p:nvSpPr>
            <p:cNvPr id="7236" name="Google Shape;7236;p67"/>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7"/>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7"/>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7"/>
          <p:cNvGrpSpPr/>
          <p:nvPr/>
        </p:nvGrpSpPr>
        <p:grpSpPr>
          <a:xfrm>
            <a:off x="4841797" y="3183902"/>
            <a:ext cx="355633" cy="330288"/>
            <a:chOff x="-25465200" y="3565175"/>
            <a:chExt cx="298525" cy="277250"/>
          </a:xfrm>
        </p:grpSpPr>
        <p:sp>
          <p:nvSpPr>
            <p:cNvPr id="7240" name="Google Shape;7240;p67"/>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7"/>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7"/>
          <p:cNvGrpSpPr/>
          <p:nvPr/>
        </p:nvGrpSpPr>
        <p:grpSpPr>
          <a:xfrm>
            <a:off x="4841336" y="3623432"/>
            <a:ext cx="356556" cy="351285"/>
            <a:chOff x="-25465200" y="3916150"/>
            <a:chExt cx="299300" cy="294875"/>
          </a:xfrm>
        </p:grpSpPr>
        <p:sp>
          <p:nvSpPr>
            <p:cNvPr id="7243" name="Google Shape;7243;p67"/>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7"/>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7"/>
          <p:cNvGrpSpPr/>
          <p:nvPr/>
        </p:nvGrpSpPr>
        <p:grpSpPr>
          <a:xfrm>
            <a:off x="7068775" y="2693698"/>
            <a:ext cx="351880" cy="352803"/>
            <a:chOff x="-23615075" y="3148525"/>
            <a:chExt cx="295375" cy="296150"/>
          </a:xfrm>
        </p:grpSpPr>
        <p:sp>
          <p:nvSpPr>
            <p:cNvPr id="7246" name="Google Shape;7246;p67"/>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7"/>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7"/>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7"/>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0" name="Google Shape;7250;p67"/>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1" name="Google Shape;7251;p67"/>
          <p:cNvGrpSpPr/>
          <p:nvPr/>
        </p:nvGrpSpPr>
        <p:grpSpPr>
          <a:xfrm>
            <a:off x="7068299" y="3632977"/>
            <a:ext cx="352833" cy="332194"/>
            <a:chOff x="-23615075" y="3906200"/>
            <a:chExt cx="296175" cy="278850"/>
          </a:xfrm>
        </p:grpSpPr>
        <p:sp>
          <p:nvSpPr>
            <p:cNvPr id="7252" name="Google Shape;7252;p67"/>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7"/>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7"/>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5" name="Google Shape;7255;p67"/>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6" name="Google Shape;7256;p67"/>
          <p:cNvGrpSpPr/>
          <p:nvPr/>
        </p:nvGrpSpPr>
        <p:grpSpPr>
          <a:xfrm>
            <a:off x="6617268" y="1306618"/>
            <a:ext cx="353757" cy="352565"/>
            <a:chOff x="-26980600" y="3175500"/>
            <a:chExt cx="296950" cy="295950"/>
          </a:xfrm>
        </p:grpSpPr>
        <p:sp>
          <p:nvSpPr>
            <p:cNvPr id="7257" name="Google Shape;7257;p67"/>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7"/>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7"/>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0" name="Google Shape;7260;p67"/>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1" name="Google Shape;7261;p67"/>
          <p:cNvGrpSpPr/>
          <p:nvPr/>
        </p:nvGrpSpPr>
        <p:grpSpPr>
          <a:xfrm>
            <a:off x="6617744" y="2245154"/>
            <a:ext cx="352803" cy="289039"/>
            <a:chOff x="-26981375" y="3951875"/>
            <a:chExt cx="296150" cy="242625"/>
          </a:xfrm>
        </p:grpSpPr>
        <p:sp>
          <p:nvSpPr>
            <p:cNvPr id="7262" name="Google Shape;7262;p67"/>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7"/>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7"/>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7"/>
          <p:cNvGrpSpPr/>
          <p:nvPr/>
        </p:nvGrpSpPr>
        <p:grpSpPr>
          <a:xfrm>
            <a:off x="5282787" y="2692745"/>
            <a:ext cx="351910" cy="354710"/>
            <a:chOff x="-25094250" y="3176075"/>
            <a:chExt cx="295400" cy="297750"/>
          </a:xfrm>
        </p:grpSpPr>
        <p:sp>
          <p:nvSpPr>
            <p:cNvPr id="7266" name="Google Shape;7266;p67"/>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7"/>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7"/>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67"/>
          <p:cNvGrpSpPr/>
          <p:nvPr/>
        </p:nvGrpSpPr>
        <p:grpSpPr>
          <a:xfrm>
            <a:off x="5282787" y="3173106"/>
            <a:ext cx="351910" cy="351880"/>
            <a:chOff x="-25094250" y="3547050"/>
            <a:chExt cx="295400" cy="295375"/>
          </a:xfrm>
        </p:grpSpPr>
        <p:sp>
          <p:nvSpPr>
            <p:cNvPr id="7270" name="Google Shape;7270;p67"/>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7"/>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7"/>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7"/>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7"/>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67"/>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6" name="Google Shape;7276;p67"/>
          <p:cNvGrpSpPr/>
          <p:nvPr/>
        </p:nvGrpSpPr>
        <p:grpSpPr>
          <a:xfrm>
            <a:off x="7514864" y="2693698"/>
            <a:ext cx="352803" cy="352803"/>
            <a:chOff x="-23245675" y="3148525"/>
            <a:chExt cx="296150" cy="296150"/>
          </a:xfrm>
        </p:grpSpPr>
        <p:sp>
          <p:nvSpPr>
            <p:cNvPr id="7277" name="Google Shape;7277;p67"/>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7"/>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0" name="Google Shape;7280;p67"/>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1" name="Google Shape;7281;p67"/>
          <p:cNvGrpSpPr/>
          <p:nvPr/>
        </p:nvGrpSpPr>
        <p:grpSpPr>
          <a:xfrm>
            <a:off x="7515325" y="3622672"/>
            <a:ext cx="351880" cy="352803"/>
            <a:chOff x="-23244900" y="3888100"/>
            <a:chExt cx="295375" cy="296150"/>
          </a:xfrm>
        </p:grpSpPr>
        <p:sp>
          <p:nvSpPr>
            <p:cNvPr id="7282" name="Google Shape;7282;p67"/>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7"/>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7"/>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7"/>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7"/>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7"/>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3" name="Google Shape;7293;p67"/>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7"/>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7295" name="Google Shape;7295;p67"/>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99" name="Shape 7299"/>
        <p:cNvGrpSpPr/>
        <p:nvPr/>
      </p:nvGrpSpPr>
      <p:grpSpPr>
        <a:xfrm>
          <a:off x="0" y="0"/>
          <a:ext cx="0" cy="0"/>
          <a:chOff x="0" y="0"/>
          <a:chExt cx="0" cy="0"/>
        </a:xfrm>
      </p:grpSpPr>
      <p:sp>
        <p:nvSpPr>
          <p:cNvPr id="7300" name="Google Shape;7300;p68"/>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1" name="Google Shape;7301;p68"/>
          <p:cNvGrpSpPr/>
          <p:nvPr/>
        </p:nvGrpSpPr>
        <p:grpSpPr>
          <a:xfrm>
            <a:off x="832654" y="1819647"/>
            <a:ext cx="367261" cy="367261"/>
            <a:chOff x="-65145700" y="3727425"/>
            <a:chExt cx="317425" cy="317425"/>
          </a:xfrm>
        </p:grpSpPr>
        <p:sp>
          <p:nvSpPr>
            <p:cNvPr id="7302" name="Google Shape;7302;p68"/>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8"/>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8"/>
          <p:cNvGrpSpPr/>
          <p:nvPr/>
        </p:nvGrpSpPr>
        <p:grpSpPr>
          <a:xfrm>
            <a:off x="835851" y="2248561"/>
            <a:ext cx="360868" cy="367261"/>
            <a:chOff x="-65144125" y="4094450"/>
            <a:chExt cx="311900" cy="317425"/>
          </a:xfrm>
        </p:grpSpPr>
        <p:sp>
          <p:nvSpPr>
            <p:cNvPr id="7305" name="Google Shape;7305;p68"/>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8" name="Google Shape;7308;p68"/>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9" name="Google Shape;7309;p68"/>
          <p:cNvGrpSpPr/>
          <p:nvPr/>
        </p:nvGrpSpPr>
        <p:grpSpPr>
          <a:xfrm>
            <a:off x="3039420" y="1819256"/>
            <a:ext cx="370645" cy="368042"/>
            <a:chOff x="-63250675" y="3744075"/>
            <a:chExt cx="320350" cy="318100"/>
          </a:xfrm>
        </p:grpSpPr>
        <p:sp>
          <p:nvSpPr>
            <p:cNvPr id="7310" name="Google Shape;7310;p68"/>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8"/>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68"/>
          <p:cNvGrpSpPr/>
          <p:nvPr/>
        </p:nvGrpSpPr>
        <p:grpSpPr>
          <a:xfrm>
            <a:off x="3041112" y="2248561"/>
            <a:ext cx="367261" cy="367261"/>
            <a:chOff x="-63250675" y="4110200"/>
            <a:chExt cx="317425" cy="317425"/>
          </a:xfrm>
        </p:grpSpPr>
        <p:sp>
          <p:nvSpPr>
            <p:cNvPr id="7314" name="Google Shape;7314;p68"/>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8"/>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8"/>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8"/>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8"/>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8"/>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8"/>
          <p:cNvGrpSpPr/>
          <p:nvPr/>
        </p:nvGrpSpPr>
        <p:grpSpPr>
          <a:xfrm>
            <a:off x="1720159" y="2745656"/>
            <a:ext cx="359075" cy="358844"/>
            <a:chOff x="-61351725" y="3372400"/>
            <a:chExt cx="310350" cy="310150"/>
          </a:xfrm>
        </p:grpSpPr>
        <p:sp>
          <p:nvSpPr>
            <p:cNvPr id="7324" name="Google Shape;7324;p68"/>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68"/>
          <p:cNvGrpSpPr/>
          <p:nvPr/>
        </p:nvGrpSpPr>
        <p:grpSpPr>
          <a:xfrm>
            <a:off x="1716514" y="3208713"/>
            <a:ext cx="366364" cy="333534"/>
            <a:chOff x="-61354875" y="3751050"/>
            <a:chExt cx="316650" cy="288275"/>
          </a:xfrm>
        </p:grpSpPr>
        <p:sp>
          <p:nvSpPr>
            <p:cNvPr id="7328" name="Google Shape;7328;p68"/>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8"/>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8"/>
          <p:cNvGrpSpPr/>
          <p:nvPr/>
        </p:nvGrpSpPr>
        <p:grpSpPr>
          <a:xfrm>
            <a:off x="1716514" y="3650352"/>
            <a:ext cx="366364" cy="367290"/>
            <a:chOff x="-61354875" y="4101525"/>
            <a:chExt cx="316650" cy="317450"/>
          </a:xfrm>
        </p:grpSpPr>
        <p:sp>
          <p:nvSpPr>
            <p:cNvPr id="7332" name="Google Shape;7332;p68"/>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8"/>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8"/>
          <p:cNvGrpSpPr/>
          <p:nvPr/>
        </p:nvGrpSpPr>
        <p:grpSpPr>
          <a:xfrm>
            <a:off x="3932949" y="2742228"/>
            <a:ext cx="368157" cy="365699"/>
            <a:chOff x="-59470075" y="3308975"/>
            <a:chExt cx="318200" cy="316075"/>
          </a:xfrm>
        </p:grpSpPr>
        <p:sp>
          <p:nvSpPr>
            <p:cNvPr id="7335" name="Google Shape;7335;p68"/>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8"/>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8"/>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8"/>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8"/>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8"/>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8"/>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8"/>
          <p:cNvGrpSpPr/>
          <p:nvPr/>
        </p:nvGrpSpPr>
        <p:grpSpPr>
          <a:xfrm>
            <a:off x="1278379" y="1377933"/>
            <a:ext cx="367261" cy="364686"/>
            <a:chOff x="-64781025" y="3361050"/>
            <a:chExt cx="317425" cy="315200"/>
          </a:xfrm>
        </p:grpSpPr>
        <p:sp>
          <p:nvSpPr>
            <p:cNvPr id="7345" name="Google Shape;7345;p68"/>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9" name="Google Shape;7349;p68"/>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8"/>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2" name="Google Shape;7352;p68"/>
          <p:cNvGrpSpPr/>
          <p:nvPr/>
        </p:nvGrpSpPr>
        <p:grpSpPr>
          <a:xfrm>
            <a:off x="3482779" y="1819372"/>
            <a:ext cx="382765" cy="367810"/>
            <a:chOff x="-62890750" y="3747425"/>
            <a:chExt cx="330825" cy="317900"/>
          </a:xfrm>
        </p:grpSpPr>
        <p:sp>
          <p:nvSpPr>
            <p:cNvPr id="7353" name="Google Shape;7353;p68"/>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8"/>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8"/>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8"/>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8"/>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8"/>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8"/>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8"/>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68"/>
          <p:cNvGrpSpPr/>
          <p:nvPr/>
        </p:nvGrpSpPr>
        <p:grpSpPr>
          <a:xfrm>
            <a:off x="3490531" y="2249009"/>
            <a:ext cx="367261" cy="366364"/>
            <a:chOff x="-62884425" y="4111775"/>
            <a:chExt cx="317425" cy="316650"/>
          </a:xfrm>
        </p:grpSpPr>
        <p:sp>
          <p:nvSpPr>
            <p:cNvPr id="7368" name="Google Shape;7368;p68"/>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8"/>
          <p:cNvGrpSpPr/>
          <p:nvPr/>
        </p:nvGrpSpPr>
        <p:grpSpPr>
          <a:xfrm>
            <a:off x="2163165" y="2745078"/>
            <a:ext cx="365438" cy="360001"/>
            <a:chOff x="-60991775" y="3376900"/>
            <a:chExt cx="315850" cy="311150"/>
          </a:xfrm>
        </p:grpSpPr>
        <p:sp>
          <p:nvSpPr>
            <p:cNvPr id="7371" name="Google Shape;7371;p68"/>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8"/>
          <p:cNvGrpSpPr/>
          <p:nvPr/>
        </p:nvGrpSpPr>
        <p:grpSpPr>
          <a:xfrm>
            <a:off x="2162702" y="3195942"/>
            <a:ext cx="366364" cy="359075"/>
            <a:chOff x="-60988625" y="3740800"/>
            <a:chExt cx="316650" cy="310350"/>
          </a:xfrm>
        </p:grpSpPr>
        <p:sp>
          <p:nvSpPr>
            <p:cNvPr id="7375" name="Google Shape;7375;p68"/>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8"/>
          <p:cNvGrpSpPr/>
          <p:nvPr/>
        </p:nvGrpSpPr>
        <p:grpSpPr>
          <a:xfrm>
            <a:off x="2162702" y="3651393"/>
            <a:ext cx="366364" cy="365207"/>
            <a:chOff x="-60987850" y="4100950"/>
            <a:chExt cx="316650" cy="315650"/>
          </a:xfrm>
        </p:grpSpPr>
        <p:sp>
          <p:nvSpPr>
            <p:cNvPr id="7379" name="Google Shape;7379;p68"/>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8"/>
          <p:cNvGrpSpPr/>
          <p:nvPr/>
        </p:nvGrpSpPr>
        <p:grpSpPr>
          <a:xfrm>
            <a:off x="3932486" y="3196853"/>
            <a:ext cx="369083" cy="357253"/>
            <a:chOff x="-59447250" y="3706150"/>
            <a:chExt cx="319000" cy="308775"/>
          </a:xfrm>
        </p:grpSpPr>
        <p:sp>
          <p:nvSpPr>
            <p:cNvPr id="7385" name="Google Shape;7385;p68"/>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8"/>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8"/>
          <p:cNvGrpSpPr/>
          <p:nvPr/>
        </p:nvGrpSpPr>
        <p:grpSpPr>
          <a:xfrm>
            <a:off x="1721214" y="1378164"/>
            <a:ext cx="368186" cy="364224"/>
            <a:chOff x="-64406125" y="3362225"/>
            <a:chExt cx="318225" cy="314800"/>
          </a:xfrm>
        </p:grpSpPr>
        <p:sp>
          <p:nvSpPr>
            <p:cNvPr id="7390" name="Google Shape;7390;p68"/>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2" name="Google Shape;7392;p68"/>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68"/>
          <p:cNvGrpSpPr/>
          <p:nvPr/>
        </p:nvGrpSpPr>
        <p:grpSpPr>
          <a:xfrm>
            <a:off x="1721677" y="2249009"/>
            <a:ext cx="367261" cy="366364"/>
            <a:chOff x="-64410850" y="4094450"/>
            <a:chExt cx="317425" cy="316650"/>
          </a:xfrm>
        </p:grpSpPr>
        <p:sp>
          <p:nvSpPr>
            <p:cNvPr id="7394" name="Google Shape;7394;p68"/>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7" name="Google Shape;7397;p68"/>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8" name="Google Shape;7398;p68"/>
          <p:cNvGrpSpPr/>
          <p:nvPr/>
        </p:nvGrpSpPr>
        <p:grpSpPr>
          <a:xfrm>
            <a:off x="3943225" y="1819083"/>
            <a:ext cx="365467" cy="368389"/>
            <a:chOff x="-62516625" y="3743175"/>
            <a:chExt cx="315875" cy="318400"/>
          </a:xfrm>
        </p:grpSpPr>
        <p:sp>
          <p:nvSpPr>
            <p:cNvPr id="7399" name="Google Shape;7399;p68"/>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8"/>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8"/>
          <p:cNvGrpSpPr/>
          <p:nvPr/>
        </p:nvGrpSpPr>
        <p:grpSpPr>
          <a:xfrm>
            <a:off x="3950065" y="2269054"/>
            <a:ext cx="351786" cy="326274"/>
            <a:chOff x="-62511900" y="4129100"/>
            <a:chExt cx="304050" cy="282000"/>
          </a:xfrm>
        </p:grpSpPr>
        <p:sp>
          <p:nvSpPr>
            <p:cNvPr id="7402" name="Google Shape;7402;p68"/>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8"/>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8"/>
          <p:cNvGrpSpPr/>
          <p:nvPr/>
        </p:nvGrpSpPr>
        <p:grpSpPr>
          <a:xfrm>
            <a:off x="2628187" y="2741448"/>
            <a:ext cx="310770" cy="367261"/>
            <a:chOff x="-60597975" y="3367475"/>
            <a:chExt cx="268600" cy="317425"/>
          </a:xfrm>
        </p:grpSpPr>
        <p:sp>
          <p:nvSpPr>
            <p:cNvPr id="7408" name="Google Shape;7408;p68"/>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8"/>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3" name="Google Shape;7413;p68"/>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4" name="Google Shape;7414;p68"/>
          <p:cNvGrpSpPr/>
          <p:nvPr/>
        </p:nvGrpSpPr>
        <p:grpSpPr>
          <a:xfrm>
            <a:off x="2600390" y="3702764"/>
            <a:ext cx="366364" cy="262465"/>
            <a:chOff x="-60621600" y="4145650"/>
            <a:chExt cx="316650" cy="226850"/>
          </a:xfrm>
        </p:grpSpPr>
        <p:sp>
          <p:nvSpPr>
            <p:cNvPr id="7415" name="Google Shape;7415;p68"/>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8"/>
          <p:cNvGrpSpPr/>
          <p:nvPr/>
        </p:nvGrpSpPr>
        <p:grpSpPr>
          <a:xfrm>
            <a:off x="3937042" y="3651263"/>
            <a:ext cx="359972" cy="365467"/>
            <a:chOff x="-59400775" y="4084200"/>
            <a:chExt cx="311125" cy="315875"/>
          </a:xfrm>
        </p:grpSpPr>
        <p:sp>
          <p:nvSpPr>
            <p:cNvPr id="7419" name="Google Shape;7419;p68"/>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8"/>
          <p:cNvGrpSpPr/>
          <p:nvPr/>
        </p:nvGrpSpPr>
        <p:grpSpPr>
          <a:xfrm>
            <a:off x="2161136" y="1377094"/>
            <a:ext cx="365438" cy="366364"/>
            <a:chOff x="-64044600" y="3360375"/>
            <a:chExt cx="315850" cy="316650"/>
          </a:xfrm>
        </p:grpSpPr>
        <p:sp>
          <p:nvSpPr>
            <p:cNvPr id="7426" name="Google Shape;7426;p68"/>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68"/>
          <p:cNvGrpSpPr/>
          <p:nvPr/>
        </p:nvGrpSpPr>
        <p:grpSpPr>
          <a:xfrm>
            <a:off x="2187559" y="1819647"/>
            <a:ext cx="312592" cy="367261"/>
            <a:chOff x="-64022550" y="3727425"/>
            <a:chExt cx="270175" cy="317425"/>
          </a:xfrm>
        </p:grpSpPr>
        <p:sp>
          <p:nvSpPr>
            <p:cNvPr id="7430" name="Google Shape;7430;p68"/>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8"/>
          <p:cNvGrpSpPr/>
          <p:nvPr/>
        </p:nvGrpSpPr>
        <p:grpSpPr>
          <a:xfrm>
            <a:off x="2211697" y="2248547"/>
            <a:ext cx="264317" cy="367290"/>
            <a:chOff x="-64001300" y="4093650"/>
            <a:chExt cx="228450" cy="317450"/>
          </a:xfrm>
        </p:grpSpPr>
        <p:sp>
          <p:nvSpPr>
            <p:cNvPr id="7434" name="Google Shape;7434;p68"/>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8"/>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8"/>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8"/>
          <p:cNvGrpSpPr/>
          <p:nvPr/>
        </p:nvGrpSpPr>
        <p:grpSpPr>
          <a:xfrm>
            <a:off x="830701" y="2741838"/>
            <a:ext cx="359972" cy="366480"/>
            <a:chOff x="-62148800" y="3377700"/>
            <a:chExt cx="311125" cy="316750"/>
          </a:xfrm>
        </p:grpSpPr>
        <p:sp>
          <p:nvSpPr>
            <p:cNvPr id="7439" name="Google Shape;7439;p68"/>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8"/>
          <p:cNvGrpSpPr/>
          <p:nvPr/>
        </p:nvGrpSpPr>
        <p:grpSpPr>
          <a:xfrm>
            <a:off x="826608" y="3191835"/>
            <a:ext cx="368157" cy="367290"/>
            <a:chOff x="-62154300" y="3743950"/>
            <a:chExt cx="318200" cy="317450"/>
          </a:xfrm>
        </p:grpSpPr>
        <p:sp>
          <p:nvSpPr>
            <p:cNvPr id="7442" name="Google Shape;7442;p68"/>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8"/>
          <p:cNvGrpSpPr/>
          <p:nvPr/>
        </p:nvGrpSpPr>
        <p:grpSpPr>
          <a:xfrm>
            <a:off x="826594" y="3650815"/>
            <a:ext cx="368186" cy="366364"/>
            <a:chOff x="-62151950" y="4111775"/>
            <a:chExt cx="318225" cy="316650"/>
          </a:xfrm>
        </p:grpSpPr>
        <p:sp>
          <p:nvSpPr>
            <p:cNvPr id="7445" name="Google Shape;7445;p68"/>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8"/>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8"/>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68"/>
          <p:cNvGrpSpPr/>
          <p:nvPr/>
        </p:nvGrpSpPr>
        <p:grpSpPr>
          <a:xfrm>
            <a:off x="3045218" y="2741361"/>
            <a:ext cx="368157" cy="367434"/>
            <a:chOff x="-60254550" y="3367325"/>
            <a:chExt cx="318200" cy="317575"/>
          </a:xfrm>
        </p:grpSpPr>
        <p:sp>
          <p:nvSpPr>
            <p:cNvPr id="7450" name="Google Shape;7450;p68"/>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8"/>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8"/>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8"/>
          <p:cNvGrpSpPr/>
          <p:nvPr/>
        </p:nvGrpSpPr>
        <p:grpSpPr>
          <a:xfrm>
            <a:off x="3046115" y="3192355"/>
            <a:ext cx="366364" cy="366248"/>
            <a:chOff x="-60255350" y="3733825"/>
            <a:chExt cx="316650" cy="316550"/>
          </a:xfrm>
        </p:grpSpPr>
        <p:sp>
          <p:nvSpPr>
            <p:cNvPr id="7455" name="Google Shape;7455;p68"/>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8"/>
          <p:cNvGrpSpPr/>
          <p:nvPr/>
        </p:nvGrpSpPr>
        <p:grpSpPr>
          <a:xfrm>
            <a:off x="3073912" y="3651263"/>
            <a:ext cx="310770" cy="365467"/>
            <a:chOff x="-60232500" y="4101525"/>
            <a:chExt cx="268600" cy="315875"/>
          </a:xfrm>
        </p:grpSpPr>
        <p:sp>
          <p:nvSpPr>
            <p:cNvPr id="7463" name="Google Shape;7463;p68"/>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5" name="Google Shape;7465;p68"/>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6" name="Google Shape;7466;p68"/>
          <p:cNvGrpSpPr/>
          <p:nvPr/>
        </p:nvGrpSpPr>
        <p:grpSpPr>
          <a:xfrm>
            <a:off x="2606912" y="1377094"/>
            <a:ext cx="368186" cy="366364"/>
            <a:chOff x="-63679950" y="3360375"/>
            <a:chExt cx="318225" cy="316650"/>
          </a:xfrm>
        </p:grpSpPr>
        <p:sp>
          <p:nvSpPr>
            <p:cNvPr id="7467" name="Google Shape;7467;p68"/>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8"/>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8"/>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1" name="Google Shape;7471;p68"/>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2" name="Google Shape;7472;p68"/>
          <p:cNvGrpSpPr/>
          <p:nvPr/>
        </p:nvGrpSpPr>
        <p:grpSpPr>
          <a:xfrm>
            <a:off x="2605539" y="2248431"/>
            <a:ext cx="370934" cy="367521"/>
            <a:chOff x="-63679950" y="4093450"/>
            <a:chExt cx="320600" cy="317650"/>
          </a:xfrm>
        </p:grpSpPr>
        <p:sp>
          <p:nvSpPr>
            <p:cNvPr id="7473" name="Google Shape;7473;p68"/>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8"/>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8"/>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8"/>
          <p:cNvGrpSpPr/>
          <p:nvPr/>
        </p:nvGrpSpPr>
        <p:grpSpPr>
          <a:xfrm>
            <a:off x="1265656" y="2741433"/>
            <a:ext cx="366364" cy="367290"/>
            <a:chOff x="-61784125" y="3377700"/>
            <a:chExt cx="316650" cy="317450"/>
          </a:xfrm>
        </p:grpSpPr>
        <p:sp>
          <p:nvSpPr>
            <p:cNvPr id="7477" name="Google Shape;7477;p68"/>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8"/>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8"/>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8"/>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8"/>
          <p:cNvGrpSpPr/>
          <p:nvPr/>
        </p:nvGrpSpPr>
        <p:grpSpPr>
          <a:xfrm>
            <a:off x="1265656" y="3191835"/>
            <a:ext cx="366364" cy="367290"/>
            <a:chOff x="-61783350" y="3743950"/>
            <a:chExt cx="316650" cy="317450"/>
          </a:xfrm>
        </p:grpSpPr>
        <p:sp>
          <p:nvSpPr>
            <p:cNvPr id="7485" name="Google Shape;7485;p68"/>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8"/>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7" name="Google Shape;7487;p68"/>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8"/>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0" name="Google Shape;7490;p68"/>
          <p:cNvGrpSpPr/>
          <p:nvPr/>
        </p:nvGrpSpPr>
        <p:grpSpPr>
          <a:xfrm>
            <a:off x="3487080" y="3651668"/>
            <a:ext cx="369112" cy="364657"/>
            <a:chOff x="-59869425" y="4102225"/>
            <a:chExt cx="319025" cy="315175"/>
          </a:xfrm>
        </p:grpSpPr>
        <p:sp>
          <p:nvSpPr>
            <p:cNvPr id="7491" name="Google Shape;7491;p68"/>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8"/>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8"/>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8"/>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8"/>
          <p:cNvGrpSpPr/>
          <p:nvPr/>
        </p:nvGrpSpPr>
        <p:grpSpPr>
          <a:xfrm>
            <a:off x="2605883" y="4120490"/>
            <a:ext cx="366364" cy="365467"/>
            <a:chOff x="-59029025" y="3711650"/>
            <a:chExt cx="316650" cy="315875"/>
          </a:xfrm>
        </p:grpSpPr>
        <p:sp>
          <p:nvSpPr>
            <p:cNvPr id="7496" name="Google Shape;7496;p68"/>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8"/>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8"/>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8"/>
          <p:cNvGrpSpPr/>
          <p:nvPr/>
        </p:nvGrpSpPr>
        <p:grpSpPr>
          <a:xfrm>
            <a:off x="4841373" y="1398014"/>
            <a:ext cx="351940" cy="348188"/>
            <a:chOff x="581525" y="3254850"/>
            <a:chExt cx="297750" cy="294575"/>
          </a:xfrm>
        </p:grpSpPr>
        <p:sp>
          <p:nvSpPr>
            <p:cNvPr id="7504" name="Google Shape;7504;p68"/>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8"/>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8"/>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8"/>
          <p:cNvGrpSpPr/>
          <p:nvPr/>
        </p:nvGrpSpPr>
        <p:grpSpPr>
          <a:xfrm>
            <a:off x="4840442" y="1836950"/>
            <a:ext cx="353802" cy="351497"/>
            <a:chOff x="580725" y="3617925"/>
            <a:chExt cx="299325" cy="297375"/>
          </a:xfrm>
        </p:grpSpPr>
        <p:sp>
          <p:nvSpPr>
            <p:cNvPr id="7508" name="Google Shape;7508;p68"/>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8"/>
          <p:cNvGrpSpPr/>
          <p:nvPr/>
        </p:nvGrpSpPr>
        <p:grpSpPr>
          <a:xfrm>
            <a:off x="4842304" y="2284140"/>
            <a:ext cx="350079" cy="350079"/>
            <a:chOff x="583100" y="3982600"/>
            <a:chExt cx="296175" cy="296175"/>
          </a:xfrm>
        </p:grpSpPr>
        <p:sp>
          <p:nvSpPr>
            <p:cNvPr id="7514" name="Google Shape;7514;p68"/>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8"/>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8"/>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8"/>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68"/>
          <p:cNvGrpSpPr/>
          <p:nvPr/>
        </p:nvGrpSpPr>
        <p:grpSpPr>
          <a:xfrm>
            <a:off x="7074918" y="1397764"/>
            <a:ext cx="307231" cy="348690"/>
            <a:chOff x="2423775" y="3226875"/>
            <a:chExt cx="259925" cy="295000"/>
          </a:xfrm>
        </p:grpSpPr>
        <p:sp>
          <p:nvSpPr>
            <p:cNvPr id="7522" name="Google Shape;7522;p68"/>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8"/>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68"/>
          <p:cNvGrpSpPr/>
          <p:nvPr/>
        </p:nvGrpSpPr>
        <p:grpSpPr>
          <a:xfrm>
            <a:off x="7052106" y="1839049"/>
            <a:ext cx="352857" cy="347301"/>
            <a:chOff x="2404875" y="3592725"/>
            <a:chExt cx="298525" cy="293825"/>
          </a:xfrm>
        </p:grpSpPr>
        <p:sp>
          <p:nvSpPr>
            <p:cNvPr id="7526" name="Google Shape;7526;p68"/>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8"/>
          <p:cNvGrpSpPr/>
          <p:nvPr/>
        </p:nvGrpSpPr>
        <p:grpSpPr>
          <a:xfrm>
            <a:off x="7053036" y="2284614"/>
            <a:ext cx="350995" cy="349133"/>
            <a:chOff x="2404875" y="3955825"/>
            <a:chExt cx="296950" cy="295375"/>
          </a:xfrm>
        </p:grpSpPr>
        <p:sp>
          <p:nvSpPr>
            <p:cNvPr id="7530" name="Google Shape;7530;p68"/>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8"/>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68"/>
          <p:cNvGrpSpPr/>
          <p:nvPr/>
        </p:nvGrpSpPr>
        <p:grpSpPr>
          <a:xfrm>
            <a:off x="5747016" y="2748808"/>
            <a:ext cx="349163" cy="350079"/>
            <a:chOff x="4263650" y="3235150"/>
            <a:chExt cx="295400" cy="296175"/>
          </a:xfrm>
        </p:grpSpPr>
        <p:sp>
          <p:nvSpPr>
            <p:cNvPr id="7535" name="Google Shape;7535;p68"/>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8"/>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68"/>
          <p:cNvGrpSpPr/>
          <p:nvPr/>
        </p:nvGrpSpPr>
        <p:grpSpPr>
          <a:xfrm>
            <a:off x="5744696" y="3207969"/>
            <a:ext cx="353802" cy="327739"/>
            <a:chOff x="4266025" y="3609275"/>
            <a:chExt cx="299325" cy="277275"/>
          </a:xfrm>
        </p:grpSpPr>
        <p:sp>
          <p:nvSpPr>
            <p:cNvPr id="7541" name="Google Shape;7541;p68"/>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68"/>
          <p:cNvGrpSpPr/>
          <p:nvPr/>
        </p:nvGrpSpPr>
        <p:grpSpPr>
          <a:xfrm>
            <a:off x="5745154" y="3673356"/>
            <a:ext cx="352886" cy="349133"/>
            <a:chOff x="4263650" y="3963700"/>
            <a:chExt cx="298550" cy="295375"/>
          </a:xfrm>
        </p:grpSpPr>
        <p:sp>
          <p:nvSpPr>
            <p:cNvPr id="7544" name="Google Shape;7544;p68"/>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8"/>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8"/>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8"/>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8"/>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68"/>
          <p:cNvGrpSpPr/>
          <p:nvPr/>
        </p:nvGrpSpPr>
        <p:grpSpPr>
          <a:xfrm>
            <a:off x="8023491" y="2748809"/>
            <a:ext cx="226264" cy="350079"/>
            <a:chOff x="6164975" y="3211525"/>
            <a:chExt cx="191425" cy="296175"/>
          </a:xfrm>
        </p:grpSpPr>
        <p:sp>
          <p:nvSpPr>
            <p:cNvPr id="7552" name="Google Shape;7552;p68"/>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8"/>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8"/>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8"/>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8"/>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8"/>
          <p:cNvGrpSpPr/>
          <p:nvPr/>
        </p:nvGrpSpPr>
        <p:grpSpPr>
          <a:xfrm>
            <a:off x="5285528" y="1397084"/>
            <a:ext cx="352886" cy="350049"/>
            <a:chOff x="946175" y="3253275"/>
            <a:chExt cx="298550" cy="296150"/>
          </a:xfrm>
        </p:grpSpPr>
        <p:sp>
          <p:nvSpPr>
            <p:cNvPr id="7560" name="Google Shape;7560;p68"/>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8"/>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8"/>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8"/>
          <p:cNvGrpSpPr/>
          <p:nvPr/>
        </p:nvGrpSpPr>
        <p:grpSpPr>
          <a:xfrm>
            <a:off x="5286459" y="1839048"/>
            <a:ext cx="351024" cy="347301"/>
            <a:chOff x="946175" y="3619500"/>
            <a:chExt cx="296975" cy="293825"/>
          </a:xfrm>
        </p:grpSpPr>
        <p:sp>
          <p:nvSpPr>
            <p:cNvPr id="7566" name="Google Shape;7566;p68"/>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8"/>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8"/>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8"/>
          <p:cNvGrpSpPr/>
          <p:nvPr/>
        </p:nvGrpSpPr>
        <p:grpSpPr>
          <a:xfrm>
            <a:off x="5286001" y="2283682"/>
            <a:ext cx="351940" cy="350995"/>
            <a:chOff x="944600" y="3981825"/>
            <a:chExt cx="297750" cy="296950"/>
          </a:xfrm>
        </p:grpSpPr>
        <p:sp>
          <p:nvSpPr>
            <p:cNvPr id="7573" name="Google Shape;7573;p68"/>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8"/>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68"/>
          <p:cNvGrpSpPr/>
          <p:nvPr/>
        </p:nvGrpSpPr>
        <p:grpSpPr>
          <a:xfrm>
            <a:off x="7502937" y="1397542"/>
            <a:ext cx="350079" cy="349133"/>
            <a:chOff x="2768750" y="3227275"/>
            <a:chExt cx="296175" cy="295375"/>
          </a:xfrm>
        </p:grpSpPr>
        <p:sp>
          <p:nvSpPr>
            <p:cNvPr id="7578" name="Google Shape;7578;p68"/>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68"/>
          <p:cNvGrpSpPr/>
          <p:nvPr/>
        </p:nvGrpSpPr>
        <p:grpSpPr>
          <a:xfrm>
            <a:off x="7523888" y="1838414"/>
            <a:ext cx="308177" cy="348572"/>
            <a:chOff x="2786075" y="3591800"/>
            <a:chExt cx="260725" cy="294900"/>
          </a:xfrm>
        </p:grpSpPr>
        <p:sp>
          <p:nvSpPr>
            <p:cNvPr id="7587" name="Google Shape;7587;p68"/>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68"/>
          <p:cNvGrpSpPr/>
          <p:nvPr/>
        </p:nvGrpSpPr>
        <p:grpSpPr>
          <a:xfrm>
            <a:off x="7564387" y="2284141"/>
            <a:ext cx="227180" cy="350079"/>
            <a:chOff x="2819150" y="3955025"/>
            <a:chExt cx="192200" cy="296175"/>
          </a:xfrm>
        </p:grpSpPr>
        <p:sp>
          <p:nvSpPr>
            <p:cNvPr id="7593" name="Google Shape;7593;p68"/>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8"/>
          <p:cNvGrpSpPr/>
          <p:nvPr/>
        </p:nvGrpSpPr>
        <p:grpSpPr>
          <a:xfrm>
            <a:off x="6188160" y="2749739"/>
            <a:ext cx="349133" cy="348217"/>
            <a:chOff x="4629125" y="3235150"/>
            <a:chExt cx="295375" cy="294600"/>
          </a:xfrm>
        </p:grpSpPr>
        <p:sp>
          <p:nvSpPr>
            <p:cNvPr id="7598" name="Google Shape;7598;p68"/>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8"/>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68"/>
          <p:cNvGrpSpPr/>
          <p:nvPr/>
        </p:nvGrpSpPr>
        <p:grpSpPr>
          <a:xfrm>
            <a:off x="6188145" y="3197272"/>
            <a:ext cx="349163" cy="349133"/>
            <a:chOff x="4628325" y="3599825"/>
            <a:chExt cx="295400" cy="295375"/>
          </a:xfrm>
        </p:grpSpPr>
        <p:sp>
          <p:nvSpPr>
            <p:cNvPr id="7604" name="Google Shape;7604;p68"/>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8"/>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8"/>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8"/>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68"/>
          <p:cNvGrpSpPr/>
          <p:nvPr/>
        </p:nvGrpSpPr>
        <p:grpSpPr>
          <a:xfrm>
            <a:off x="6209096" y="3672883"/>
            <a:ext cx="307261" cy="350079"/>
            <a:chOff x="4645650" y="3962900"/>
            <a:chExt cx="259950" cy="296175"/>
          </a:xfrm>
        </p:grpSpPr>
        <p:sp>
          <p:nvSpPr>
            <p:cNvPr id="7617" name="Google Shape;7617;p68"/>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8"/>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8"/>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68"/>
          <p:cNvGrpSpPr/>
          <p:nvPr/>
        </p:nvGrpSpPr>
        <p:grpSpPr>
          <a:xfrm>
            <a:off x="7962056" y="3197745"/>
            <a:ext cx="349133" cy="348188"/>
            <a:chOff x="6143725" y="3582500"/>
            <a:chExt cx="295375" cy="294575"/>
          </a:xfrm>
        </p:grpSpPr>
        <p:sp>
          <p:nvSpPr>
            <p:cNvPr id="7624" name="Google Shape;7624;p68"/>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8"/>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8"/>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8"/>
          <p:cNvGrpSpPr/>
          <p:nvPr/>
        </p:nvGrpSpPr>
        <p:grpSpPr>
          <a:xfrm>
            <a:off x="5730883" y="1397084"/>
            <a:ext cx="350995" cy="350049"/>
            <a:chOff x="1310075" y="3253275"/>
            <a:chExt cx="296950" cy="296150"/>
          </a:xfrm>
        </p:grpSpPr>
        <p:sp>
          <p:nvSpPr>
            <p:cNvPr id="7632" name="Google Shape;7632;p68"/>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68"/>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6" name="Google Shape;7636;p68"/>
          <p:cNvGrpSpPr/>
          <p:nvPr/>
        </p:nvGrpSpPr>
        <p:grpSpPr>
          <a:xfrm>
            <a:off x="5730410" y="2283343"/>
            <a:ext cx="351941" cy="351675"/>
            <a:chOff x="1310075" y="3980250"/>
            <a:chExt cx="297750" cy="297525"/>
          </a:xfrm>
        </p:grpSpPr>
        <p:sp>
          <p:nvSpPr>
            <p:cNvPr id="7637" name="Google Shape;7637;p68"/>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8"/>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8"/>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8"/>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8"/>
          <p:cNvGrpSpPr/>
          <p:nvPr/>
        </p:nvGrpSpPr>
        <p:grpSpPr>
          <a:xfrm>
            <a:off x="7995198" y="1397542"/>
            <a:ext cx="266305" cy="349133"/>
            <a:chOff x="3167275" y="3227275"/>
            <a:chExt cx="225300" cy="295375"/>
          </a:xfrm>
        </p:grpSpPr>
        <p:sp>
          <p:nvSpPr>
            <p:cNvPr id="7642" name="Google Shape;7642;p68"/>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8"/>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8"/>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8"/>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8"/>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7" name="Google Shape;7647;p68"/>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8" name="Google Shape;7648;p68"/>
          <p:cNvGrpSpPr/>
          <p:nvPr/>
        </p:nvGrpSpPr>
        <p:grpSpPr>
          <a:xfrm>
            <a:off x="7952380" y="2284599"/>
            <a:ext cx="351940" cy="349163"/>
            <a:chOff x="3133425" y="3955025"/>
            <a:chExt cx="297750" cy="295400"/>
          </a:xfrm>
        </p:grpSpPr>
        <p:sp>
          <p:nvSpPr>
            <p:cNvPr id="7649" name="Google Shape;7649;p68"/>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8"/>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8"/>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68"/>
          <p:cNvGrpSpPr/>
          <p:nvPr/>
        </p:nvGrpSpPr>
        <p:grpSpPr>
          <a:xfrm>
            <a:off x="6632554" y="2748187"/>
            <a:ext cx="350079" cy="351320"/>
            <a:chOff x="4991425" y="3234750"/>
            <a:chExt cx="296175" cy="297225"/>
          </a:xfrm>
        </p:grpSpPr>
        <p:sp>
          <p:nvSpPr>
            <p:cNvPr id="7653" name="Google Shape;7653;p68"/>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8"/>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8"/>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8"/>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8"/>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8"/>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8"/>
          <p:cNvGrpSpPr/>
          <p:nvPr/>
        </p:nvGrpSpPr>
        <p:grpSpPr>
          <a:xfrm>
            <a:off x="6632554" y="3217750"/>
            <a:ext cx="350079" cy="308177"/>
            <a:chOff x="4991425" y="3617150"/>
            <a:chExt cx="296175" cy="260725"/>
          </a:xfrm>
        </p:grpSpPr>
        <p:sp>
          <p:nvSpPr>
            <p:cNvPr id="7660" name="Google Shape;7660;p68"/>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8"/>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8"/>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8"/>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8"/>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8"/>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8"/>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8"/>
          <p:cNvGrpSpPr/>
          <p:nvPr/>
        </p:nvGrpSpPr>
        <p:grpSpPr>
          <a:xfrm>
            <a:off x="6709827" y="3673341"/>
            <a:ext cx="195532" cy="349163"/>
            <a:chOff x="5056800" y="3962900"/>
            <a:chExt cx="165425" cy="295400"/>
          </a:xfrm>
        </p:grpSpPr>
        <p:sp>
          <p:nvSpPr>
            <p:cNvPr id="7668" name="Google Shape;7668;p68"/>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8"/>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8"/>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8"/>
          <p:cNvGrpSpPr/>
          <p:nvPr/>
        </p:nvGrpSpPr>
        <p:grpSpPr>
          <a:xfrm>
            <a:off x="7961125" y="3673357"/>
            <a:ext cx="350995" cy="349133"/>
            <a:chOff x="6168925" y="3936925"/>
            <a:chExt cx="296950" cy="295375"/>
          </a:xfrm>
        </p:grpSpPr>
        <p:sp>
          <p:nvSpPr>
            <p:cNvPr id="7672" name="Google Shape;7672;p68"/>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8"/>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8"/>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8"/>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8"/>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8"/>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68"/>
          <p:cNvGrpSpPr/>
          <p:nvPr/>
        </p:nvGrpSpPr>
        <p:grpSpPr>
          <a:xfrm>
            <a:off x="6174844" y="1390429"/>
            <a:ext cx="348188" cy="349133"/>
            <a:chOff x="1674750" y="3254050"/>
            <a:chExt cx="294575" cy="295375"/>
          </a:xfrm>
        </p:grpSpPr>
        <p:sp>
          <p:nvSpPr>
            <p:cNvPr id="7679" name="Google Shape;7679;p68"/>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8"/>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8"/>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68"/>
          <p:cNvGrpSpPr/>
          <p:nvPr/>
        </p:nvGrpSpPr>
        <p:grpSpPr>
          <a:xfrm>
            <a:off x="6189239" y="1838132"/>
            <a:ext cx="319347" cy="349133"/>
            <a:chOff x="1687350" y="3618725"/>
            <a:chExt cx="270175" cy="295375"/>
          </a:xfrm>
        </p:grpSpPr>
        <p:sp>
          <p:nvSpPr>
            <p:cNvPr id="7683" name="Google Shape;7683;p68"/>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8"/>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68"/>
          <p:cNvGrpSpPr/>
          <p:nvPr/>
        </p:nvGrpSpPr>
        <p:grpSpPr>
          <a:xfrm>
            <a:off x="6172942" y="2284613"/>
            <a:ext cx="351940" cy="349133"/>
            <a:chOff x="1672375" y="3982600"/>
            <a:chExt cx="297750" cy="295375"/>
          </a:xfrm>
        </p:grpSpPr>
        <p:sp>
          <p:nvSpPr>
            <p:cNvPr id="7687" name="Google Shape;7687;p68"/>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8"/>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8"/>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68"/>
          <p:cNvGrpSpPr/>
          <p:nvPr/>
        </p:nvGrpSpPr>
        <p:grpSpPr>
          <a:xfrm>
            <a:off x="4864934" y="2748808"/>
            <a:ext cx="350079" cy="350079"/>
            <a:chOff x="3497300" y="3227275"/>
            <a:chExt cx="296175" cy="296175"/>
          </a:xfrm>
        </p:grpSpPr>
        <p:sp>
          <p:nvSpPr>
            <p:cNvPr id="7691" name="Google Shape;7691;p68"/>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8"/>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8"/>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8"/>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8"/>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8"/>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8"/>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8"/>
          <p:cNvGrpSpPr/>
          <p:nvPr/>
        </p:nvGrpSpPr>
        <p:grpSpPr>
          <a:xfrm>
            <a:off x="4865407" y="3198203"/>
            <a:ext cx="349133" cy="347272"/>
            <a:chOff x="3497300" y="3591950"/>
            <a:chExt cx="295375" cy="293800"/>
          </a:xfrm>
        </p:grpSpPr>
        <p:sp>
          <p:nvSpPr>
            <p:cNvPr id="7700" name="Google Shape;7700;p68"/>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8"/>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8"/>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8"/>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8"/>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8"/>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8"/>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8"/>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8"/>
          <p:cNvGrpSpPr/>
          <p:nvPr/>
        </p:nvGrpSpPr>
        <p:grpSpPr>
          <a:xfrm>
            <a:off x="4865407" y="3673341"/>
            <a:ext cx="349133" cy="349163"/>
            <a:chOff x="3497300" y="3955025"/>
            <a:chExt cx="295375" cy="295400"/>
          </a:xfrm>
        </p:grpSpPr>
        <p:sp>
          <p:nvSpPr>
            <p:cNvPr id="7709" name="Google Shape;7709;p68"/>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8"/>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8"/>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8"/>
          <p:cNvGrpSpPr/>
          <p:nvPr/>
        </p:nvGrpSpPr>
        <p:grpSpPr>
          <a:xfrm>
            <a:off x="7089979" y="2749532"/>
            <a:ext cx="327739" cy="348631"/>
            <a:chOff x="5364750" y="3235150"/>
            <a:chExt cx="277275" cy="294950"/>
          </a:xfrm>
        </p:grpSpPr>
        <p:sp>
          <p:nvSpPr>
            <p:cNvPr id="7713" name="Google Shape;7713;p68"/>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8"/>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8"/>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8"/>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8"/>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8"/>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8"/>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8"/>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8"/>
          <p:cNvGrpSpPr/>
          <p:nvPr/>
        </p:nvGrpSpPr>
        <p:grpSpPr>
          <a:xfrm>
            <a:off x="7078337" y="3195868"/>
            <a:ext cx="351024" cy="351941"/>
            <a:chOff x="5355300" y="3598250"/>
            <a:chExt cx="296975" cy="297750"/>
          </a:xfrm>
        </p:grpSpPr>
        <p:sp>
          <p:nvSpPr>
            <p:cNvPr id="7722" name="Google Shape;7722;p68"/>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8"/>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8"/>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8"/>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8"/>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8"/>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8"/>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8"/>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8"/>
          <p:cNvGrpSpPr/>
          <p:nvPr/>
        </p:nvGrpSpPr>
        <p:grpSpPr>
          <a:xfrm>
            <a:off x="7082533" y="3734790"/>
            <a:ext cx="342632" cy="226264"/>
            <a:chOff x="5358450" y="4015675"/>
            <a:chExt cx="289875" cy="191425"/>
          </a:xfrm>
        </p:grpSpPr>
        <p:sp>
          <p:nvSpPr>
            <p:cNvPr id="7731" name="Google Shape;7731;p68"/>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8"/>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8"/>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8"/>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8"/>
          <p:cNvGrpSpPr/>
          <p:nvPr/>
        </p:nvGrpSpPr>
        <p:grpSpPr>
          <a:xfrm>
            <a:off x="6209015" y="4117322"/>
            <a:ext cx="351024" cy="325464"/>
            <a:chOff x="6543825" y="3202075"/>
            <a:chExt cx="296975" cy="275350"/>
          </a:xfrm>
        </p:grpSpPr>
        <p:sp>
          <p:nvSpPr>
            <p:cNvPr id="7736" name="Google Shape;7736;p68"/>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8"/>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8"/>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8"/>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8"/>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8"/>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8"/>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8"/>
          <p:cNvGrpSpPr/>
          <p:nvPr/>
        </p:nvGrpSpPr>
        <p:grpSpPr>
          <a:xfrm>
            <a:off x="6615996" y="1397069"/>
            <a:ext cx="350079" cy="350079"/>
            <a:chOff x="2037825" y="3254050"/>
            <a:chExt cx="296175" cy="296175"/>
          </a:xfrm>
        </p:grpSpPr>
        <p:sp>
          <p:nvSpPr>
            <p:cNvPr id="7744" name="Google Shape;7744;p68"/>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8"/>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8"/>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8"/>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8"/>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8"/>
          <p:cNvGrpSpPr/>
          <p:nvPr/>
        </p:nvGrpSpPr>
        <p:grpSpPr>
          <a:xfrm>
            <a:off x="6614135" y="1838236"/>
            <a:ext cx="353802" cy="348926"/>
            <a:chOff x="2034675" y="3617925"/>
            <a:chExt cx="299325" cy="295200"/>
          </a:xfrm>
        </p:grpSpPr>
        <p:sp>
          <p:nvSpPr>
            <p:cNvPr id="7751" name="Google Shape;7751;p68"/>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8"/>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8"/>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8"/>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8"/>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68"/>
          <p:cNvGrpSpPr/>
          <p:nvPr/>
        </p:nvGrpSpPr>
        <p:grpSpPr>
          <a:xfrm>
            <a:off x="6615996" y="2284613"/>
            <a:ext cx="350079" cy="349133"/>
            <a:chOff x="2037825" y="3981825"/>
            <a:chExt cx="296175" cy="295375"/>
          </a:xfrm>
        </p:grpSpPr>
        <p:sp>
          <p:nvSpPr>
            <p:cNvPr id="7757" name="Google Shape;7757;p68"/>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68"/>
          <p:cNvGrpSpPr/>
          <p:nvPr/>
        </p:nvGrpSpPr>
        <p:grpSpPr>
          <a:xfrm>
            <a:off x="5301014" y="2780929"/>
            <a:ext cx="350079" cy="285837"/>
            <a:chOff x="3860400" y="3254050"/>
            <a:chExt cx="296175" cy="241825"/>
          </a:xfrm>
        </p:grpSpPr>
        <p:sp>
          <p:nvSpPr>
            <p:cNvPr id="7761" name="Google Shape;7761;p68"/>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8"/>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8"/>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8"/>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8"/>
          <p:cNvGrpSpPr/>
          <p:nvPr/>
        </p:nvGrpSpPr>
        <p:grpSpPr>
          <a:xfrm>
            <a:off x="5300541" y="3196800"/>
            <a:ext cx="351024" cy="350079"/>
            <a:chOff x="3859600" y="3591950"/>
            <a:chExt cx="296975" cy="296175"/>
          </a:xfrm>
        </p:grpSpPr>
        <p:sp>
          <p:nvSpPr>
            <p:cNvPr id="7769" name="Google Shape;7769;p68"/>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68"/>
          <p:cNvGrpSpPr/>
          <p:nvPr/>
        </p:nvGrpSpPr>
        <p:grpSpPr>
          <a:xfrm>
            <a:off x="5301014" y="3672883"/>
            <a:ext cx="350079" cy="350079"/>
            <a:chOff x="3860400" y="3955025"/>
            <a:chExt cx="296175" cy="296175"/>
          </a:xfrm>
        </p:grpSpPr>
        <p:sp>
          <p:nvSpPr>
            <p:cNvPr id="7773" name="Google Shape;7773;p68"/>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8"/>
          <p:cNvGrpSpPr/>
          <p:nvPr/>
        </p:nvGrpSpPr>
        <p:grpSpPr>
          <a:xfrm>
            <a:off x="7516230" y="2749281"/>
            <a:ext cx="355664" cy="349133"/>
            <a:chOff x="5716825" y="3235950"/>
            <a:chExt cx="300900" cy="295375"/>
          </a:xfrm>
        </p:grpSpPr>
        <p:sp>
          <p:nvSpPr>
            <p:cNvPr id="7779" name="Google Shape;7779;p68"/>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8"/>
          <p:cNvGrpSpPr/>
          <p:nvPr/>
        </p:nvGrpSpPr>
        <p:grpSpPr>
          <a:xfrm>
            <a:off x="7529261" y="3207969"/>
            <a:ext cx="329601" cy="327739"/>
            <a:chOff x="5727850" y="3609275"/>
            <a:chExt cx="278850" cy="277275"/>
          </a:xfrm>
        </p:grpSpPr>
        <p:sp>
          <p:nvSpPr>
            <p:cNvPr id="7784" name="Google Shape;7784;p68"/>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8"/>
          <p:cNvGrpSpPr/>
          <p:nvPr/>
        </p:nvGrpSpPr>
        <p:grpSpPr>
          <a:xfrm>
            <a:off x="7540446" y="3673356"/>
            <a:ext cx="307231" cy="349133"/>
            <a:chOff x="5736525" y="3963700"/>
            <a:chExt cx="259925" cy="295375"/>
          </a:xfrm>
        </p:grpSpPr>
        <p:sp>
          <p:nvSpPr>
            <p:cNvPr id="7790" name="Google Shape;7790;p68"/>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8"/>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8"/>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8"/>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8"/>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8"/>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68"/>
          <p:cNvGrpSpPr/>
          <p:nvPr/>
        </p:nvGrpSpPr>
        <p:grpSpPr>
          <a:xfrm>
            <a:off x="6632026" y="4122683"/>
            <a:ext cx="351024" cy="350079"/>
            <a:chOff x="6553275" y="3604550"/>
            <a:chExt cx="296975" cy="296175"/>
          </a:xfrm>
        </p:grpSpPr>
        <p:sp>
          <p:nvSpPr>
            <p:cNvPr id="7798" name="Google Shape;7798;p68"/>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8"/>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8"/>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8"/>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8"/>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4" name="Google Shape;7804;p6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805" name="Google Shape;7805;p6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9" name="Shape 7809"/>
        <p:cNvGrpSpPr/>
        <p:nvPr/>
      </p:nvGrpSpPr>
      <p:grpSpPr>
        <a:xfrm>
          <a:off x="0" y="0"/>
          <a:ext cx="0" cy="0"/>
          <a:chOff x="0" y="0"/>
          <a:chExt cx="0" cy="0"/>
        </a:xfrm>
      </p:grpSpPr>
      <p:grpSp>
        <p:nvGrpSpPr>
          <p:cNvPr id="7810" name="Google Shape;7810;p69"/>
          <p:cNvGrpSpPr/>
          <p:nvPr/>
        </p:nvGrpSpPr>
        <p:grpSpPr>
          <a:xfrm>
            <a:off x="859032" y="1380546"/>
            <a:ext cx="294401" cy="353645"/>
            <a:chOff x="-35814600" y="3202075"/>
            <a:chExt cx="242625" cy="291450"/>
          </a:xfrm>
        </p:grpSpPr>
        <p:sp>
          <p:nvSpPr>
            <p:cNvPr id="7811" name="Google Shape;7811;p69"/>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9"/>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9"/>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9"/>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9"/>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9"/>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9"/>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69"/>
          <p:cNvGrpSpPr/>
          <p:nvPr/>
        </p:nvGrpSpPr>
        <p:grpSpPr>
          <a:xfrm>
            <a:off x="829410" y="1821466"/>
            <a:ext cx="353645" cy="353888"/>
            <a:chOff x="-35839800" y="3561025"/>
            <a:chExt cx="291450" cy="291650"/>
          </a:xfrm>
        </p:grpSpPr>
        <p:sp>
          <p:nvSpPr>
            <p:cNvPr id="7819" name="Google Shape;7819;p69"/>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9"/>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9"/>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9"/>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9"/>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9"/>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9"/>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6" name="Google Shape;7826;p69"/>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7" name="Google Shape;7827;p69"/>
          <p:cNvGrpSpPr/>
          <p:nvPr/>
        </p:nvGrpSpPr>
        <p:grpSpPr>
          <a:xfrm>
            <a:off x="3066955" y="1380546"/>
            <a:ext cx="353645" cy="353645"/>
            <a:chOff x="-34003850" y="3227275"/>
            <a:chExt cx="291450" cy="291450"/>
          </a:xfrm>
        </p:grpSpPr>
        <p:sp>
          <p:nvSpPr>
            <p:cNvPr id="7828" name="Google Shape;7828;p69"/>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9"/>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9"/>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9"/>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9"/>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9"/>
          <p:cNvGrpSpPr/>
          <p:nvPr/>
        </p:nvGrpSpPr>
        <p:grpSpPr>
          <a:xfrm>
            <a:off x="3066485" y="1821238"/>
            <a:ext cx="354586" cy="354343"/>
            <a:chOff x="-34004625" y="3585850"/>
            <a:chExt cx="292225" cy="292025"/>
          </a:xfrm>
        </p:grpSpPr>
        <p:sp>
          <p:nvSpPr>
            <p:cNvPr id="7834" name="Google Shape;7834;p69"/>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9"/>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9"/>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9"/>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9"/>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69"/>
          <p:cNvGrpSpPr/>
          <p:nvPr/>
        </p:nvGrpSpPr>
        <p:grpSpPr>
          <a:xfrm>
            <a:off x="3066000" y="2256439"/>
            <a:ext cx="355557" cy="354616"/>
            <a:chOff x="-34005425" y="3945575"/>
            <a:chExt cx="293025" cy="292250"/>
          </a:xfrm>
        </p:grpSpPr>
        <p:sp>
          <p:nvSpPr>
            <p:cNvPr id="7840" name="Google Shape;7840;p69"/>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9"/>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9"/>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69"/>
          <p:cNvGrpSpPr/>
          <p:nvPr/>
        </p:nvGrpSpPr>
        <p:grpSpPr>
          <a:xfrm>
            <a:off x="1713099" y="2729615"/>
            <a:ext cx="358408" cy="355557"/>
            <a:chOff x="-32174975" y="3192625"/>
            <a:chExt cx="295375" cy="293025"/>
          </a:xfrm>
        </p:grpSpPr>
        <p:sp>
          <p:nvSpPr>
            <p:cNvPr id="7844" name="Google Shape;7844;p69"/>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9"/>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9"/>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9"/>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8" name="Google Shape;7848;p69"/>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9"/>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0" name="Google Shape;7850;p69"/>
          <p:cNvGrpSpPr/>
          <p:nvPr/>
        </p:nvGrpSpPr>
        <p:grpSpPr>
          <a:xfrm>
            <a:off x="3952249" y="2730570"/>
            <a:ext cx="354586" cy="353645"/>
            <a:chOff x="-30345325" y="3184750"/>
            <a:chExt cx="292225" cy="291450"/>
          </a:xfrm>
        </p:grpSpPr>
        <p:sp>
          <p:nvSpPr>
            <p:cNvPr id="7851" name="Google Shape;7851;p69"/>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9"/>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9"/>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9"/>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9"/>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9"/>
          <p:cNvGrpSpPr/>
          <p:nvPr/>
        </p:nvGrpSpPr>
        <p:grpSpPr>
          <a:xfrm>
            <a:off x="1277001" y="1380546"/>
            <a:ext cx="353645" cy="353645"/>
            <a:chOff x="-35481425" y="3202075"/>
            <a:chExt cx="291450" cy="291450"/>
          </a:xfrm>
        </p:grpSpPr>
        <p:sp>
          <p:nvSpPr>
            <p:cNvPr id="7857" name="Google Shape;7857;p69"/>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9"/>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9"/>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9"/>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9"/>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9"/>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9"/>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9"/>
          <p:cNvGrpSpPr/>
          <p:nvPr/>
        </p:nvGrpSpPr>
        <p:grpSpPr>
          <a:xfrm>
            <a:off x="1276531" y="1822072"/>
            <a:ext cx="354586" cy="352675"/>
            <a:chOff x="-35482200" y="3561225"/>
            <a:chExt cx="292225" cy="290650"/>
          </a:xfrm>
        </p:grpSpPr>
        <p:sp>
          <p:nvSpPr>
            <p:cNvPr id="7865" name="Google Shape;7865;p69"/>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9"/>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9"/>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69"/>
          <p:cNvGrpSpPr/>
          <p:nvPr/>
        </p:nvGrpSpPr>
        <p:grpSpPr>
          <a:xfrm>
            <a:off x="1277001" y="2256940"/>
            <a:ext cx="353645" cy="353615"/>
            <a:chOff x="-35481425" y="3919600"/>
            <a:chExt cx="291450" cy="291425"/>
          </a:xfrm>
        </p:grpSpPr>
        <p:sp>
          <p:nvSpPr>
            <p:cNvPr id="7869" name="Google Shape;7869;p69"/>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9"/>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9"/>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9"/>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9"/>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9"/>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9"/>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9"/>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9"/>
          <p:cNvGrpSpPr/>
          <p:nvPr/>
        </p:nvGrpSpPr>
        <p:grpSpPr>
          <a:xfrm>
            <a:off x="3512636" y="1381031"/>
            <a:ext cx="357468" cy="352675"/>
            <a:chOff x="-33645475" y="3228075"/>
            <a:chExt cx="294600" cy="290650"/>
          </a:xfrm>
        </p:grpSpPr>
        <p:sp>
          <p:nvSpPr>
            <p:cNvPr id="7878" name="Google Shape;7878;p69"/>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9"/>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9"/>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9"/>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9"/>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9"/>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9"/>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69"/>
          <p:cNvGrpSpPr/>
          <p:nvPr/>
        </p:nvGrpSpPr>
        <p:grpSpPr>
          <a:xfrm>
            <a:off x="3513606" y="1821116"/>
            <a:ext cx="355526" cy="354586"/>
            <a:chOff x="-33646250" y="3586425"/>
            <a:chExt cx="293000" cy="292225"/>
          </a:xfrm>
        </p:grpSpPr>
        <p:sp>
          <p:nvSpPr>
            <p:cNvPr id="7886" name="Google Shape;7886;p69"/>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9"/>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9"/>
          <p:cNvGrpSpPr/>
          <p:nvPr/>
        </p:nvGrpSpPr>
        <p:grpSpPr>
          <a:xfrm>
            <a:off x="3514076" y="2255969"/>
            <a:ext cx="354586" cy="355557"/>
            <a:chOff x="-33645475" y="3944800"/>
            <a:chExt cx="292225" cy="293025"/>
          </a:xfrm>
        </p:grpSpPr>
        <p:sp>
          <p:nvSpPr>
            <p:cNvPr id="7889" name="Google Shape;7889;p69"/>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9"/>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9"/>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9"/>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9"/>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9"/>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9"/>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9"/>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9"/>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9"/>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69"/>
          <p:cNvGrpSpPr/>
          <p:nvPr/>
        </p:nvGrpSpPr>
        <p:grpSpPr>
          <a:xfrm>
            <a:off x="2167295" y="2729706"/>
            <a:ext cx="352675" cy="355375"/>
            <a:chOff x="-31809525" y="3192625"/>
            <a:chExt cx="290650" cy="292875"/>
          </a:xfrm>
        </p:grpSpPr>
        <p:sp>
          <p:nvSpPr>
            <p:cNvPr id="7900" name="Google Shape;7900;p69"/>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9"/>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9"/>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9"/>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69"/>
          <p:cNvGrpSpPr/>
          <p:nvPr/>
        </p:nvGrpSpPr>
        <p:grpSpPr>
          <a:xfrm>
            <a:off x="2166810" y="3200258"/>
            <a:ext cx="353645" cy="355557"/>
            <a:chOff x="-31811100" y="3550975"/>
            <a:chExt cx="291450" cy="293025"/>
          </a:xfrm>
        </p:grpSpPr>
        <p:sp>
          <p:nvSpPr>
            <p:cNvPr id="7905" name="Google Shape;7905;p69"/>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9"/>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9"/>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9"/>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9"/>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9"/>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9"/>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69"/>
          <p:cNvGrpSpPr/>
          <p:nvPr/>
        </p:nvGrpSpPr>
        <p:grpSpPr>
          <a:xfrm>
            <a:off x="2160606" y="3664562"/>
            <a:ext cx="366052" cy="356831"/>
            <a:chOff x="-31817400" y="3910025"/>
            <a:chExt cx="301675" cy="294075"/>
          </a:xfrm>
        </p:grpSpPr>
        <p:sp>
          <p:nvSpPr>
            <p:cNvPr id="7913" name="Google Shape;7913;p69"/>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9"/>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9"/>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9"/>
          <p:cNvGrpSpPr/>
          <p:nvPr/>
        </p:nvGrpSpPr>
        <p:grpSpPr>
          <a:xfrm>
            <a:off x="3952234" y="3200743"/>
            <a:ext cx="354616" cy="354586"/>
            <a:chOff x="-30354000" y="3569100"/>
            <a:chExt cx="292250" cy="292225"/>
          </a:xfrm>
        </p:grpSpPr>
        <p:sp>
          <p:nvSpPr>
            <p:cNvPr id="7917" name="Google Shape;7917;p69"/>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9"/>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9"/>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9"/>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9"/>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9"/>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9"/>
          <p:cNvGrpSpPr/>
          <p:nvPr/>
        </p:nvGrpSpPr>
        <p:grpSpPr>
          <a:xfrm>
            <a:off x="1730812" y="1380546"/>
            <a:ext cx="342148" cy="353645"/>
            <a:chOff x="-35118325" y="3202075"/>
            <a:chExt cx="281975" cy="291450"/>
          </a:xfrm>
        </p:grpSpPr>
        <p:sp>
          <p:nvSpPr>
            <p:cNvPr id="7924" name="Google Shape;7924;p69"/>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9"/>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9"/>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9"/>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69"/>
          <p:cNvGrpSpPr/>
          <p:nvPr/>
        </p:nvGrpSpPr>
        <p:grpSpPr>
          <a:xfrm>
            <a:off x="1724593" y="1821799"/>
            <a:ext cx="354586" cy="353221"/>
            <a:chOff x="-35123050" y="3561225"/>
            <a:chExt cx="292225" cy="291100"/>
          </a:xfrm>
        </p:grpSpPr>
        <p:sp>
          <p:nvSpPr>
            <p:cNvPr id="7929" name="Google Shape;7929;p69"/>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9"/>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69"/>
          <p:cNvGrpSpPr/>
          <p:nvPr/>
        </p:nvGrpSpPr>
        <p:grpSpPr>
          <a:xfrm>
            <a:off x="1766652" y="2256940"/>
            <a:ext cx="270467" cy="353615"/>
            <a:chOff x="-35089175" y="3919600"/>
            <a:chExt cx="222900" cy="291425"/>
          </a:xfrm>
        </p:grpSpPr>
        <p:sp>
          <p:nvSpPr>
            <p:cNvPr id="7932" name="Google Shape;7932;p69"/>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9"/>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69"/>
          <p:cNvGrpSpPr/>
          <p:nvPr/>
        </p:nvGrpSpPr>
        <p:grpSpPr>
          <a:xfrm>
            <a:off x="3963648" y="1380303"/>
            <a:ext cx="336445" cy="354131"/>
            <a:chOff x="-33277650" y="3226875"/>
            <a:chExt cx="277275" cy="291850"/>
          </a:xfrm>
        </p:grpSpPr>
        <p:sp>
          <p:nvSpPr>
            <p:cNvPr id="7935" name="Google Shape;7935;p69"/>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9"/>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9"/>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9"/>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9"/>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9"/>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9"/>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69"/>
          <p:cNvGrpSpPr/>
          <p:nvPr/>
        </p:nvGrpSpPr>
        <p:grpSpPr>
          <a:xfrm>
            <a:off x="3955048" y="1821587"/>
            <a:ext cx="353645" cy="353645"/>
            <a:chOff x="-33286325" y="3586425"/>
            <a:chExt cx="291450" cy="291450"/>
          </a:xfrm>
        </p:grpSpPr>
        <p:sp>
          <p:nvSpPr>
            <p:cNvPr id="7943" name="Google Shape;7943;p69"/>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9"/>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9"/>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9"/>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9"/>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69"/>
          <p:cNvGrpSpPr/>
          <p:nvPr/>
        </p:nvGrpSpPr>
        <p:grpSpPr>
          <a:xfrm>
            <a:off x="3955048" y="2255969"/>
            <a:ext cx="353645" cy="355557"/>
            <a:chOff x="-33286325" y="3944800"/>
            <a:chExt cx="291450" cy="293025"/>
          </a:xfrm>
        </p:grpSpPr>
        <p:sp>
          <p:nvSpPr>
            <p:cNvPr id="7949" name="Google Shape;7949;p69"/>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9"/>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9"/>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9"/>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9"/>
          <p:cNvGrpSpPr/>
          <p:nvPr/>
        </p:nvGrpSpPr>
        <p:grpSpPr>
          <a:xfrm>
            <a:off x="2613445" y="2729129"/>
            <a:ext cx="353645" cy="356527"/>
            <a:chOff x="-31452725" y="3191825"/>
            <a:chExt cx="291450" cy="293825"/>
          </a:xfrm>
        </p:grpSpPr>
        <p:sp>
          <p:nvSpPr>
            <p:cNvPr id="7954" name="Google Shape;7954;p69"/>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9"/>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9"/>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9"/>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9"/>
          <p:cNvGrpSpPr/>
          <p:nvPr/>
        </p:nvGrpSpPr>
        <p:grpSpPr>
          <a:xfrm>
            <a:off x="2612975" y="3200744"/>
            <a:ext cx="354586" cy="354586"/>
            <a:chOff x="-31452725" y="3551775"/>
            <a:chExt cx="292225" cy="292225"/>
          </a:xfrm>
        </p:grpSpPr>
        <p:sp>
          <p:nvSpPr>
            <p:cNvPr id="7959" name="Google Shape;7959;p69"/>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9"/>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9"/>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9"/>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69"/>
          <p:cNvGrpSpPr/>
          <p:nvPr/>
        </p:nvGrpSpPr>
        <p:grpSpPr>
          <a:xfrm>
            <a:off x="2611534" y="3664729"/>
            <a:ext cx="357468" cy="356497"/>
            <a:chOff x="-31455100" y="3909350"/>
            <a:chExt cx="294600" cy="293800"/>
          </a:xfrm>
        </p:grpSpPr>
        <p:sp>
          <p:nvSpPr>
            <p:cNvPr id="7964" name="Google Shape;7964;p69"/>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9"/>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9"/>
          <p:cNvGrpSpPr/>
          <p:nvPr/>
        </p:nvGrpSpPr>
        <p:grpSpPr>
          <a:xfrm>
            <a:off x="3952719" y="3665684"/>
            <a:ext cx="353645" cy="354586"/>
            <a:chOff x="-30345325" y="3918800"/>
            <a:chExt cx="291450" cy="292225"/>
          </a:xfrm>
        </p:grpSpPr>
        <p:sp>
          <p:nvSpPr>
            <p:cNvPr id="7967" name="Google Shape;7967;p69"/>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9"/>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9"/>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9"/>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9"/>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9"/>
          <p:cNvGrpSpPr/>
          <p:nvPr/>
        </p:nvGrpSpPr>
        <p:grpSpPr>
          <a:xfrm>
            <a:off x="2172184" y="1821587"/>
            <a:ext cx="353645" cy="353645"/>
            <a:chOff x="-34763900" y="3561225"/>
            <a:chExt cx="291450" cy="291450"/>
          </a:xfrm>
        </p:grpSpPr>
        <p:sp>
          <p:nvSpPr>
            <p:cNvPr id="7973" name="Google Shape;7973;p69"/>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9"/>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9"/>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6" name="Google Shape;7976;p69"/>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7" name="Google Shape;7977;p69"/>
          <p:cNvGrpSpPr/>
          <p:nvPr/>
        </p:nvGrpSpPr>
        <p:grpSpPr>
          <a:xfrm>
            <a:off x="827081" y="2730099"/>
            <a:ext cx="354586" cy="354586"/>
            <a:chOff x="-32927950" y="3227275"/>
            <a:chExt cx="292225" cy="292225"/>
          </a:xfrm>
        </p:grpSpPr>
        <p:sp>
          <p:nvSpPr>
            <p:cNvPr id="7978" name="Google Shape;7978;p69"/>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9"/>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9"/>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9"/>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9"/>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69"/>
          <p:cNvGrpSpPr/>
          <p:nvPr/>
        </p:nvGrpSpPr>
        <p:grpSpPr>
          <a:xfrm>
            <a:off x="826596" y="3201213"/>
            <a:ext cx="355557" cy="353645"/>
            <a:chOff x="-32927950" y="3586425"/>
            <a:chExt cx="293025" cy="291450"/>
          </a:xfrm>
        </p:grpSpPr>
        <p:sp>
          <p:nvSpPr>
            <p:cNvPr id="7984" name="Google Shape;7984;p69"/>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9"/>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9"/>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9"/>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9"/>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69"/>
          <p:cNvGrpSpPr/>
          <p:nvPr/>
        </p:nvGrpSpPr>
        <p:grpSpPr>
          <a:xfrm>
            <a:off x="827081" y="3665198"/>
            <a:ext cx="354586" cy="355557"/>
            <a:chOff x="-32927950" y="3944800"/>
            <a:chExt cx="292225" cy="293025"/>
          </a:xfrm>
        </p:grpSpPr>
        <p:sp>
          <p:nvSpPr>
            <p:cNvPr id="7990" name="Google Shape;7990;p69"/>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9"/>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9"/>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9"/>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9"/>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9"/>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9"/>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9"/>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9"/>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9"/>
          <p:cNvGrpSpPr/>
          <p:nvPr/>
        </p:nvGrpSpPr>
        <p:grpSpPr>
          <a:xfrm>
            <a:off x="3055873" y="2730449"/>
            <a:ext cx="354586" cy="353888"/>
            <a:chOff x="-31094350" y="3194000"/>
            <a:chExt cx="292225" cy="291650"/>
          </a:xfrm>
        </p:grpSpPr>
        <p:sp>
          <p:nvSpPr>
            <p:cNvPr id="8000" name="Google Shape;8000;p69"/>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9"/>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9"/>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9"/>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9"/>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9"/>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9"/>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9"/>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69"/>
          <p:cNvGrpSpPr/>
          <p:nvPr/>
        </p:nvGrpSpPr>
        <p:grpSpPr>
          <a:xfrm>
            <a:off x="3056343" y="3200941"/>
            <a:ext cx="353645" cy="354191"/>
            <a:chOff x="-31093575" y="3552550"/>
            <a:chExt cx="291450" cy="291900"/>
          </a:xfrm>
        </p:grpSpPr>
        <p:sp>
          <p:nvSpPr>
            <p:cNvPr id="8009" name="Google Shape;8009;p69"/>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9"/>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9"/>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9"/>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69"/>
          <p:cNvGrpSpPr/>
          <p:nvPr/>
        </p:nvGrpSpPr>
        <p:grpSpPr>
          <a:xfrm>
            <a:off x="2182711" y="1380546"/>
            <a:ext cx="332593" cy="353645"/>
            <a:chOff x="-34755225" y="3202075"/>
            <a:chExt cx="274100" cy="291450"/>
          </a:xfrm>
        </p:grpSpPr>
        <p:sp>
          <p:nvSpPr>
            <p:cNvPr id="8014" name="Google Shape;8014;p69"/>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9"/>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9"/>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9"/>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9"/>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9"/>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9"/>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9"/>
          <p:cNvGrpSpPr/>
          <p:nvPr/>
        </p:nvGrpSpPr>
        <p:grpSpPr>
          <a:xfrm>
            <a:off x="3056343" y="3666169"/>
            <a:ext cx="353645" cy="353615"/>
            <a:chOff x="-31093575" y="3911725"/>
            <a:chExt cx="291450" cy="291425"/>
          </a:xfrm>
        </p:grpSpPr>
        <p:sp>
          <p:nvSpPr>
            <p:cNvPr id="8022" name="Google Shape;8022;p69"/>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9"/>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9"/>
          <p:cNvGrpSpPr/>
          <p:nvPr/>
        </p:nvGrpSpPr>
        <p:grpSpPr>
          <a:xfrm>
            <a:off x="2165773" y="4123136"/>
            <a:ext cx="356497" cy="354586"/>
            <a:chOff x="-29946000" y="3183175"/>
            <a:chExt cx="293800" cy="292225"/>
          </a:xfrm>
        </p:grpSpPr>
        <p:sp>
          <p:nvSpPr>
            <p:cNvPr id="8025" name="Google Shape;8025;p69"/>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9"/>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9"/>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9"/>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9"/>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9"/>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9"/>
          <p:cNvGrpSpPr/>
          <p:nvPr/>
        </p:nvGrpSpPr>
        <p:grpSpPr>
          <a:xfrm>
            <a:off x="2610305" y="1380289"/>
            <a:ext cx="358408" cy="354161"/>
            <a:chOff x="-34408675" y="3202075"/>
            <a:chExt cx="295375" cy="291875"/>
          </a:xfrm>
        </p:grpSpPr>
        <p:sp>
          <p:nvSpPr>
            <p:cNvPr id="8032" name="Google Shape;8032;p69"/>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9"/>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9"/>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9"/>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9"/>
          <p:cNvGrpSpPr/>
          <p:nvPr/>
        </p:nvGrpSpPr>
        <p:grpSpPr>
          <a:xfrm>
            <a:off x="2612216" y="1820283"/>
            <a:ext cx="354586" cy="356254"/>
            <a:chOff x="-34405525" y="3558075"/>
            <a:chExt cx="292225" cy="293600"/>
          </a:xfrm>
        </p:grpSpPr>
        <p:sp>
          <p:nvSpPr>
            <p:cNvPr id="8037" name="Google Shape;8037;p69"/>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9"/>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9"/>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9"/>
          <p:cNvGrpSpPr/>
          <p:nvPr/>
        </p:nvGrpSpPr>
        <p:grpSpPr>
          <a:xfrm>
            <a:off x="2611730" y="2256940"/>
            <a:ext cx="355557" cy="353615"/>
            <a:chOff x="-34406325" y="3919600"/>
            <a:chExt cx="293025" cy="291425"/>
          </a:xfrm>
        </p:grpSpPr>
        <p:sp>
          <p:nvSpPr>
            <p:cNvPr id="8041" name="Google Shape;8041;p69"/>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9"/>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9"/>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9"/>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9"/>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9"/>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9"/>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9"/>
          <p:cNvGrpSpPr/>
          <p:nvPr/>
        </p:nvGrpSpPr>
        <p:grpSpPr>
          <a:xfrm>
            <a:off x="1275628" y="2736303"/>
            <a:ext cx="353645" cy="342179"/>
            <a:chOff x="-32568800" y="3232000"/>
            <a:chExt cx="291450" cy="282000"/>
          </a:xfrm>
        </p:grpSpPr>
        <p:sp>
          <p:nvSpPr>
            <p:cNvPr id="8049" name="Google Shape;8049;p69"/>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9"/>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69"/>
          <p:cNvGrpSpPr/>
          <p:nvPr/>
        </p:nvGrpSpPr>
        <p:grpSpPr>
          <a:xfrm>
            <a:off x="1275158" y="3201213"/>
            <a:ext cx="354586" cy="353645"/>
            <a:chOff x="-32569575" y="3586425"/>
            <a:chExt cx="292225" cy="291450"/>
          </a:xfrm>
        </p:grpSpPr>
        <p:sp>
          <p:nvSpPr>
            <p:cNvPr id="8052" name="Google Shape;8052;p69"/>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9"/>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9"/>
          <p:cNvGrpSpPr/>
          <p:nvPr/>
        </p:nvGrpSpPr>
        <p:grpSpPr>
          <a:xfrm>
            <a:off x="1266073" y="3665805"/>
            <a:ext cx="372756" cy="354343"/>
            <a:chOff x="-32576675" y="3944600"/>
            <a:chExt cx="307200" cy="292025"/>
          </a:xfrm>
        </p:grpSpPr>
        <p:sp>
          <p:nvSpPr>
            <p:cNvPr id="8055" name="Google Shape;8055;p69"/>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9"/>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69"/>
          <p:cNvGrpSpPr/>
          <p:nvPr/>
        </p:nvGrpSpPr>
        <p:grpSpPr>
          <a:xfrm>
            <a:off x="3511040" y="2730100"/>
            <a:ext cx="354586" cy="354586"/>
            <a:chOff x="-30735200" y="3192625"/>
            <a:chExt cx="292225" cy="292225"/>
          </a:xfrm>
        </p:grpSpPr>
        <p:sp>
          <p:nvSpPr>
            <p:cNvPr id="8058" name="Google Shape;8058;p69"/>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9"/>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9"/>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9"/>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9"/>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9"/>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9"/>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9"/>
          <p:cNvGrpSpPr/>
          <p:nvPr/>
        </p:nvGrpSpPr>
        <p:grpSpPr>
          <a:xfrm>
            <a:off x="3511040" y="3201532"/>
            <a:ext cx="354586" cy="353008"/>
            <a:chOff x="-30735200" y="3552550"/>
            <a:chExt cx="292225" cy="290925"/>
          </a:xfrm>
        </p:grpSpPr>
        <p:sp>
          <p:nvSpPr>
            <p:cNvPr id="8066" name="Google Shape;8066;p69"/>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9"/>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9"/>
          <p:cNvGrpSpPr/>
          <p:nvPr/>
        </p:nvGrpSpPr>
        <p:grpSpPr>
          <a:xfrm>
            <a:off x="3511040" y="3666154"/>
            <a:ext cx="354586" cy="353645"/>
            <a:chOff x="-30735200" y="3910925"/>
            <a:chExt cx="292225" cy="291450"/>
          </a:xfrm>
        </p:grpSpPr>
        <p:sp>
          <p:nvSpPr>
            <p:cNvPr id="8069" name="Google Shape;8069;p69"/>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9"/>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1" name="Google Shape;8071;p69"/>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2" name="Google Shape;8072;p69"/>
          <p:cNvGrpSpPr/>
          <p:nvPr/>
        </p:nvGrpSpPr>
        <p:grpSpPr>
          <a:xfrm>
            <a:off x="4864547" y="1375808"/>
            <a:ext cx="358971" cy="359224"/>
            <a:chOff x="-57956275" y="3197925"/>
            <a:chExt cx="319000" cy="319225"/>
          </a:xfrm>
        </p:grpSpPr>
        <p:sp>
          <p:nvSpPr>
            <p:cNvPr id="8073" name="Google Shape;8073;p69"/>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9"/>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9"/>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9"/>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9"/>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9"/>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9"/>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69"/>
          <p:cNvGrpSpPr/>
          <p:nvPr/>
        </p:nvGrpSpPr>
        <p:grpSpPr>
          <a:xfrm>
            <a:off x="4886701" y="1832234"/>
            <a:ext cx="314662" cy="358971"/>
            <a:chOff x="-57940525" y="3590375"/>
            <a:chExt cx="279625" cy="319000"/>
          </a:xfrm>
        </p:grpSpPr>
        <p:sp>
          <p:nvSpPr>
            <p:cNvPr id="8081" name="Google Shape;8081;p69"/>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9"/>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9"/>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9"/>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9"/>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69"/>
          <p:cNvGrpSpPr/>
          <p:nvPr/>
        </p:nvGrpSpPr>
        <p:grpSpPr>
          <a:xfrm>
            <a:off x="4857582" y="2273605"/>
            <a:ext cx="358099" cy="358999"/>
            <a:chOff x="-57959425" y="3982600"/>
            <a:chExt cx="318225" cy="319025"/>
          </a:xfrm>
        </p:grpSpPr>
        <p:sp>
          <p:nvSpPr>
            <p:cNvPr id="8087" name="Google Shape;8087;p69"/>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9"/>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9"/>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9"/>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69"/>
          <p:cNvGrpSpPr/>
          <p:nvPr/>
        </p:nvGrpSpPr>
        <p:grpSpPr>
          <a:xfrm>
            <a:off x="7057749" y="1376934"/>
            <a:ext cx="357226" cy="357226"/>
            <a:chOff x="-55987225" y="3198925"/>
            <a:chExt cx="317450" cy="317450"/>
          </a:xfrm>
        </p:grpSpPr>
        <p:sp>
          <p:nvSpPr>
            <p:cNvPr id="8092" name="Google Shape;8092;p69"/>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9"/>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9"/>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9"/>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9"/>
          <p:cNvGrpSpPr/>
          <p:nvPr/>
        </p:nvGrpSpPr>
        <p:grpSpPr>
          <a:xfrm>
            <a:off x="7057749" y="1832965"/>
            <a:ext cx="357226" cy="357367"/>
            <a:chOff x="-55987225" y="3591025"/>
            <a:chExt cx="317450" cy="317575"/>
          </a:xfrm>
        </p:grpSpPr>
        <p:sp>
          <p:nvSpPr>
            <p:cNvPr id="8097" name="Google Shape;8097;p69"/>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9"/>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9"/>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9"/>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9"/>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69"/>
          <p:cNvGrpSpPr/>
          <p:nvPr/>
        </p:nvGrpSpPr>
        <p:grpSpPr>
          <a:xfrm>
            <a:off x="7071665" y="2273605"/>
            <a:ext cx="358999" cy="358999"/>
            <a:chOff x="-55988800" y="3982600"/>
            <a:chExt cx="319025" cy="319025"/>
          </a:xfrm>
        </p:grpSpPr>
        <p:sp>
          <p:nvSpPr>
            <p:cNvPr id="8103" name="Google Shape;8103;p69"/>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9"/>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9"/>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9"/>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9"/>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9"/>
          <p:cNvGrpSpPr/>
          <p:nvPr/>
        </p:nvGrpSpPr>
        <p:grpSpPr>
          <a:xfrm>
            <a:off x="5730184" y="2731562"/>
            <a:ext cx="356326" cy="358971"/>
            <a:chOff x="-54026025" y="3192625"/>
            <a:chExt cx="316650" cy="319000"/>
          </a:xfrm>
        </p:grpSpPr>
        <p:sp>
          <p:nvSpPr>
            <p:cNvPr id="8109" name="Google Shape;8109;p69"/>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9"/>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9"/>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9"/>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9"/>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9"/>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9"/>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9"/>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9"/>
          <p:cNvGrpSpPr/>
          <p:nvPr/>
        </p:nvGrpSpPr>
        <p:grpSpPr>
          <a:xfrm>
            <a:off x="5750130" y="3202536"/>
            <a:ext cx="316434" cy="358099"/>
            <a:chOff x="-54007925" y="3584850"/>
            <a:chExt cx="281200" cy="318225"/>
          </a:xfrm>
        </p:grpSpPr>
        <p:sp>
          <p:nvSpPr>
            <p:cNvPr id="8118" name="Google Shape;8118;p69"/>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9"/>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9"/>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9"/>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9"/>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9"/>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69"/>
          <p:cNvGrpSpPr/>
          <p:nvPr/>
        </p:nvGrpSpPr>
        <p:grpSpPr>
          <a:xfrm>
            <a:off x="5750130" y="3664421"/>
            <a:ext cx="316434" cy="358914"/>
            <a:chOff x="-54007925" y="3975575"/>
            <a:chExt cx="281200" cy="318950"/>
          </a:xfrm>
        </p:grpSpPr>
        <p:sp>
          <p:nvSpPr>
            <p:cNvPr id="8125" name="Google Shape;8125;p69"/>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9"/>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9"/>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9"/>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9"/>
          <p:cNvGrpSpPr/>
          <p:nvPr/>
        </p:nvGrpSpPr>
        <p:grpSpPr>
          <a:xfrm>
            <a:off x="7984996" y="2748891"/>
            <a:ext cx="274770" cy="358492"/>
            <a:chOff x="-52005775" y="3208025"/>
            <a:chExt cx="244175" cy="318575"/>
          </a:xfrm>
        </p:grpSpPr>
        <p:sp>
          <p:nvSpPr>
            <p:cNvPr id="8130" name="Google Shape;8130;p69"/>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9"/>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9"/>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9"/>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9"/>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9"/>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9"/>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9"/>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9"/>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9"/>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9"/>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9"/>
          <p:cNvGrpSpPr/>
          <p:nvPr/>
        </p:nvGrpSpPr>
        <p:grpSpPr>
          <a:xfrm>
            <a:off x="5291462" y="1376934"/>
            <a:ext cx="358099" cy="358099"/>
            <a:chOff x="-57568775" y="3198925"/>
            <a:chExt cx="318225" cy="318225"/>
          </a:xfrm>
        </p:grpSpPr>
        <p:sp>
          <p:nvSpPr>
            <p:cNvPr id="8142" name="Google Shape;8142;p69"/>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9"/>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9"/>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9"/>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9"/>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9"/>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9"/>
          <p:cNvGrpSpPr/>
          <p:nvPr/>
        </p:nvGrpSpPr>
        <p:grpSpPr>
          <a:xfrm>
            <a:off x="5313181" y="1832234"/>
            <a:ext cx="314662" cy="358099"/>
            <a:chOff x="-57549075" y="3590375"/>
            <a:chExt cx="279625" cy="318225"/>
          </a:xfrm>
        </p:grpSpPr>
        <p:sp>
          <p:nvSpPr>
            <p:cNvPr id="8149" name="Google Shape;8149;p69"/>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9"/>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9"/>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9"/>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69"/>
          <p:cNvGrpSpPr/>
          <p:nvPr/>
        </p:nvGrpSpPr>
        <p:grpSpPr>
          <a:xfrm>
            <a:off x="5305378" y="2273605"/>
            <a:ext cx="359871" cy="359871"/>
            <a:chOff x="-57570350" y="3982600"/>
            <a:chExt cx="319800" cy="319800"/>
          </a:xfrm>
        </p:grpSpPr>
        <p:sp>
          <p:nvSpPr>
            <p:cNvPr id="8154" name="Google Shape;8154;p69"/>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9"/>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9"/>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9"/>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9"/>
          <p:cNvGrpSpPr/>
          <p:nvPr/>
        </p:nvGrpSpPr>
        <p:grpSpPr>
          <a:xfrm>
            <a:off x="7520416" y="1376033"/>
            <a:ext cx="314662" cy="358999"/>
            <a:chOff x="-55576850" y="3198125"/>
            <a:chExt cx="279625" cy="319025"/>
          </a:xfrm>
        </p:grpSpPr>
        <p:sp>
          <p:nvSpPr>
            <p:cNvPr id="8159" name="Google Shape;8159;p69"/>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9"/>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9"/>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9"/>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69"/>
          <p:cNvGrpSpPr/>
          <p:nvPr/>
        </p:nvGrpSpPr>
        <p:grpSpPr>
          <a:xfrm>
            <a:off x="7497812" y="1832009"/>
            <a:ext cx="359871" cy="358324"/>
            <a:chOff x="-55596550" y="3590175"/>
            <a:chExt cx="319800" cy="318425"/>
          </a:xfrm>
        </p:grpSpPr>
        <p:sp>
          <p:nvSpPr>
            <p:cNvPr id="8164" name="Google Shape;8164;p69"/>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9"/>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9"/>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9"/>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9"/>
          <p:cNvGrpSpPr/>
          <p:nvPr/>
        </p:nvGrpSpPr>
        <p:grpSpPr>
          <a:xfrm>
            <a:off x="7513049" y="2273351"/>
            <a:ext cx="358999" cy="359252"/>
            <a:chOff x="-55595775" y="3982375"/>
            <a:chExt cx="319025" cy="319250"/>
          </a:xfrm>
        </p:grpSpPr>
        <p:sp>
          <p:nvSpPr>
            <p:cNvPr id="8169" name="Google Shape;8169;p69"/>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9"/>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9"/>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9"/>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9"/>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9"/>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69"/>
          <p:cNvGrpSpPr/>
          <p:nvPr/>
        </p:nvGrpSpPr>
        <p:grpSpPr>
          <a:xfrm>
            <a:off x="6170232" y="2731562"/>
            <a:ext cx="358999" cy="358099"/>
            <a:chOff x="-53635375" y="3192625"/>
            <a:chExt cx="319025" cy="318225"/>
          </a:xfrm>
        </p:grpSpPr>
        <p:sp>
          <p:nvSpPr>
            <p:cNvPr id="8176" name="Google Shape;8176;p69"/>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9"/>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9"/>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9"/>
          <p:cNvGrpSpPr/>
          <p:nvPr/>
        </p:nvGrpSpPr>
        <p:grpSpPr>
          <a:xfrm>
            <a:off x="6192401" y="3202536"/>
            <a:ext cx="314662" cy="358999"/>
            <a:chOff x="-53615675" y="3584850"/>
            <a:chExt cx="279625" cy="319025"/>
          </a:xfrm>
        </p:grpSpPr>
        <p:sp>
          <p:nvSpPr>
            <p:cNvPr id="8180" name="Google Shape;8180;p69"/>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9"/>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9"/>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9"/>
          <p:cNvGrpSpPr/>
          <p:nvPr/>
        </p:nvGrpSpPr>
        <p:grpSpPr>
          <a:xfrm>
            <a:off x="6170246" y="3665461"/>
            <a:ext cx="358971" cy="357874"/>
            <a:chOff x="-53634575" y="3976500"/>
            <a:chExt cx="319000" cy="318025"/>
          </a:xfrm>
        </p:grpSpPr>
        <p:sp>
          <p:nvSpPr>
            <p:cNvPr id="8184" name="Google Shape;8184;p69"/>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9"/>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9"/>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9"/>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9"/>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9"/>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9"/>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9"/>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69"/>
          <p:cNvGrpSpPr/>
          <p:nvPr/>
        </p:nvGrpSpPr>
        <p:grpSpPr>
          <a:xfrm>
            <a:off x="7965050" y="3208415"/>
            <a:ext cx="314662" cy="358436"/>
            <a:chOff x="-52023900" y="3590075"/>
            <a:chExt cx="279625" cy="318525"/>
          </a:xfrm>
        </p:grpSpPr>
        <p:sp>
          <p:nvSpPr>
            <p:cNvPr id="8193" name="Google Shape;8193;p69"/>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9"/>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9"/>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9"/>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9"/>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9"/>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9"/>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69"/>
          <p:cNvGrpSpPr/>
          <p:nvPr/>
        </p:nvGrpSpPr>
        <p:grpSpPr>
          <a:xfrm>
            <a:off x="5728292" y="1376934"/>
            <a:ext cx="358971" cy="358971"/>
            <a:chOff x="-57173375" y="3198925"/>
            <a:chExt cx="319000" cy="319000"/>
          </a:xfrm>
        </p:grpSpPr>
        <p:sp>
          <p:nvSpPr>
            <p:cNvPr id="8201" name="Google Shape;8201;p69"/>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9"/>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9"/>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9"/>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69"/>
          <p:cNvGrpSpPr/>
          <p:nvPr/>
        </p:nvGrpSpPr>
        <p:grpSpPr>
          <a:xfrm>
            <a:off x="5729178" y="1854374"/>
            <a:ext cx="357198" cy="314690"/>
            <a:chOff x="-57176525" y="3610050"/>
            <a:chExt cx="317425" cy="279650"/>
          </a:xfrm>
        </p:grpSpPr>
        <p:sp>
          <p:nvSpPr>
            <p:cNvPr id="8206" name="Google Shape;8206;p69"/>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9"/>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9"/>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9"/>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9"/>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69"/>
          <p:cNvGrpSpPr/>
          <p:nvPr/>
        </p:nvGrpSpPr>
        <p:grpSpPr>
          <a:xfrm>
            <a:off x="7939633" y="1376934"/>
            <a:ext cx="358099" cy="356326"/>
            <a:chOff x="-55202750" y="3198925"/>
            <a:chExt cx="318225" cy="316650"/>
          </a:xfrm>
        </p:grpSpPr>
        <p:sp>
          <p:nvSpPr>
            <p:cNvPr id="8212" name="Google Shape;8212;p69"/>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9"/>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69"/>
          <p:cNvGrpSpPr/>
          <p:nvPr/>
        </p:nvGrpSpPr>
        <p:grpSpPr>
          <a:xfrm>
            <a:off x="7950267" y="1832234"/>
            <a:ext cx="336830" cy="358099"/>
            <a:chOff x="-55194875" y="3590375"/>
            <a:chExt cx="299325" cy="318225"/>
          </a:xfrm>
        </p:grpSpPr>
        <p:sp>
          <p:nvSpPr>
            <p:cNvPr id="8215" name="Google Shape;8215;p69"/>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9"/>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9"/>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9"/>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9"/>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69"/>
          <p:cNvGrpSpPr/>
          <p:nvPr/>
        </p:nvGrpSpPr>
        <p:grpSpPr>
          <a:xfrm>
            <a:off x="7954884" y="2274505"/>
            <a:ext cx="357198" cy="357198"/>
            <a:chOff x="-55203525" y="3983400"/>
            <a:chExt cx="317425" cy="317425"/>
          </a:xfrm>
        </p:grpSpPr>
        <p:sp>
          <p:nvSpPr>
            <p:cNvPr id="8221" name="Google Shape;8221;p69"/>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9"/>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9"/>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69"/>
          <p:cNvGrpSpPr/>
          <p:nvPr/>
        </p:nvGrpSpPr>
        <p:grpSpPr>
          <a:xfrm>
            <a:off x="6621365" y="2731562"/>
            <a:ext cx="335930" cy="358971"/>
            <a:chOff x="-53232900" y="3192625"/>
            <a:chExt cx="298525" cy="319000"/>
          </a:xfrm>
        </p:grpSpPr>
        <p:sp>
          <p:nvSpPr>
            <p:cNvPr id="8225" name="Google Shape;8225;p69"/>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9"/>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9"/>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9"/>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9"/>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9"/>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9"/>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9"/>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9"/>
          <p:cNvGrpSpPr/>
          <p:nvPr/>
        </p:nvGrpSpPr>
        <p:grpSpPr>
          <a:xfrm>
            <a:off x="6610731" y="3202536"/>
            <a:ext cx="357198" cy="356326"/>
            <a:chOff x="-53242350" y="3584850"/>
            <a:chExt cx="317425" cy="316650"/>
          </a:xfrm>
        </p:grpSpPr>
        <p:sp>
          <p:nvSpPr>
            <p:cNvPr id="8234" name="Google Shape;8234;p69"/>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9"/>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9"/>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9"/>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9"/>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69"/>
          <p:cNvGrpSpPr/>
          <p:nvPr/>
        </p:nvGrpSpPr>
        <p:grpSpPr>
          <a:xfrm>
            <a:off x="6631999" y="3665236"/>
            <a:ext cx="314662" cy="358999"/>
            <a:chOff x="-53224225" y="3976300"/>
            <a:chExt cx="279625" cy="319025"/>
          </a:xfrm>
        </p:grpSpPr>
        <p:sp>
          <p:nvSpPr>
            <p:cNvPr id="8240" name="Google Shape;8240;p69"/>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9"/>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9"/>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9"/>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9"/>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9"/>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9"/>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69"/>
          <p:cNvGrpSpPr/>
          <p:nvPr/>
        </p:nvGrpSpPr>
        <p:grpSpPr>
          <a:xfrm>
            <a:off x="7942896" y="3672917"/>
            <a:ext cx="358971" cy="358408"/>
            <a:chOff x="-52043575" y="3983125"/>
            <a:chExt cx="319000" cy="318500"/>
          </a:xfrm>
        </p:grpSpPr>
        <p:sp>
          <p:nvSpPr>
            <p:cNvPr id="8248" name="Google Shape;8248;p69"/>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9"/>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9"/>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9"/>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9"/>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9"/>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9"/>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9"/>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9"/>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69"/>
          <p:cNvGrpSpPr/>
          <p:nvPr/>
        </p:nvGrpSpPr>
        <p:grpSpPr>
          <a:xfrm>
            <a:off x="6196836" y="1376934"/>
            <a:ext cx="314662" cy="358971"/>
            <a:chOff x="-56766175" y="3198925"/>
            <a:chExt cx="279625" cy="319000"/>
          </a:xfrm>
        </p:grpSpPr>
        <p:sp>
          <p:nvSpPr>
            <p:cNvPr id="8258" name="Google Shape;8258;p69"/>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9"/>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9"/>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9"/>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9"/>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9"/>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9"/>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69"/>
          <p:cNvGrpSpPr/>
          <p:nvPr/>
        </p:nvGrpSpPr>
        <p:grpSpPr>
          <a:xfrm>
            <a:off x="6195950" y="1832234"/>
            <a:ext cx="316434" cy="358099"/>
            <a:chOff x="-56766175" y="3590375"/>
            <a:chExt cx="281200" cy="318225"/>
          </a:xfrm>
        </p:grpSpPr>
        <p:sp>
          <p:nvSpPr>
            <p:cNvPr id="8266" name="Google Shape;8266;p69"/>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9"/>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9"/>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9"/>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9"/>
          <p:cNvGrpSpPr/>
          <p:nvPr/>
        </p:nvGrpSpPr>
        <p:grpSpPr>
          <a:xfrm>
            <a:off x="6232906" y="2273605"/>
            <a:ext cx="272126" cy="358099"/>
            <a:chOff x="-56747275" y="3982600"/>
            <a:chExt cx="241825" cy="318225"/>
          </a:xfrm>
        </p:grpSpPr>
        <p:sp>
          <p:nvSpPr>
            <p:cNvPr id="8271" name="Google Shape;8271;p69"/>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9"/>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9"/>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9"/>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9"/>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9"/>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9"/>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69"/>
          <p:cNvGrpSpPr/>
          <p:nvPr/>
        </p:nvGrpSpPr>
        <p:grpSpPr>
          <a:xfrm>
            <a:off x="4840657" y="3215842"/>
            <a:ext cx="358999" cy="342991"/>
            <a:chOff x="-54812875" y="3596675"/>
            <a:chExt cx="319025" cy="304800"/>
          </a:xfrm>
        </p:grpSpPr>
        <p:sp>
          <p:nvSpPr>
            <p:cNvPr id="8279" name="Google Shape;8279;p69"/>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9"/>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9"/>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9"/>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9"/>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9"/>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9"/>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6" name="Google Shape;8286;p69"/>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9"/>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69"/>
          <p:cNvGrpSpPr/>
          <p:nvPr/>
        </p:nvGrpSpPr>
        <p:grpSpPr>
          <a:xfrm>
            <a:off x="4862826" y="3672326"/>
            <a:ext cx="314662" cy="358099"/>
            <a:chOff x="-54793175" y="3982600"/>
            <a:chExt cx="279625" cy="318225"/>
          </a:xfrm>
        </p:grpSpPr>
        <p:sp>
          <p:nvSpPr>
            <p:cNvPr id="8289" name="Google Shape;8289;p69"/>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9"/>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9"/>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9"/>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9"/>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9"/>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9"/>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9"/>
          <p:cNvGrpSpPr/>
          <p:nvPr/>
        </p:nvGrpSpPr>
        <p:grpSpPr>
          <a:xfrm>
            <a:off x="7074284" y="2731562"/>
            <a:ext cx="314662" cy="358099"/>
            <a:chOff x="-52832000" y="3192625"/>
            <a:chExt cx="279625" cy="318225"/>
          </a:xfrm>
        </p:grpSpPr>
        <p:sp>
          <p:nvSpPr>
            <p:cNvPr id="8297" name="Google Shape;8297;p69"/>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9"/>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9"/>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9"/>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9"/>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9"/>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9"/>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9"/>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9"/>
          <p:cNvGrpSpPr/>
          <p:nvPr/>
        </p:nvGrpSpPr>
        <p:grpSpPr>
          <a:xfrm>
            <a:off x="5760817" y="2272929"/>
            <a:ext cx="323524" cy="358774"/>
            <a:chOff x="-57162350" y="3982000"/>
            <a:chExt cx="287500" cy="318825"/>
          </a:xfrm>
        </p:grpSpPr>
        <p:sp>
          <p:nvSpPr>
            <p:cNvPr id="8306" name="Google Shape;8306;p69"/>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9"/>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9"/>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9"/>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9"/>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9"/>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9"/>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9"/>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9"/>
          <p:cNvGrpSpPr/>
          <p:nvPr/>
        </p:nvGrpSpPr>
        <p:grpSpPr>
          <a:xfrm>
            <a:off x="7052130" y="3203436"/>
            <a:ext cx="358971" cy="357198"/>
            <a:chOff x="-52851675" y="3585650"/>
            <a:chExt cx="319000" cy="317425"/>
          </a:xfrm>
        </p:grpSpPr>
        <p:sp>
          <p:nvSpPr>
            <p:cNvPr id="8315" name="Google Shape;8315;p69"/>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9"/>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9"/>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9"/>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9"/>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9"/>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9"/>
          <p:cNvGrpSpPr/>
          <p:nvPr/>
        </p:nvGrpSpPr>
        <p:grpSpPr>
          <a:xfrm>
            <a:off x="7074284" y="3665236"/>
            <a:ext cx="314662" cy="358999"/>
            <a:chOff x="-52832000" y="3976300"/>
            <a:chExt cx="279625" cy="319025"/>
          </a:xfrm>
        </p:grpSpPr>
        <p:sp>
          <p:nvSpPr>
            <p:cNvPr id="8322" name="Google Shape;8322;p69"/>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9"/>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9"/>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9"/>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9"/>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69"/>
          <p:cNvGrpSpPr/>
          <p:nvPr/>
        </p:nvGrpSpPr>
        <p:grpSpPr>
          <a:xfrm>
            <a:off x="6191490" y="4119884"/>
            <a:ext cx="316434" cy="358099"/>
            <a:chOff x="-51633225" y="3198925"/>
            <a:chExt cx="281200" cy="318225"/>
          </a:xfrm>
        </p:grpSpPr>
        <p:sp>
          <p:nvSpPr>
            <p:cNvPr id="8328" name="Google Shape;8328;p69"/>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9"/>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9"/>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9"/>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9"/>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9"/>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9"/>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9"/>
          <p:cNvGrpSpPr/>
          <p:nvPr/>
        </p:nvGrpSpPr>
        <p:grpSpPr>
          <a:xfrm>
            <a:off x="6610314" y="1377806"/>
            <a:ext cx="365188" cy="357226"/>
            <a:chOff x="-56396775" y="3199700"/>
            <a:chExt cx="324525" cy="317450"/>
          </a:xfrm>
        </p:grpSpPr>
        <p:sp>
          <p:nvSpPr>
            <p:cNvPr id="8336" name="Google Shape;8336;p69"/>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9"/>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9"/>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9"/>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9"/>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9"/>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9"/>
          <p:cNvGrpSpPr/>
          <p:nvPr/>
        </p:nvGrpSpPr>
        <p:grpSpPr>
          <a:xfrm>
            <a:off x="6613408" y="1843740"/>
            <a:ext cx="358999" cy="335958"/>
            <a:chOff x="-56394425" y="3600600"/>
            <a:chExt cx="319025" cy="298550"/>
          </a:xfrm>
        </p:grpSpPr>
        <p:sp>
          <p:nvSpPr>
            <p:cNvPr id="8343" name="Google Shape;8343;p69"/>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9"/>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9"/>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9"/>
          <p:cNvGrpSpPr/>
          <p:nvPr/>
        </p:nvGrpSpPr>
        <p:grpSpPr>
          <a:xfrm>
            <a:off x="6644175" y="2274505"/>
            <a:ext cx="327068" cy="357198"/>
            <a:chOff x="-56379450" y="3983400"/>
            <a:chExt cx="290650" cy="317425"/>
          </a:xfrm>
        </p:grpSpPr>
        <p:sp>
          <p:nvSpPr>
            <p:cNvPr id="8347" name="Google Shape;8347;p69"/>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9"/>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9"/>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9"/>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9"/>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9"/>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9"/>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9"/>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9"/>
          <p:cNvGrpSpPr/>
          <p:nvPr/>
        </p:nvGrpSpPr>
        <p:grpSpPr>
          <a:xfrm>
            <a:off x="5307879" y="2738651"/>
            <a:ext cx="316434" cy="358971"/>
            <a:chOff x="-54401725" y="3198925"/>
            <a:chExt cx="281200" cy="319000"/>
          </a:xfrm>
        </p:grpSpPr>
        <p:sp>
          <p:nvSpPr>
            <p:cNvPr id="8356" name="Google Shape;8356;p69"/>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9"/>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9"/>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9"/>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9"/>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9"/>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9"/>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9"/>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9"/>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9"/>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9"/>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69"/>
          <p:cNvGrpSpPr/>
          <p:nvPr/>
        </p:nvGrpSpPr>
        <p:grpSpPr>
          <a:xfrm>
            <a:off x="5308766" y="3208753"/>
            <a:ext cx="314662" cy="358099"/>
            <a:chOff x="-54401725" y="3590375"/>
            <a:chExt cx="279625" cy="318225"/>
          </a:xfrm>
        </p:grpSpPr>
        <p:sp>
          <p:nvSpPr>
            <p:cNvPr id="8368" name="Google Shape;8368;p69"/>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9"/>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9"/>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9"/>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9"/>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9"/>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9"/>
          <p:cNvGrpSpPr/>
          <p:nvPr/>
        </p:nvGrpSpPr>
        <p:grpSpPr>
          <a:xfrm>
            <a:off x="5306557" y="3672326"/>
            <a:ext cx="319079" cy="358099"/>
            <a:chOff x="-54403300" y="3982600"/>
            <a:chExt cx="283550" cy="318225"/>
          </a:xfrm>
        </p:grpSpPr>
        <p:sp>
          <p:nvSpPr>
            <p:cNvPr id="8375" name="Google Shape;8375;p69"/>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9"/>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9"/>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9"/>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9"/>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9"/>
          <p:cNvGrpSpPr/>
          <p:nvPr/>
        </p:nvGrpSpPr>
        <p:grpSpPr>
          <a:xfrm>
            <a:off x="7493951" y="2733559"/>
            <a:ext cx="356298" cy="356973"/>
            <a:chOff x="-52458650" y="3194400"/>
            <a:chExt cx="316625" cy="317225"/>
          </a:xfrm>
        </p:grpSpPr>
        <p:sp>
          <p:nvSpPr>
            <p:cNvPr id="8381" name="Google Shape;8381;p69"/>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9"/>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9"/>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9"/>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9"/>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9"/>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9"/>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9"/>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9"/>
          <p:cNvGrpSpPr/>
          <p:nvPr/>
        </p:nvGrpSpPr>
        <p:grpSpPr>
          <a:xfrm>
            <a:off x="4862826" y="2738651"/>
            <a:ext cx="314662" cy="358971"/>
            <a:chOff x="-54793175" y="3198925"/>
            <a:chExt cx="279625" cy="319000"/>
          </a:xfrm>
        </p:grpSpPr>
        <p:sp>
          <p:nvSpPr>
            <p:cNvPr id="8390" name="Google Shape;8390;p69"/>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9"/>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9"/>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9"/>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9"/>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9"/>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9"/>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69"/>
          <p:cNvGrpSpPr/>
          <p:nvPr/>
        </p:nvGrpSpPr>
        <p:grpSpPr>
          <a:xfrm>
            <a:off x="7503249" y="3202536"/>
            <a:ext cx="337703" cy="357845"/>
            <a:chOff x="-52450000" y="3584850"/>
            <a:chExt cx="300100" cy="318000"/>
          </a:xfrm>
        </p:grpSpPr>
        <p:sp>
          <p:nvSpPr>
            <p:cNvPr id="8398" name="Google Shape;8398;p69"/>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9"/>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9"/>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9"/>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9"/>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9"/>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9"/>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9"/>
          <p:cNvGrpSpPr/>
          <p:nvPr/>
        </p:nvGrpSpPr>
        <p:grpSpPr>
          <a:xfrm>
            <a:off x="7514769" y="3667009"/>
            <a:ext cx="314662" cy="357226"/>
            <a:chOff x="-52440550" y="3977875"/>
            <a:chExt cx="279625" cy="317450"/>
          </a:xfrm>
        </p:grpSpPr>
        <p:sp>
          <p:nvSpPr>
            <p:cNvPr id="8406" name="Google Shape;8406;p69"/>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9"/>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9"/>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9"/>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9"/>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9"/>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9"/>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9"/>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9"/>
          <p:cNvGrpSpPr/>
          <p:nvPr/>
        </p:nvGrpSpPr>
        <p:grpSpPr>
          <a:xfrm>
            <a:off x="6626703" y="4123215"/>
            <a:ext cx="314662" cy="358999"/>
            <a:chOff x="-51623775" y="3584850"/>
            <a:chExt cx="279625" cy="319025"/>
          </a:xfrm>
        </p:grpSpPr>
        <p:sp>
          <p:nvSpPr>
            <p:cNvPr id="8415" name="Google Shape;8415;p69"/>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9"/>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9"/>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9"/>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9"/>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9"/>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9"/>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9"/>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9"/>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4" name="Google Shape;8424;p69"/>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8425" name="Google Shape;8425;p69"/>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29" name="Shape 8429"/>
        <p:cNvGrpSpPr/>
        <p:nvPr/>
      </p:nvGrpSpPr>
      <p:grpSpPr>
        <a:xfrm>
          <a:off x="0" y="0"/>
          <a:ext cx="0" cy="0"/>
          <a:chOff x="0" y="0"/>
          <a:chExt cx="0" cy="0"/>
        </a:xfrm>
      </p:grpSpPr>
      <p:grpSp>
        <p:nvGrpSpPr>
          <p:cNvPr id="8430" name="Google Shape;8430;p70"/>
          <p:cNvGrpSpPr/>
          <p:nvPr/>
        </p:nvGrpSpPr>
        <p:grpSpPr>
          <a:xfrm>
            <a:off x="866775" y="1386849"/>
            <a:ext cx="276003" cy="357300"/>
            <a:chOff x="-50469125" y="3183175"/>
            <a:chExt cx="233150" cy="301825"/>
          </a:xfrm>
        </p:grpSpPr>
        <p:sp>
          <p:nvSpPr>
            <p:cNvPr id="8431" name="Google Shape;8431;p70"/>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0"/>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70"/>
          <p:cNvGrpSpPr/>
          <p:nvPr/>
        </p:nvGrpSpPr>
        <p:grpSpPr>
          <a:xfrm>
            <a:off x="826674" y="1822251"/>
            <a:ext cx="356205" cy="355288"/>
            <a:chOff x="-50504575" y="3550975"/>
            <a:chExt cx="300900" cy="300125"/>
          </a:xfrm>
        </p:grpSpPr>
        <p:sp>
          <p:nvSpPr>
            <p:cNvPr id="8435" name="Google Shape;8435;p70"/>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0"/>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0"/>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0"/>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0"/>
          <p:cNvGrpSpPr/>
          <p:nvPr/>
        </p:nvGrpSpPr>
        <p:grpSpPr>
          <a:xfrm>
            <a:off x="826674" y="2260493"/>
            <a:ext cx="356205" cy="354341"/>
            <a:chOff x="-50503000" y="3921175"/>
            <a:chExt cx="300900" cy="299325"/>
          </a:xfrm>
        </p:grpSpPr>
        <p:sp>
          <p:nvSpPr>
            <p:cNvPr id="8440" name="Google Shape;8440;p70"/>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0"/>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0"/>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0"/>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70"/>
          <p:cNvGrpSpPr/>
          <p:nvPr/>
        </p:nvGrpSpPr>
        <p:grpSpPr>
          <a:xfrm>
            <a:off x="3030727" y="1406411"/>
            <a:ext cx="355258" cy="356205"/>
            <a:chOff x="-48630025" y="3199700"/>
            <a:chExt cx="300100" cy="300900"/>
          </a:xfrm>
        </p:grpSpPr>
        <p:sp>
          <p:nvSpPr>
            <p:cNvPr id="8446" name="Google Shape;8446;p70"/>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0"/>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0"/>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70"/>
          <p:cNvGrpSpPr/>
          <p:nvPr/>
        </p:nvGrpSpPr>
        <p:grpSpPr>
          <a:xfrm>
            <a:off x="3030727" y="1843707"/>
            <a:ext cx="355258" cy="355258"/>
            <a:chOff x="-48630025" y="3569100"/>
            <a:chExt cx="300100" cy="300100"/>
          </a:xfrm>
        </p:grpSpPr>
        <p:sp>
          <p:nvSpPr>
            <p:cNvPr id="8450" name="Google Shape;8450;p70"/>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0"/>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0"/>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0"/>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0"/>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0"/>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0"/>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0"/>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0"/>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0"/>
          <p:cNvGrpSpPr/>
          <p:nvPr/>
        </p:nvGrpSpPr>
        <p:grpSpPr>
          <a:xfrm>
            <a:off x="3031201" y="2281003"/>
            <a:ext cx="354311" cy="353394"/>
            <a:chOff x="-48629225" y="3938500"/>
            <a:chExt cx="299300" cy="298525"/>
          </a:xfrm>
        </p:grpSpPr>
        <p:sp>
          <p:nvSpPr>
            <p:cNvPr id="8461" name="Google Shape;8461;p70"/>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0"/>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0"/>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0"/>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70"/>
          <p:cNvGrpSpPr/>
          <p:nvPr/>
        </p:nvGrpSpPr>
        <p:grpSpPr>
          <a:xfrm>
            <a:off x="1766604" y="2752344"/>
            <a:ext cx="311458" cy="354341"/>
            <a:chOff x="-46762575" y="3200500"/>
            <a:chExt cx="263100" cy="299325"/>
          </a:xfrm>
        </p:grpSpPr>
        <p:sp>
          <p:nvSpPr>
            <p:cNvPr id="8466" name="Google Shape;8466;p70"/>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0"/>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0"/>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0"/>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0"/>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70"/>
          <p:cNvGrpSpPr/>
          <p:nvPr/>
        </p:nvGrpSpPr>
        <p:grpSpPr>
          <a:xfrm>
            <a:off x="1744689" y="3211066"/>
            <a:ext cx="355288" cy="312375"/>
            <a:chOff x="-46779900" y="3588000"/>
            <a:chExt cx="300125" cy="263875"/>
          </a:xfrm>
        </p:grpSpPr>
        <p:sp>
          <p:nvSpPr>
            <p:cNvPr id="8472" name="Google Shape;8472;p70"/>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0"/>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0"/>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0"/>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70"/>
          <p:cNvGrpSpPr/>
          <p:nvPr/>
        </p:nvGrpSpPr>
        <p:grpSpPr>
          <a:xfrm>
            <a:off x="1745162" y="3625988"/>
            <a:ext cx="354341" cy="353394"/>
            <a:chOff x="-46779100" y="3938500"/>
            <a:chExt cx="299325" cy="298525"/>
          </a:xfrm>
        </p:grpSpPr>
        <p:sp>
          <p:nvSpPr>
            <p:cNvPr id="8477" name="Google Shape;8477;p70"/>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0"/>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70"/>
          <p:cNvGrpSpPr/>
          <p:nvPr/>
        </p:nvGrpSpPr>
        <p:grpSpPr>
          <a:xfrm>
            <a:off x="3952900" y="2758855"/>
            <a:ext cx="355258" cy="355288"/>
            <a:chOff x="-44924250" y="3206000"/>
            <a:chExt cx="300100" cy="300125"/>
          </a:xfrm>
        </p:grpSpPr>
        <p:sp>
          <p:nvSpPr>
            <p:cNvPr id="8480" name="Google Shape;8480;p70"/>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0"/>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0"/>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0"/>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0"/>
          <p:cNvGrpSpPr/>
          <p:nvPr/>
        </p:nvGrpSpPr>
        <p:grpSpPr>
          <a:xfrm>
            <a:off x="1267386" y="1386849"/>
            <a:ext cx="355258" cy="355258"/>
            <a:chOff x="-50134375" y="3183175"/>
            <a:chExt cx="300100" cy="300100"/>
          </a:xfrm>
        </p:grpSpPr>
        <p:sp>
          <p:nvSpPr>
            <p:cNvPr id="8486" name="Google Shape;8486;p70"/>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0"/>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0"/>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0"/>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0"/>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0"/>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0"/>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0"/>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0"/>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0"/>
          <p:cNvGrpSpPr/>
          <p:nvPr/>
        </p:nvGrpSpPr>
        <p:grpSpPr>
          <a:xfrm>
            <a:off x="1267386" y="1822251"/>
            <a:ext cx="355258" cy="355288"/>
            <a:chOff x="-50134375" y="3550975"/>
            <a:chExt cx="300100" cy="300125"/>
          </a:xfrm>
        </p:grpSpPr>
        <p:sp>
          <p:nvSpPr>
            <p:cNvPr id="8497" name="Google Shape;8497;p70"/>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0"/>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0"/>
          <p:cNvGrpSpPr/>
          <p:nvPr/>
        </p:nvGrpSpPr>
        <p:grpSpPr>
          <a:xfrm>
            <a:off x="1267386" y="2259783"/>
            <a:ext cx="355258" cy="355051"/>
            <a:chOff x="-50134375" y="3920575"/>
            <a:chExt cx="300100" cy="299925"/>
          </a:xfrm>
        </p:grpSpPr>
        <p:sp>
          <p:nvSpPr>
            <p:cNvPr id="8500" name="Google Shape;8500;p70"/>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0"/>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0"/>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70"/>
          <p:cNvGrpSpPr/>
          <p:nvPr/>
        </p:nvGrpSpPr>
        <p:grpSpPr>
          <a:xfrm>
            <a:off x="3478110" y="1407358"/>
            <a:ext cx="357123" cy="355258"/>
            <a:chOff x="-48262200" y="3200500"/>
            <a:chExt cx="301675" cy="300100"/>
          </a:xfrm>
        </p:grpSpPr>
        <p:sp>
          <p:nvSpPr>
            <p:cNvPr id="8504" name="Google Shape;8504;p70"/>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0"/>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0"/>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0"/>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0"/>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0"/>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70"/>
          <p:cNvGrpSpPr/>
          <p:nvPr/>
        </p:nvGrpSpPr>
        <p:grpSpPr>
          <a:xfrm>
            <a:off x="3507483" y="1844447"/>
            <a:ext cx="298377" cy="354519"/>
            <a:chOff x="-48233050" y="3569725"/>
            <a:chExt cx="252050" cy="299475"/>
          </a:xfrm>
        </p:grpSpPr>
        <p:sp>
          <p:nvSpPr>
            <p:cNvPr id="8514" name="Google Shape;8514;p70"/>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0"/>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0"/>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70"/>
          <p:cNvGrpSpPr/>
          <p:nvPr/>
        </p:nvGrpSpPr>
        <p:grpSpPr>
          <a:xfrm>
            <a:off x="3531248" y="2278191"/>
            <a:ext cx="250847" cy="358070"/>
            <a:chOff x="-48216525" y="3936125"/>
            <a:chExt cx="211900" cy="302475"/>
          </a:xfrm>
        </p:grpSpPr>
        <p:sp>
          <p:nvSpPr>
            <p:cNvPr id="8518" name="Google Shape;8518;p70"/>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0"/>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0"/>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0"/>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70"/>
          <p:cNvGrpSpPr/>
          <p:nvPr/>
        </p:nvGrpSpPr>
        <p:grpSpPr>
          <a:xfrm>
            <a:off x="2186966" y="2753261"/>
            <a:ext cx="355258" cy="355288"/>
            <a:chOff x="-46410500" y="3201275"/>
            <a:chExt cx="300100" cy="300125"/>
          </a:xfrm>
        </p:grpSpPr>
        <p:sp>
          <p:nvSpPr>
            <p:cNvPr id="8523" name="Google Shape;8523;p70"/>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0"/>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0"/>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0"/>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0"/>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0"/>
          <p:cNvGrpSpPr/>
          <p:nvPr/>
        </p:nvGrpSpPr>
        <p:grpSpPr>
          <a:xfrm>
            <a:off x="2186966" y="3188692"/>
            <a:ext cx="355258" cy="356205"/>
            <a:chOff x="-46409700" y="3569100"/>
            <a:chExt cx="300100" cy="300900"/>
          </a:xfrm>
        </p:grpSpPr>
        <p:sp>
          <p:nvSpPr>
            <p:cNvPr id="8529" name="Google Shape;8529;p70"/>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0"/>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0"/>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0"/>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0"/>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70"/>
          <p:cNvGrpSpPr/>
          <p:nvPr/>
        </p:nvGrpSpPr>
        <p:grpSpPr>
          <a:xfrm>
            <a:off x="2174847" y="3624124"/>
            <a:ext cx="379497" cy="358070"/>
            <a:chOff x="-46422300" y="3936925"/>
            <a:chExt cx="320575" cy="302475"/>
          </a:xfrm>
        </p:grpSpPr>
        <p:sp>
          <p:nvSpPr>
            <p:cNvPr id="8535" name="Google Shape;8535;p70"/>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0"/>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0"/>
          <p:cNvGrpSpPr/>
          <p:nvPr/>
        </p:nvGrpSpPr>
        <p:grpSpPr>
          <a:xfrm>
            <a:off x="3952426" y="3178452"/>
            <a:ext cx="356205" cy="355258"/>
            <a:chOff x="-44914800" y="3560450"/>
            <a:chExt cx="300900" cy="300100"/>
          </a:xfrm>
        </p:grpSpPr>
        <p:sp>
          <p:nvSpPr>
            <p:cNvPr id="8538" name="Google Shape;8538;p70"/>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0"/>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0"/>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0"/>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0"/>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70"/>
          <p:cNvGrpSpPr/>
          <p:nvPr/>
        </p:nvGrpSpPr>
        <p:grpSpPr>
          <a:xfrm>
            <a:off x="1707478" y="1387086"/>
            <a:ext cx="354311" cy="354104"/>
            <a:chOff x="-49764975" y="3183375"/>
            <a:chExt cx="299300" cy="299125"/>
          </a:xfrm>
        </p:grpSpPr>
        <p:sp>
          <p:nvSpPr>
            <p:cNvPr id="8544" name="Google Shape;8544;p70"/>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0"/>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0"/>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0"/>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0"/>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0"/>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0"/>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0"/>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0"/>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0"/>
          <p:cNvGrpSpPr/>
          <p:nvPr/>
        </p:nvGrpSpPr>
        <p:grpSpPr>
          <a:xfrm>
            <a:off x="1707478" y="1822547"/>
            <a:ext cx="354311" cy="355909"/>
            <a:chOff x="-49764975" y="3551225"/>
            <a:chExt cx="299300" cy="300650"/>
          </a:xfrm>
        </p:grpSpPr>
        <p:sp>
          <p:nvSpPr>
            <p:cNvPr id="8554" name="Google Shape;8554;p70"/>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0"/>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0"/>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0"/>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0"/>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0"/>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0"/>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0"/>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0"/>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0"/>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70"/>
          <p:cNvGrpSpPr/>
          <p:nvPr/>
        </p:nvGrpSpPr>
        <p:grpSpPr>
          <a:xfrm>
            <a:off x="1705140" y="2259310"/>
            <a:ext cx="358987" cy="355525"/>
            <a:chOff x="-49766550" y="3920175"/>
            <a:chExt cx="303250" cy="300325"/>
          </a:xfrm>
        </p:grpSpPr>
        <p:sp>
          <p:nvSpPr>
            <p:cNvPr id="8566" name="Google Shape;8566;p70"/>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0"/>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0"/>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0"/>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0"/>
          <p:cNvGrpSpPr/>
          <p:nvPr/>
        </p:nvGrpSpPr>
        <p:grpSpPr>
          <a:xfrm>
            <a:off x="3920671" y="1407358"/>
            <a:ext cx="357123" cy="354341"/>
            <a:chOff x="-47892800" y="3200500"/>
            <a:chExt cx="301675" cy="299325"/>
          </a:xfrm>
        </p:grpSpPr>
        <p:sp>
          <p:nvSpPr>
            <p:cNvPr id="8571" name="Google Shape;8571;p70"/>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0"/>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0"/>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0"/>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0"/>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0"/>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0"/>
          <p:cNvGrpSpPr/>
          <p:nvPr/>
        </p:nvGrpSpPr>
        <p:grpSpPr>
          <a:xfrm>
            <a:off x="3984537" y="1843707"/>
            <a:ext cx="229391" cy="355258"/>
            <a:chOff x="-47839250" y="3569100"/>
            <a:chExt cx="193775" cy="300100"/>
          </a:xfrm>
        </p:grpSpPr>
        <p:sp>
          <p:nvSpPr>
            <p:cNvPr id="8578" name="Google Shape;8578;p70"/>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0"/>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0"/>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0"/>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0"/>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0"/>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70"/>
          <p:cNvGrpSpPr/>
          <p:nvPr/>
        </p:nvGrpSpPr>
        <p:grpSpPr>
          <a:xfrm>
            <a:off x="3921603" y="2280056"/>
            <a:ext cx="355258" cy="356205"/>
            <a:chOff x="-47892800" y="3937700"/>
            <a:chExt cx="300100" cy="300900"/>
          </a:xfrm>
        </p:grpSpPr>
        <p:sp>
          <p:nvSpPr>
            <p:cNvPr id="8585" name="Google Shape;8585;p70"/>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0"/>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0"/>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0"/>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0"/>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0"/>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0"/>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0"/>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70"/>
          <p:cNvGrpSpPr/>
          <p:nvPr/>
        </p:nvGrpSpPr>
        <p:grpSpPr>
          <a:xfrm>
            <a:off x="2626898" y="2773770"/>
            <a:ext cx="355258" cy="311458"/>
            <a:chOff x="-46042675" y="3218600"/>
            <a:chExt cx="300100" cy="263100"/>
          </a:xfrm>
        </p:grpSpPr>
        <p:sp>
          <p:nvSpPr>
            <p:cNvPr id="8594" name="Google Shape;8594;p70"/>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0"/>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0"/>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0"/>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0"/>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0"/>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70"/>
          <p:cNvGrpSpPr/>
          <p:nvPr/>
        </p:nvGrpSpPr>
        <p:grpSpPr>
          <a:xfrm>
            <a:off x="2626898" y="3188219"/>
            <a:ext cx="355258" cy="323118"/>
            <a:chOff x="-46042675" y="3568700"/>
            <a:chExt cx="300100" cy="272950"/>
          </a:xfrm>
        </p:grpSpPr>
        <p:sp>
          <p:nvSpPr>
            <p:cNvPr id="8601" name="Google Shape;8601;p70"/>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0"/>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0"/>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0"/>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0"/>
          <p:cNvGrpSpPr/>
          <p:nvPr/>
        </p:nvGrpSpPr>
        <p:grpSpPr>
          <a:xfrm>
            <a:off x="2668849" y="3625189"/>
            <a:ext cx="271357" cy="356057"/>
            <a:chOff x="-46007225" y="3937825"/>
            <a:chExt cx="229225" cy="300775"/>
          </a:xfrm>
        </p:grpSpPr>
        <p:sp>
          <p:nvSpPr>
            <p:cNvPr id="8606" name="Google Shape;8606;p70"/>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0"/>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0"/>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0"/>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0"/>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0"/>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0"/>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0"/>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0"/>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0"/>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0"/>
          <p:cNvGrpSpPr/>
          <p:nvPr/>
        </p:nvGrpSpPr>
        <p:grpSpPr>
          <a:xfrm>
            <a:off x="3974341" y="3615275"/>
            <a:ext cx="312375" cy="357596"/>
            <a:chOff x="-44895900" y="3929450"/>
            <a:chExt cx="263875" cy="302075"/>
          </a:xfrm>
        </p:grpSpPr>
        <p:sp>
          <p:nvSpPr>
            <p:cNvPr id="8617" name="Google Shape;8617;p70"/>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0"/>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0"/>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0"/>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0"/>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0"/>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0"/>
          <p:cNvGrpSpPr/>
          <p:nvPr/>
        </p:nvGrpSpPr>
        <p:grpSpPr>
          <a:xfrm>
            <a:off x="2148160" y="1398036"/>
            <a:ext cx="356205" cy="332885"/>
            <a:chOff x="-49397175" y="3192625"/>
            <a:chExt cx="300900" cy="281200"/>
          </a:xfrm>
        </p:grpSpPr>
        <p:sp>
          <p:nvSpPr>
            <p:cNvPr id="8624" name="Google Shape;8624;p70"/>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0"/>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0"/>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0"/>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70"/>
          <p:cNvGrpSpPr/>
          <p:nvPr/>
        </p:nvGrpSpPr>
        <p:grpSpPr>
          <a:xfrm>
            <a:off x="2174263" y="1822251"/>
            <a:ext cx="304000" cy="356205"/>
            <a:chOff x="-49375900" y="3550975"/>
            <a:chExt cx="256800" cy="300900"/>
          </a:xfrm>
        </p:grpSpPr>
        <p:sp>
          <p:nvSpPr>
            <p:cNvPr id="8632" name="Google Shape;8632;p70"/>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0"/>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0"/>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0"/>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0"/>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0"/>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0"/>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0"/>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0"/>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0"/>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0"/>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70"/>
          <p:cNvGrpSpPr/>
          <p:nvPr/>
        </p:nvGrpSpPr>
        <p:grpSpPr>
          <a:xfrm>
            <a:off x="2169616" y="2259546"/>
            <a:ext cx="313293" cy="356205"/>
            <a:chOff x="-49378250" y="3920375"/>
            <a:chExt cx="264650" cy="300900"/>
          </a:xfrm>
        </p:grpSpPr>
        <p:sp>
          <p:nvSpPr>
            <p:cNvPr id="8644" name="Google Shape;8644;p70"/>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0"/>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0"/>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0"/>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0"/>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0"/>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0"/>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70"/>
          <p:cNvGrpSpPr/>
          <p:nvPr/>
        </p:nvGrpSpPr>
        <p:grpSpPr>
          <a:xfrm>
            <a:off x="888604" y="2752344"/>
            <a:ext cx="312375" cy="357123"/>
            <a:chOff x="-47505300" y="3200500"/>
            <a:chExt cx="263875" cy="301675"/>
          </a:xfrm>
        </p:grpSpPr>
        <p:sp>
          <p:nvSpPr>
            <p:cNvPr id="8652" name="Google Shape;8652;p70"/>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0"/>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0"/>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0"/>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0"/>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0"/>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0"/>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0"/>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0"/>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0"/>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0"/>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0"/>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0"/>
          <p:cNvGrpSpPr/>
          <p:nvPr/>
        </p:nvGrpSpPr>
        <p:grpSpPr>
          <a:xfrm>
            <a:off x="866704" y="3188692"/>
            <a:ext cx="356176" cy="355051"/>
            <a:chOff x="-47524975" y="3569100"/>
            <a:chExt cx="300875" cy="299925"/>
          </a:xfrm>
        </p:grpSpPr>
        <p:sp>
          <p:nvSpPr>
            <p:cNvPr id="8666" name="Google Shape;8666;p70"/>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0"/>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0"/>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0"/>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70"/>
          <p:cNvGrpSpPr/>
          <p:nvPr/>
        </p:nvGrpSpPr>
        <p:grpSpPr>
          <a:xfrm>
            <a:off x="867162" y="3667954"/>
            <a:ext cx="355258" cy="270410"/>
            <a:chOff x="-47523400" y="3973950"/>
            <a:chExt cx="300100" cy="228425"/>
          </a:xfrm>
        </p:grpSpPr>
        <p:sp>
          <p:nvSpPr>
            <p:cNvPr id="8672" name="Google Shape;8672;p70"/>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0"/>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0"/>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0"/>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70"/>
          <p:cNvGrpSpPr/>
          <p:nvPr/>
        </p:nvGrpSpPr>
        <p:grpSpPr>
          <a:xfrm>
            <a:off x="3072283" y="2750953"/>
            <a:ext cx="354341" cy="357596"/>
            <a:chOff x="-45673275" y="3199325"/>
            <a:chExt cx="299325" cy="302075"/>
          </a:xfrm>
        </p:grpSpPr>
        <p:sp>
          <p:nvSpPr>
            <p:cNvPr id="8678" name="Google Shape;8678;p70"/>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0"/>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0"/>
          <p:cNvGrpSpPr/>
          <p:nvPr/>
        </p:nvGrpSpPr>
        <p:grpSpPr>
          <a:xfrm>
            <a:off x="3071351" y="3209202"/>
            <a:ext cx="356205" cy="314240"/>
            <a:chOff x="-45674075" y="3586425"/>
            <a:chExt cx="300900" cy="265450"/>
          </a:xfrm>
        </p:grpSpPr>
        <p:sp>
          <p:nvSpPr>
            <p:cNvPr id="8682" name="Google Shape;8682;p70"/>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0"/>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0"/>
          <p:cNvGrpSpPr/>
          <p:nvPr/>
        </p:nvGrpSpPr>
        <p:grpSpPr>
          <a:xfrm>
            <a:off x="3072283" y="3625041"/>
            <a:ext cx="354341" cy="356205"/>
            <a:chOff x="-45673275" y="3937700"/>
            <a:chExt cx="299325" cy="300900"/>
          </a:xfrm>
        </p:grpSpPr>
        <p:sp>
          <p:nvSpPr>
            <p:cNvPr id="8685" name="Google Shape;8685;p70"/>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0"/>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70"/>
          <p:cNvGrpSpPr/>
          <p:nvPr/>
        </p:nvGrpSpPr>
        <p:grpSpPr>
          <a:xfrm>
            <a:off x="2186449" y="4117825"/>
            <a:ext cx="356205" cy="356205"/>
            <a:chOff x="-44512325" y="3176075"/>
            <a:chExt cx="300900" cy="300900"/>
          </a:xfrm>
        </p:grpSpPr>
        <p:sp>
          <p:nvSpPr>
            <p:cNvPr id="8692" name="Google Shape;8692;p70"/>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0"/>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0"/>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70"/>
          <p:cNvGrpSpPr/>
          <p:nvPr/>
        </p:nvGrpSpPr>
        <p:grpSpPr>
          <a:xfrm>
            <a:off x="2589789" y="1386849"/>
            <a:ext cx="354341" cy="354341"/>
            <a:chOff x="-49027775" y="3183175"/>
            <a:chExt cx="299325" cy="299325"/>
          </a:xfrm>
        </p:grpSpPr>
        <p:sp>
          <p:nvSpPr>
            <p:cNvPr id="8696" name="Google Shape;8696;p70"/>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70"/>
          <p:cNvGrpSpPr/>
          <p:nvPr/>
        </p:nvGrpSpPr>
        <p:grpSpPr>
          <a:xfrm>
            <a:off x="2589330" y="1822251"/>
            <a:ext cx="355258" cy="357152"/>
            <a:chOff x="-49027775" y="3550975"/>
            <a:chExt cx="300100" cy="301700"/>
          </a:xfrm>
        </p:grpSpPr>
        <p:sp>
          <p:nvSpPr>
            <p:cNvPr id="8701" name="Google Shape;8701;p70"/>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0"/>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0"/>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0"/>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0"/>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0"/>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70"/>
          <p:cNvGrpSpPr/>
          <p:nvPr/>
        </p:nvGrpSpPr>
        <p:grpSpPr>
          <a:xfrm>
            <a:off x="2587406" y="2259310"/>
            <a:ext cx="359106" cy="355525"/>
            <a:chOff x="-49031025" y="3920175"/>
            <a:chExt cx="303350" cy="300325"/>
          </a:xfrm>
        </p:grpSpPr>
        <p:sp>
          <p:nvSpPr>
            <p:cNvPr id="8712" name="Google Shape;8712;p70"/>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0"/>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0"/>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0"/>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0"/>
          <p:cNvGrpSpPr/>
          <p:nvPr/>
        </p:nvGrpSpPr>
        <p:grpSpPr>
          <a:xfrm>
            <a:off x="1303511" y="2752344"/>
            <a:ext cx="356176" cy="354341"/>
            <a:chOff x="-47155575" y="3200500"/>
            <a:chExt cx="300875" cy="299325"/>
          </a:xfrm>
        </p:grpSpPr>
        <p:sp>
          <p:nvSpPr>
            <p:cNvPr id="8719" name="Google Shape;8719;p70"/>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0"/>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0"/>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0"/>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0"/>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0"/>
          <p:cNvGrpSpPr/>
          <p:nvPr/>
        </p:nvGrpSpPr>
        <p:grpSpPr>
          <a:xfrm>
            <a:off x="1303970" y="3188692"/>
            <a:ext cx="355258" cy="355258"/>
            <a:chOff x="-47154800" y="3569100"/>
            <a:chExt cx="300100" cy="300100"/>
          </a:xfrm>
        </p:grpSpPr>
        <p:sp>
          <p:nvSpPr>
            <p:cNvPr id="8726" name="Google Shape;8726;p70"/>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0"/>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70"/>
          <p:cNvGrpSpPr/>
          <p:nvPr/>
        </p:nvGrpSpPr>
        <p:grpSpPr>
          <a:xfrm>
            <a:off x="1304443" y="3626905"/>
            <a:ext cx="354311" cy="353423"/>
            <a:chOff x="-47154000" y="3939275"/>
            <a:chExt cx="299300" cy="298550"/>
          </a:xfrm>
        </p:grpSpPr>
        <p:sp>
          <p:nvSpPr>
            <p:cNvPr id="8733" name="Google Shape;8733;p70"/>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0"/>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70"/>
          <p:cNvGrpSpPr/>
          <p:nvPr/>
        </p:nvGrpSpPr>
        <p:grpSpPr>
          <a:xfrm>
            <a:off x="3529733" y="2752344"/>
            <a:ext cx="312375" cy="354341"/>
            <a:chOff x="-45286550" y="3200500"/>
            <a:chExt cx="263875" cy="299325"/>
          </a:xfrm>
        </p:grpSpPr>
        <p:sp>
          <p:nvSpPr>
            <p:cNvPr id="8738" name="Google Shape;8738;p70"/>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0"/>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70"/>
          <p:cNvGrpSpPr/>
          <p:nvPr/>
        </p:nvGrpSpPr>
        <p:grpSpPr>
          <a:xfrm>
            <a:off x="3529733" y="3189639"/>
            <a:ext cx="312375" cy="354311"/>
            <a:chOff x="-45286550" y="3569900"/>
            <a:chExt cx="263875" cy="299300"/>
          </a:xfrm>
        </p:grpSpPr>
        <p:sp>
          <p:nvSpPr>
            <p:cNvPr id="8742" name="Google Shape;8742;p70"/>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0"/>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0"/>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0"/>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0"/>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0"/>
          <p:cNvGrpSpPr/>
          <p:nvPr/>
        </p:nvGrpSpPr>
        <p:grpSpPr>
          <a:xfrm>
            <a:off x="3540920" y="3625988"/>
            <a:ext cx="290001" cy="355258"/>
            <a:chOff x="-45277900" y="3938500"/>
            <a:chExt cx="244975" cy="300100"/>
          </a:xfrm>
        </p:grpSpPr>
        <p:sp>
          <p:nvSpPr>
            <p:cNvPr id="8749" name="Google Shape;8749;p70"/>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0"/>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0"/>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70"/>
          <p:cNvGrpSpPr/>
          <p:nvPr/>
        </p:nvGrpSpPr>
        <p:grpSpPr>
          <a:xfrm>
            <a:off x="2626869" y="4095090"/>
            <a:ext cx="355258" cy="355258"/>
            <a:chOff x="-44502875" y="3576975"/>
            <a:chExt cx="300100" cy="300100"/>
          </a:xfrm>
        </p:grpSpPr>
        <p:sp>
          <p:nvSpPr>
            <p:cNvPr id="8754" name="Google Shape;8754;p70"/>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0"/>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70"/>
          <p:cNvGrpSpPr/>
          <p:nvPr/>
        </p:nvGrpSpPr>
        <p:grpSpPr>
          <a:xfrm>
            <a:off x="4835456" y="1828361"/>
            <a:ext cx="356196" cy="354670"/>
            <a:chOff x="-13946200" y="3647075"/>
            <a:chExt cx="353650" cy="352100"/>
          </a:xfrm>
        </p:grpSpPr>
        <p:sp>
          <p:nvSpPr>
            <p:cNvPr id="8758" name="Google Shape;8758;p70"/>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0"/>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0"/>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0"/>
          <p:cNvGrpSpPr/>
          <p:nvPr/>
        </p:nvGrpSpPr>
        <p:grpSpPr>
          <a:xfrm>
            <a:off x="6618849" y="1387844"/>
            <a:ext cx="357002" cy="354267"/>
            <a:chOff x="-12163025" y="3214275"/>
            <a:chExt cx="354450" cy="351700"/>
          </a:xfrm>
        </p:grpSpPr>
        <p:sp>
          <p:nvSpPr>
            <p:cNvPr id="8765" name="Google Shape;8765;p70"/>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0"/>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70"/>
          <p:cNvGrpSpPr/>
          <p:nvPr/>
        </p:nvGrpSpPr>
        <p:grpSpPr>
          <a:xfrm>
            <a:off x="6619629" y="1827581"/>
            <a:ext cx="355441" cy="356232"/>
            <a:chOff x="-12160675" y="3647875"/>
            <a:chExt cx="352900" cy="353650"/>
          </a:xfrm>
        </p:grpSpPr>
        <p:sp>
          <p:nvSpPr>
            <p:cNvPr id="8769" name="Google Shape;8769;p70"/>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0"/>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0"/>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0"/>
          <p:cNvGrpSpPr/>
          <p:nvPr/>
        </p:nvGrpSpPr>
        <p:grpSpPr>
          <a:xfrm>
            <a:off x="6630345" y="2272036"/>
            <a:ext cx="354635" cy="356232"/>
            <a:chOff x="-12160675" y="4081850"/>
            <a:chExt cx="352100" cy="353650"/>
          </a:xfrm>
        </p:grpSpPr>
        <p:sp>
          <p:nvSpPr>
            <p:cNvPr id="8777" name="Google Shape;8777;p70"/>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0"/>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70"/>
          <p:cNvGrpSpPr/>
          <p:nvPr/>
        </p:nvGrpSpPr>
        <p:grpSpPr>
          <a:xfrm>
            <a:off x="4835311" y="2746480"/>
            <a:ext cx="355416" cy="355652"/>
            <a:chOff x="-10391650" y="3180600"/>
            <a:chExt cx="352875" cy="353075"/>
          </a:xfrm>
        </p:grpSpPr>
        <p:sp>
          <p:nvSpPr>
            <p:cNvPr id="8784" name="Google Shape;8784;p70"/>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70"/>
          <p:cNvGrpSpPr/>
          <p:nvPr/>
        </p:nvGrpSpPr>
        <p:grpSpPr>
          <a:xfrm>
            <a:off x="4835310" y="3223278"/>
            <a:ext cx="354635" cy="353890"/>
            <a:chOff x="-10390875" y="3616350"/>
            <a:chExt cx="352100" cy="351325"/>
          </a:xfrm>
        </p:grpSpPr>
        <p:sp>
          <p:nvSpPr>
            <p:cNvPr id="8791" name="Google Shape;8791;p70"/>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0"/>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0"/>
          <p:cNvGrpSpPr/>
          <p:nvPr/>
        </p:nvGrpSpPr>
        <p:grpSpPr>
          <a:xfrm>
            <a:off x="7502285" y="2747943"/>
            <a:ext cx="312585" cy="354670"/>
            <a:chOff x="-10370400" y="4049550"/>
            <a:chExt cx="310350" cy="352100"/>
          </a:xfrm>
        </p:grpSpPr>
        <p:sp>
          <p:nvSpPr>
            <p:cNvPr id="8795" name="Google Shape;8795;p70"/>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0"/>
          <p:cNvGrpSpPr/>
          <p:nvPr/>
        </p:nvGrpSpPr>
        <p:grpSpPr>
          <a:xfrm>
            <a:off x="6606541" y="2746884"/>
            <a:ext cx="379236" cy="354847"/>
            <a:chOff x="-8674650" y="3210975"/>
            <a:chExt cx="376525" cy="352275"/>
          </a:xfrm>
        </p:grpSpPr>
        <p:sp>
          <p:nvSpPr>
            <p:cNvPr id="8801" name="Google Shape;8801;p70"/>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0"/>
          <p:cNvGrpSpPr/>
          <p:nvPr/>
        </p:nvGrpSpPr>
        <p:grpSpPr>
          <a:xfrm>
            <a:off x="5278038" y="1828361"/>
            <a:ext cx="356221" cy="354670"/>
            <a:chOff x="-13512225" y="3647075"/>
            <a:chExt cx="353675" cy="352100"/>
          </a:xfrm>
        </p:grpSpPr>
        <p:sp>
          <p:nvSpPr>
            <p:cNvPr id="8808" name="Google Shape;8808;p70"/>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0"/>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0"/>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0"/>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0"/>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0"/>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70"/>
          <p:cNvGrpSpPr/>
          <p:nvPr/>
        </p:nvGrpSpPr>
        <p:grpSpPr>
          <a:xfrm>
            <a:off x="5288351" y="2272427"/>
            <a:ext cx="356221" cy="355451"/>
            <a:chOff x="-13512225" y="4080275"/>
            <a:chExt cx="353675" cy="352875"/>
          </a:xfrm>
        </p:grpSpPr>
        <p:sp>
          <p:nvSpPr>
            <p:cNvPr id="8819" name="Google Shape;8819;p70"/>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0"/>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70"/>
          <p:cNvGrpSpPr/>
          <p:nvPr/>
        </p:nvGrpSpPr>
        <p:grpSpPr>
          <a:xfrm>
            <a:off x="7061431" y="1419788"/>
            <a:ext cx="356196" cy="290379"/>
            <a:chOff x="-11728250" y="3245400"/>
            <a:chExt cx="353650" cy="288275"/>
          </a:xfrm>
        </p:grpSpPr>
        <p:sp>
          <p:nvSpPr>
            <p:cNvPr id="8831" name="Google Shape;8831;p70"/>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70"/>
          <p:cNvGrpSpPr/>
          <p:nvPr/>
        </p:nvGrpSpPr>
        <p:grpSpPr>
          <a:xfrm>
            <a:off x="7093939" y="2272427"/>
            <a:ext cx="311804" cy="355451"/>
            <a:chOff x="-11703850" y="4081850"/>
            <a:chExt cx="309575" cy="352875"/>
          </a:xfrm>
        </p:grpSpPr>
        <p:sp>
          <p:nvSpPr>
            <p:cNvPr id="8837" name="Google Shape;8837;p70"/>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0"/>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70"/>
          <p:cNvGrpSpPr/>
          <p:nvPr/>
        </p:nvGrpSpPr>
        <p:grpSpPr>
          <a:xfrm>
            <a:off x="5282595" y="2746580"/>
            <a:ext cx="357002" cy="355451"/>
            <a:chOff x="-9958475" y="3180025"/>
            <a:chExt cx="354450" cy="352875"/>
          </a:xfrm>
        </p:grpSpPr>
        <p:sp>
          <p:nvSpPr>
            <p:cNvPr id="8846" name="Google Shape;8846;p70"/>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70"/>
          <p:cNvGrpSpPr/>
          <p:nvPr/>
        </p:nvGrpSpPr>
        <p:grpSpPr>
          <a:xfrm>
            <a:off x="5291722" y="3222561"/>
            <a:ext cx="337966" cy="355325"/>
            <a:chOff x="-9949025" y="3615575"/>
            <a:chExt cx="335550" cy="352750"/>
          </a:xfrm>
        </p:grpSpPr>
        <p:sp>
          <p:nvSpPr>
            <p:cNvPr id="8850" name="Google Shape;8850;p70"/>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70"/>
          <p:cNvGrpSpPr/>
          <p:nvPr/>
        </p:nvGrpSpPr>
        <p:grpSpPr>
          <a:xfrm>
            <a:off x="7926568" y="2746067"/>
            <a:ext cx="360175" cy="358423"/>
            <a:chOff x="-9961625" y="4048175"/>
            <a:chExt cx="357600" cy="355825"/>
          </a:xfrm>
        </p:grpSpPr>
        <p:sp>
          <p:nvSpPr>
            <p:cNvPr id="8854" name="Google Shape;8854;p70"/>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70"/>
          <p:cNvGrpSpPr/>
          <p:nvPr/>
        </p:nvGrpSpPr>
        <p:grpSpPr>
          <a:xfrm>
            <a:off x="6613289" y="3221579"/>
            <a:ext cx="364959" cy="357289"/>
            <a:chOff x="-8680950" y="3624225"/>
            <a:chExt cx="362350" cy="354700"/>
          </a:xfrm>
        </p:grpSpPr>
        <p:sp>
          <p:nvSpPr>
            <p:cNvPr id="8861" name="Google Shape;8861;p70"/>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0"/>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70"/>
          <p:cNvGrpSpPr/>
          <p:nvPr/>
        </p:nvGrpSpPr>
        <p:grpSpPr>
          <a:xfrm>
            <a:off x="5749533" y="1387239"/>
            <a:ext cx="313365" cy="355476"/>
            <a:chOff x="-13056975" y="3212300"/>
            <a:chExt cx="311125" cy="352900"/>
          </a:xfrm>
        </p:grpSpPr>
        <p:sp>
          <p:nvSpPr>
            <p:cNvPr id="8868" name="Google Shape;8868;p70"/>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0"/>
          <p:cNvGrpSpPr/>
          <p:nvPr/>
        </p:nvGrpSpPr>
        <p:grpSpPr>
          <a:xfrm>
            <a:off x="5726921" y="1828034"/>
            <a:ext cx="358588" cy="355325"/>
            <a:chOff x="-13077450" y="3647075"/>
            <a:chExt cx="356025" cy="352750"/>
          </a:xfrm>
        </p:grpSpPr>
        <p:sp>
          <p:nvSpPr>
            <p:cNvPr id="8873" name="Google Shape;8873;p70"/>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0"/>
          <p:cNvGrpSpPr/>
          <p:nvPr/>
        </p:nvGrpSpPr>
        <p:grpSpPr>
          <a:xfrm>
            <a:off x="5738027" y="2271633"/>
            <a:ext cx="357002" cy="357037"/>
            <a:chOff x="-13079025" y="4079475"/>
            <a:chExt cx="354450" cy="354450"/>
          </a:xfrm>
        </p:grpSpPr>
        <p:sp>
          <p:nvSpPr>
            <p:cNvPr id="8877" name="Google Shape;8877;p70"/>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0"/>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70"/>
          <p:cNvGrpSpPr/>
          <p:nvPr/>
        </p:nvGrpSpPr>
        <p:grpSpPr>
          <a:xfrm>
            <a:off x="7511094" y="1387642"/>
            <a:ext cx="356221" cy="354670"/>
            <a:chOff x="-11292700" y="3213875"/>
            <a:chExt cx="353675" cy="352100"/>
          </a:xfrm>
        </p:grpSpPr>
        <p:sp>
          <p:nvSpPr>
            <p:cNvPr id="8882" name="Google Shape;8882;p70"/>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0"/>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70"/>
          <p:cNvGrpSpPr/>
          <p:nvPr/>
        </p:nvGrpSpPr>
        <p:grpSpPr>
          <a:xfrm>
            <a:off x="7505152" y="1827581"/>
            <a:ext cx="368106" cy="356232"/>
            <a:chOff x="-11299000" y="3647875"/>
            <a:chExt cx="365475" cy="353650"/>
          </a:xfrm>
        </p:grpSpPr>
        <p:sp>
          <p:nvSpPr>
            <p:cNvPr id="8890" name="Google Shape;8890;p70"/>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0"/>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70"/>
          <p:cNvGrpSpPr/>
          <p:nvPr/>
        </p:nvGrpSpPr>
        <p:grpSpPr>
          <a:xfrm>
            <a:off x="7520614" y="2283532"/>
            <a:ext cx="357808" cy="333240"/>
            <a:chOff x="-11295075" y="4092875"/>
            <a:chExt cx="355250" cy="330825"/>
          </a:xfrm>
        </p:grpSpPr>
        <p:sp>
          <p:nvSpPr>
            <p:cNvPr id="8897" name="Google Shape;8897;p70"/>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0"/>
          <p:cNvGrpSpPr/>
          <p:nvPr/>
        </p:nvGrpSpPr>
        <p:grpSpPr>
          <a:xfrm>
            <a:off x="5746214" y="2746580"/>
            <a:ext cx="312585" cy="355451"/>
            <a:chOff x="-9500075" y="3180800"/>
            <a:chExt cx="310350" cy="352875"/>
          </a:xfrm>
        </p:grpSpPr>
        <p:sp>
          <p:nvSpPr>
            <p:cNvPr id="8903" name="Google Shape;8903;p70"/>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0"/>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70"/>
          <p:cNvGrpSpPr/>
          <p:nvPr/>
        </p:nvGrpSpPr>
        <p:grpSpPr>
          <a:xfrm>
            <a:off x="5724005" y="3222095"/>
            <a:ext cx="356221" cy="356257"/>
            <a:chOff x="-9523700" y="3614000"/>
            <a:chExt cx="353675" cy="353675"/>
          </a:xfrm>
        </p:grpSpPr>
        <p:sp>
          <p:nvSpPr>
            <p:cNvPr id="8913" name="Google Shape;8913;p70"/>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0"/>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0"/>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0"/>
          <p:cNvGrpSpPr/>
          <p:nvPr/>
        </p:nvGrpSpPr>
        <p:grpSpPr>
          <a:xfrm>
            <a:off x="7508956" y="3244737"/>
            <a:ext cx="356221" cy="354670"/>
            <a:chOff x="-9523700" y="4049550"/>
            <a:chExt cx="353675" cy="352100"/>
          </a:xfrm>
        </p:grpSpPr>
        <p:sp>
          <p:nvSpPr>
            <p:cNvPr id="8923" name="Google Shape;8923;p70"/>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0"/>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0"/>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0"/>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0"/>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70"/>
          <p:cNvGrpSpPr/>
          <p:nvPr/>
        </p:nvGrpSpPr>
        <p:grpSpPr>
          <a:xfrm>
            <a:off x="7065071" y="3244710"/>
            <a:ext cx="357002" cy="311029"/>
            <a:chOff x="-8209150" y="3659675"/>
            <a:chExt cx="354450" cy="308775"/>
          </a:xfrm>
        </p:grpSpPr>
        <p:sp>
          <p:nvSpPr>
            <p:cNvPr id="8931" name="Google Shape;8931;p70"/>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70"/>
          <p:cNvGrpSpPr/>
          <p:nvPr/>
        </p:nvGrpSpPr>
        <p:grpSpPr>
          <a:xfrm>
            <a:off x="6178632" y="2273623"/>
            <a:ext cx="356221" cy="353059"/>
            <a:chOff x="-12643475" y="4081850"/>
            <a:chExt cx="353675" cy="350500"/>
          </a:xfrm>
        </p:grpSpPr>
        <p:sp>
          <p:nvSpPr>
            <p:cNvPr id="8938" name="Google Shape;8938;p70"/>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0"/>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0"/>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0"/>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2" name="Google Shape;8942;p70"/>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70"/>
          <p:cNvGrpSpPr/>
          <p:nvPr/>
        </p:nvGrpSpPr>
        <p:grpSpPr>
          <a:xfrm>
            <a:off x="7961232" y="2283532"/>
            <a:ext cx="356221" cy="333240"/>
            <a:chOff x="-10858725" y="4092875"/>
            <a:chExt cx="353675" cy="330825"/>
          </a:xfrm>
        </p:grpSpPr>
        <p:sp>
          <p:nvSpPr>
            <p:cNvPr id="8944" name="Google Shape;8944;p70"/>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70"/>
          <p:cNvGrpSpPr/>
          <p:nvPr/>
        </p:nvGrpSpPr>
        <p:grpSpPr>
          <a:xfrm>
            <a:off x="6219755" y="3222498"/>
            <a:ext cx="252278" cy="355451"/>
            <a:chOff x="-9039300" y="3614000"/>
            <a:chExt cx="250475" cy="352875"/>
          </a:xfrm>
        </p:grpSpPr>
        <p:sp>
          <p:nvSpPr>
            <p:cNvPr id="8951" name="Google Shape;8951;p70"/>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0"/>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70"/>
          <p:cNvGrpSpPr/>
          <p:nvPr/>
        </p:nvGrpSpPr>
        <p:grpSpPr>
          <a:xfrm>
            <a:off x="7951721" y="3244737"/>
            <a:ext cx="354635" cy="354670"/>
            <a:chOff x="-9088150" y="4049550"/>
            <a:chExt cx="352100" cy="352100"/>
          </a:xfrm>
        </p:grpSpPr>
        <p:sp>
          <p:nvSpPr>
            <p:cNvPr id="8954" name="Google Shape;8954;p70"/>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0"/>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0"/>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0"/>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0"/>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70"/>
          <p:cNvGrpSpPr/>
          <p:nvPr/>
        </p:nvGrpSpPr>
        <p:grpSpPr>
          <a:xfrm>
            <a:off x="7086085" y="2746970"/>
            <a:ext cx="315757" cy="354670"/>
            <a:chOff x="-8191825" y="3174500"/>
            <a:chExt cx="313500" cy="352100"/>
          </a:xfrm>
        </p:grpSpPr>
        <p:sp>
          <p:nvSpPr>
            <p:cNvPr id="8961" name="Google Shape;8961;p70"/>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0"/>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0"/>
          <p:cNvGrpSpPr/>
          <p:nvPr/>
        </p:nvGrpSpPr>
        <p:grpSpPr>
          <a:xfrm>
            <a:off x="4835443" y="1387491"/>
            <a:ext cx="356221" cy="354973"/>
            <a:chOff x="-13947000" y="3212800"/>
            <a:chExt cx="353675" cy="352400"/>
          </a:xfrm>
        </p:grpSpPr>
        <p:sp>
          <p:nvSpPr>
            <p:cNvPr id="8965" name="Google Shape;8965;p70"/>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0"/>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70"/>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8" name="Google Shape;8968;p70"/>
          <p:cNvGrpSpPr/>
          <p:nvPr/>
        </p:nvGrpSpPr>
        <p:grpSpPr>
          <a:xfrm>
            <a:off x="5278038" y="1386849"/>
            <a:ext cx="356221" cy="356257"/>
            <a:chOff x="-13512225" y="3211525"/>
            <a:chExt cx="353675" cy="353675"/>
          </a:xfrm>
        </p:grpSpPr>
        <p:sp>
          <p:nvSpPr>
            <p:cNvPr id="8969" name="Google Shape;8969;p70"/>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0"/>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0"/>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0"/>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0"/>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70"/>
          <p:cNvGrpSpPr/>
          <p:nvPr/>
        </p:nvGrpSpPr>
        <p:grpSpPr>
          <a:xfrm>
            <a:off x="6168320" y="1387239"/>
            <a:ext cx="356221" cy="355476"/>
            <a:chOff x="-12643475" y="3212300"/>
            <a:chExt cx="353675" cy="352900"/>
          </a:xfrm>
        </p:grpSpPr>
        <p:sp>
          <p:nvSpPr>
            <p:cNvPr id="8975" name="Google Shape;8975;p70"/>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0"/>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0"/>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0"/>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0"/>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0"/>
          <p:cNvGrpSpPr/>
          <p:nvPr/>
        </p:nvGrpSpPr>
        <p:grpSpPr>
          <a:xfrm>
            <a:off x="6168320" y="1839013"/>
            <a:ext cx="356221" cy="333366"/>
            <a:chOff x="-12643475" y="3657325"/>
            <a:chExt cx="353675" cy="330950"/>
          </a:xfrm>
        </p:grpSpPr>
        <p:sp>
          <p:nvSpPr>
            <p:cNvPr id="8985" name="Google Shape;8985;p70"/>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0"/>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0"/>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70"/>
          <p:cNvGrpSpPr/>
          <p:nvPr/>
        </p:nvGrpSpPr>
        <p:grpSpPr>
          <a:xfrm>
            <a:off x="7951322" y="1387642"/>
            <a:ext cx="355416" cy="354670"/>
            <a:chOff x="-10857925" y="3213875"/>
            <a:chExt cx="352875" cy="352100"/>
          </a:xfrm>
        </p:grpSpPr>
        <p:sp>
          <p:nvSpPr>
            <p:cNvPr id="8992" name="Google Shape;8992;p70"/>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0"/>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0"/>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0"/>
          <p:cNvGrpSpPr/>
          <p:nvPr/>
        </p:nvGrpSpPr>
        <p:grpSpPr>
          <a:xfrm>
            <a:off x="6168237" y="2747071"/>
            <a:ext cx="356096" cy="354469"/>
            <a:chOff x="-9089725" y="3180200"/>
            <a:chExt cx="353550" cy="351900"/>
          </a:xfrm>
        </p:grpSpPr>
        <p:sp>
          <p:nvSpPr>
            <p:cNvPr id="9003" name="Google Shape;9003;p70"/>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0"/>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70"/>
          <p:cNvGrpSpPr/>
          <p:nvPr/>
        </p:nvGrpSpPr>
        <p:grpSpPr>
          <a:xfrm>
            <a:off x="7060235" y="1826875"/>
            <a:ext cx="358588" cy="357642"/>
            <a:chOff x="7083760" y="1971660"/>
            <a:chExt cx="358588" cy="357642"/>
          </a:xfrm>
        </p:grpSpPr>
        <p:sp>
          <p:nvSpPr>
            <p:cNvPr id="9006" name="Google Shape;9006;p70"/>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0"/>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0"/>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0"/>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0"/>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8" name="Google Shape;9018;p70"/>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9019" name="Google Shape;9019;p70"/>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23" name="Shape 9023"/>
        <p:cNvGrpSpPr/>
        <p:nvPr/>
      </p:nvGrpSpPr>
      <p:grpSpPr>
        <a:xfrm>
          <a:off x="0" y="0"/>
          <a:ext cx="0" cy="0"/>
          <a:chOff x="0" y="0"/>
          <a:chExt cx="0" cy="0"/>
        </a:xfrm>
      </p:grpSpPr>
      <p:sp>
        <p:nvSpPr>
          <p:cNvPr id="9024" name="Google Shape;9024;p71"/>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5" name="Google Shape;9025;p71"/>
          <p:cNvGrpSpPr/>
          <p:nvPr/>
        </p:nvGrpSpPr>
        <p:grpSpPr>
          <a:xfrm>
            <a:off x="719610" y="2243507"/>
            <a:ext cx="452798" cy="449473"/>
            <a:chOff x="-21322300" y="3693325"/>
            <a:chExt cx="306400" cy="304150"/>
          </a:xfrm>
        </p:grpSpPr>
        <p:sp>
          <p:nvSpPr>
            <p:cNvPr id="9026" name="Google Shape;9026;p71"/>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1"/>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1"/>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1"/>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71"/>
          <p:cNvGrpSpPr/>
          <p:nvPr/>
        </p:nvGrpSpPr>
        <p:grpSpPr>
          <a:xfrm>
            <a:off x="719019" y="2810244"/>
            <a:ext cx="453980" cy="422540"/>
            <a:chOff x="-21322300" y="4077125"/>
            <a:chExt cx="307200" cy="285925"/>
          </a:xfrm>
        </p:grpSpPr>
        <p:sp>
          <p:nvSpPr>
            <p:cNvPr id="9031" name="Google Shape;9031;p71"/>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1"/>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1"/>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1"/>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1"/>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1"/>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1"/>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1"/>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1"/>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1"/>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1"/>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1"/>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1"/>
          <p:cNvGrpSpPr/>
          <p:nvPr/>
        </p:nvGrpSpPr>
        <p:grpSpPr>
          <a:xfrm>
            <a:off x="3496195" y="1689128"/>
            <a:ext cx="451653" cy="450212"/>
            <a:chOff x="-19394200" y="3333800"/>
            <a:chExt cx="305625" cy="304650"/>
          </a:xfrm>
        </p:grpSpPr>
        <p:sp>
          <p:nvSpPr>
            <p:cNvPr id="9044" name="Google Shape;9044;p71"/>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1"/>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1"/>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1"/>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1"/>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1"/>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1"/>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1"/>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1"/>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71"/>
          <p:cNvGrpSpPr/>
          <p:nvPr/>
        </p:nvGrpSpPr>
        <p:grpSpPr>
          <a:xfrm>
            <a:off x="3495032" y="2243580"/>
            <a:ext cx="453980" cy="449325"/>
            <a:chOff x="-19396575" y="3708500"/>
            <a:chExt cx="307200" cy="304050"/>
          </a:xfrm>
        </p:grpSpPr>
        <p:sp>
          <p:nvSpPr>
            <p:cNvPr id="9054" name="Google Shape;9054;p71"/>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1"/>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1"/>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71"/>
          <p:cNvGrpSpPr/>
          <p:nvPr/>
        </p:nvGrpSpPr>
        <p:grpSpPr>
          <a:xfrm>
            <a:off x="3489212" y="2796461"/>
            <a:ext cx="465618" cy="450101"/>
            <a:chOff x="-19394200" y="4084200"/>
            <a:chExt cx="315075" cy="304575"/>
          </a:xfrm>
        </p:grpSpPr>
        <p:sp>
          <p:nvSpPr>
            <p:cNvPr id="9058" name="Google Shape;9058;p71"/>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1"/>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1"/>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1"/>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1"/>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1"/>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1"/>
          <p:cNvGrpSpPr/>
          <p:nvPr/>
        </p:nvGrpSpPr>
        <p:grpSpPr>
          <a:xfrm>
            <a:off x="6294923" y="1689001"/>
            <a:ext cx="400447" cy="450470"/>
            <a:chOff x="-17526750" y="3309200"/>
            <a:chExt cx="270975" cy="304825"/>
          </a:xfrm>
        </p:grpSpPr>
        <p:sp>
          <p:nvSpPr>
            <p:cNvPr id="9065" name="Google Shape;9065;p71"/>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1"/>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1"/>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1"/>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1"/>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71"/>
          <p:cNvGrpSpPr/>
          <p:nvPr/>
        </p:nvGrpSpPr>
        <p:grpSpPr>
          <a:xfrm>
            <a:off x="6271075" y="2244173"/>
            <a:ext cx="448143" cy="448143"/>
            <a:chOff x="-17542500" y="3684100"/>
            <a:chExt cx="303250" cy="303250"/>
          </a:xfrm>
        </p:grpSpPr>
        <p:sp>
          <p:nvSpPr>
            <p:cNvPr id="9071" name="Google Shape;9071;p71"/>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1"/>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1"/>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1"/>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1"/>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1"/>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1"/>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71"/>
          <p:cNvGrpSpPr/>
          <p:nvPr/>
        </p:nvGrpSpPr>
        <p:grpSpPr>
          <a:xfrm>
            <a:off x="6270484" y="2810817"/>
            <a:ext cx="449325" cy="421395"/>
            <a:chOff x="-17542500" y="4068450"/>
            <a:chExt cx="304050" cy="285150"/>
          </a:xfrm>
        </p:grpSpPr>
        <p:sp>
          <p:nvSpPr>
            <p:cNvPr id="9079" name="Google Shape;9079;p71"/>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1"/>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1"/>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1"/>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1"/>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1"/>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71"/>
          <p:cNvGrpSpPr/>
          <p:nvPr/>
        </p:nvGrpSpPr>
        <p:grpSpPr>
          <a:xfrm>
            <a:off x="3500906" y="3342211"/>
            <a:ext cx="343404" cy="449325"/>
            <a:chOff x="-15652200" y="3335975"/>
            <a:chExt cx="232375" cy="304050"/>
          </a:xfrm>
        </p:grpSpPr>
        <p:sp>
          <p:nvSpPr>
            <p:cNvPr id="9086" name="Google Shape;9086;p71"/>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1"/>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1"/>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1"/>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1"/>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1"/>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1"/>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1"/>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1"/>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71"/>
          <p:cNvGrpSpPr/>
          <p:nvPr/>
        </p:nvGrpSpPr>
        <p:grpSpPr>
          <a:xfrm>
            <a:off x="1274819" y="2243729"/>
            <a:ext cx="449325" cy="449030"/>
            <a:chOff x="-20945825" y="3692175"/>
            <a:chExt cx="304050" cy="303850"/>
          </a:xfrm>
        </p:grpSpPr>
        <p:sp>
          <p:nvSpPr>
            <p:cNvPr id="9096" name="Google Shape;9096;p71"/>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1"/>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1"/>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1"/>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71"/>
          <p:cNvGrpSpPr/>
          <p:nvPr/>
        </p:nvGrpSpPr>
        <p:grpSpPr>
          <a:xfrm>
            <a:off x="4081644" y="1689848"/>
            <a:ext cx="372516" cy="448771"/>
            <a:chOff x="-18994100" y="3334775"/>
            <a:chExt cx="252075" cy="303675"/>
          </a:xfrm>
        </p:grpSpPr>
        <p:sp>
          <p:nvSpPr>
            <p:cNvPr id="9101" name="Google Shape;9101;p71"/>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1"/>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1"/>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1"/>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71"/>
          <p:cNvGrpSpPr/>
          <p:nvPr/>
        </p:nvGrpSpPr>
        <p:grpSpPr>
          <a:xfrm>
            <a:off x="4096200" y="2244743"/>
            <a:ext cx="343404" cy="446998"/>
            <a:chOff x="-18983850" y="3710075"/>
            <a:chExt cx="232375" cy="302475"/>
          </a:xfrm>
        </p:grpSpPr>
        <p:sp>
          <p:nvSpPr>
            <p:cNvPr id="9106" name="Google Shape;9106;p71"/>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1"/>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1"/>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1"/>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71"/>
          <p:cNvGrpSpPr/>
          <p:nvPr/>
        </p:nvGrpSpPr>
        <p:grpSpPr>
          <a:xfrm>
            <a:off x="1274247" y="1689573"/>
            <a:ext cx="450470" cy="449325"/>
            <a:chOff x="-20946600" y="3317850"/>
            <a:chExt cx="304825" cy="304050"/>
          </a:xfrm>
        </p:grpSpPr>
        <p:sp>
          <p:nvSpPr>
            <p:cNvPr id="9111" name="Google Shape;9111;p71"/>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1"/>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1"/>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71"/>
          <p:cNvGrpSpPr/>
          <p:nvPr/>
        </p:nvGrpSpPr>
        <p:grpSpPr>
          <a:xfrm>
            <a:off x="1300422" y="2797442"/>
            <a:ext cx="398119" cy="448143"/>
            <a:chOff x="-20930075" y="4066100"/>
            <a:chExt cx="269400" cy="303250"/>
          </a:xfrm>
        </p:grpSpPr>
        <p:sp>
          <p:nvSpPr>
            <p:cNvPr id="9115" name="Google Shape;9115;p71"/>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1"/>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71"/>
          <p:cNvGrpSpPr/>
          <p:nvPr/>
        </p:nvGrpSpPr>
        <p:grpSpPr>
          <a:xfrm>
            <a:off x="4042667" y="2797422"/>
            <a:ext cx="450470" cy="448180"/>
            <a:chOff x="-19020075" y="4084200"/>
            <a:chExt cx="304825" cy="303275"/>
          </a:xfrm>
        </p:grpSpPr>
        <p:sp>
          <p:nvSpPr>
            <p:cNvPr id="9118" name="Google Shape;9118;p71"/>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1"/>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1"/>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1"/>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1"/>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1"/>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1"/>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1"/>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1"/>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71"/>
          <p:cNvGrpSpPr/>
          <p:nvPr/>
        </p:nvGrpSpPr>
        <p:grpSpPr>
          <a:xfrm>
            <a:off x="6859931" y="1689001"/>
            <a:ext cx="396937" cy="450470"/>
            <a:chOff x="-17149475" y="3309200"/>
            <a:chExt cx="268600" cy="304825"/>
          </a:xfrm>
        </p:grpSpPr>
        <p:sp>
          <p:nvSpPr>
            <p:cNvPr id="9128" name="Google Shape;9128;p71"/>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1"/>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71"/>
          <p:cNvGrpSpPr/>
          <p:nvPr/>
        </p:nvGrpSpPr>
        <p:grpSpPr>
          <a:xfrm>
            <a:off x="6833737" y="2258120"/>
            <a:ext cx="449325" cy="420249"/>
            <a:chOff x="-17168375" y="3692750"/>
            <a:chExt cx="304050" cy="284375"/>
          </a:xfrm>
        </p:grpSpPr>
        <p:sp>
          <p:nvSpPr>
            <p:cNvPr id="9131" name="Google Shape;9131;p71"/>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1"/>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1"/>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1"/>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1"/>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1"/>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1"/>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71"/>
          <p:cNvGrpSpPr/>
          <p:nvPr/>
        </p:nvGrpSpPr>
        <p:grpSpPr>
          <a:xfrm>
            <a:off x="6830246" y="2796852"/>
            <a:ext cx="456308" cy="449325"/>
            <a:chOff x="-17170750" y="4058800"/>
            <a:chExt cx="308775" cy="304050"/>
          </a:xfrm>
        </p:grpSpPr>
        <p:sp>
          <p:nvSpPr>
            <p:cNvPr id="9139" name="Google Shape;9139;p71"/>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1"/>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1"/>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1"/>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1"/>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1"/>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1"/>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1"/>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1"/>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1"/>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1"/>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1"/>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1"/>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1"/>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1"/>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1"/>
          <p:cNvGrpSpPr/>
          <p:nvPr/>
        </p:nvGrpSpPr>
        <p:grpSpPr>
          <a:xfrm>
            <a:off x="5692143" y="3343358"/>
            <a:ext cx="450470" cy="446998"/>
            <a:chOff x="-15688425" y="3707725"/>
            <a:chExt cx="304825" cy="302475"/>
          </a:xfrm>
        </p:grpSpPr>
        <p:sp>
          <p:nvSpPr>
            <p:cNvPr id="9157" name="Google Shape;9157;p71"/>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1"/>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1"/>
          <p:cNvGrpSpPr/>
          <p:nvPr/>
        </p:nvGrpSpPr>
        <p:grpSpPr>
          <a:xfrm>
            <a:off x="1836300" y="1690441"/>
            <a:ext cx="451653" cy="447589"/>
            <a:chOff x="-20572500" y="3319025"/>
            <a:chExt cx="305625" cy="302875"/>
          </a:xfrm>
        </p:grpSpPr>
        <p:sp>
          <p:nvSpPr>
            <p:cNvPr id="9164" name="Google Shape;9164;p71"/>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71"/>
          <p:cNvGrpSpPr/>
          <p:nvPr/>
        </p:nvGrpSpPr>
        <p:grpSpPr>
          <a:xfrm>
            <a:off x="1837463" y="2305410"/>
            <a:ext cx="449325" cy="325670"/>
            <a:chOff x="-20571700" y="3722875"/>
            <a:chExt cx="304050" cy="220375"/>
          </a:xfrm>
        </p:grpSpPr>
        <p:sp>
          <p:nvSpPr>
            <p:cNvPr id="9167" name="Google Shape;9167;p71"/>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1"/>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71"/>
          <p:cNvGrpSpPr/>
          <p:nvPr/>
        </p:nvGrpSpPr>
        <p:grpSpPr>
          <a:xfrm>
            <a:off x="1836891" y="2796278"/>
            <a:ext cx="450470" cy="450470"/>
            <a:chOff x="-20571700" y="4066875"/>
            <a:chExt cx="304825" cy="304825"/>
          </a:xfrm>
        </p:grpSpPr>
        <p:sp>
          <p:nvSpPr>
            <p:cNvPr id="9175" name="Google Shape;9175;p71"/>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71"/>
          <p:cNvGrpSpPr/>
          <p:nvPr/>
        </p:nvGrpSpPr>
        <p:grpSpPr>
          <a:xfrm>
            <a:off x="4603593" y="1688259"/>
            <a:ext cx="453980" cy="451948"/>
            <a:chOff x="-18645175" y="3334200"/>
            <a:chExt cx="307200" cy="305825"/>
          </a:xfrm>
        </p:grpSpPr>
        <p:sp>
          <p:nvSpPr>
            <p:cNvPr id="9182" name="Google Shape;9182;p71"/>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1"/>
          <p:cNvGrpSpPr/>
          <p:nvPr/>
        </p:nvGrpSpPr>
        <p:grpSpPr>
          <a:xfrm>
            <a:off x="4604184" y="2242989"/>
            <a:ext cx="452798" cy="450507"/>
            <a:chOff x="-18645175" y="3708500"/>
            <a:chExt cx="306400" cy="304850"/>
          </a:xfrm>
        </p:grpSpPr>
        <p:sp>
          <p:nvSpPr>
            <p:cNvPr id="9188" name="Google Shape;9188;p71"/>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71"/>
          <p:cNvGrpSpPr/>
          <p:nvPr/>
        </p:nvGrpSpPr>
        <p:grpSpPr>
          <a:xfrm>
            <a:off x="4601857" y="2795630"/>
            <a:ext cx="457453" cy="451763"/>
            <a:chOff x="-18647525" y="4082625"/>
            <a:chExt cx="309550" cy="305700"/>
          </a:xfrm>
        </p:grpSpPr>
        <p:sp>
          <p:nvSpPr>
            <p:cNvPr id="9196" name="Google Shape;9196;p71"/>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71"/>
          <p:cNvGrpSpPr/>
          <p:nvPr/>
        </p:nvGrpSpPr>
        <p:grpSpPr>
          <a:xfrm>
            <a:off x="7412241" y="1689592"/>
            <a:ext cx="395755" cy="449288"/>
            <a:chOff x="-16775350" y="3309200"/>
            <a:chExt cx="267800" cy="304025"/>
          </a:xfrm>
        </p:grpSpPr>
        <p:sp>
          <p:nvSpPr>
            <p:cNvPr id="9201" name="Google Shape;9201;p71"/>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71"/>
          <p:cNvGrpSpPr/>
          <p:nvPr/>
        </p:nvGrpSpPr>
        <p:grpSpPr>
          <a:xfrm>
            <a:off x="7412241" y="2241827"/>
            <a:ext cx="395755" cy="452835"/>
            <a:chOff x="-16775350" y="3683300"/>
            <a:chExt cx="267800" cy="306425"/>
          </a:xfrm>
        </p:grpSpPr>
        <p:sp>
          <p:nvSpPr>
            <p:cNvPr id="9205" name="Google Shape;9205;p71"/>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71"/>
          <p:cNvGrpSpPr/>
          <p:nvPr/>
        </p:nvGrpSpPr>
        <p:grpSpPr>
          <a:xfrm>
            <a:off x="7384292" y="2796870"/>
            <a:ext cx="451653" cy="449288"/>
            <a:chOff x="-16794250" y="4058225"/>
            <a:chExt cx="305625" cy="304025"/>
          </a:xfrm>
        </p:grpSpPr>
        <p:sp>
          <p:nvSpPr>
            <p:cNvPr id="9209" name="Google Shape;9209;p71"/>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1"/>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1"/>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8" name="Google Shape;9218;p71"/>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9" name="Google Shape;9219;p71"/>
          <p:cNvGrpSpPr/>
          <p:nvPr/>
        </p:nvGrpSpPr>
        <p:grpSpPr>
          <a:xfrm>
            <a:off x="2385709" y="1689573"/>
            <a:ext cx="457453" cy="449325"/>
            <a:chOff x="-20199150" y="3317850"/>
            <a:chExt cx="309550" cy="304050"/>
          </a:xfrm>
        </p:grpSpPr>
        <p:sp>
          <p:nvSpPr>
            <p:cNvPr id="9220" name="Google Shape;9220;p71"/>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71"/>
          <p:cNvGrpSpPr/>
          <p:nvPr/>
        </p:nvGrpSpPr>
        <p:grpSpPr>
          <a:xfrm>
            <a:off x="2388036" y="2242861"/>
            <a:ext cx="452798" cy="450766"/>
            <a:chOff x="-20199150" y="3693150"/>
            <a:chExt cx="306400" cy="305025"/>
          </a:xfrm>
        </p:grpSpPr>
        <p:sp>
          <p:nvSpPr>
            <p:cNvPr id="9228" name="Google Shape;9228;p71"/>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71"/>
          <p:cNvGrpSpPr/>
          <p:nvPr/>
        </p:nvGrpSpPr>
        <p:grpSpPr>
          <a:xfrm>
            <a:off x="2388609" y="2795687"/>
            <a:ext cx="451653" cy="451653"/>
            <a:chOff x="-20197575" y="4066875"/>
            <a:chExt cx="305625" cy="305625"/>
          </a:xfrm>
        </p:grpSpPr>
        <p:sp>
          <p:nvSpPr>
            <p:cNvPr id="9235" name="Google Shape;9235;p71"/>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71"/>
          <p:cNvGrpSpPr/>
          <p:nvPr/>
        </p:nvGrpSpPr>
        <p:grpSpPr>
          <a:xfrm>
            <a:off x="5170827" y="1687520"/>
            <a:ext cx="449325" cy="453426"/>
            <a:chOff x="-18271050" y="3333200"/>
            <a:chExt cx="304050" cy="306825"/>
          </a:xfrm>
        </p:grpSpPr>
        <p:sp>
          <p:nvSpPr>
            <p:cNvPr id="9244" name="Google Shape;9244;p71"/>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1"/>
          <p:cNvGrpSpPr/>
          <p:nvPr/>
        </p:nvGrpSpPr>
        <p:grpSpPr>
          <a:xfrm>
            <a:off x="5171399" y="2244171"/>
            <a:ext cx="448180" cy="448143"/>
            <a:chOff x="-18270275" y="3710875"/>
            <a:chExt cx="303275" cy="303250"/>
          </a:xfrm>
        </p:grpSpPr>
        <p:sp>
          <p:nvSpPr>
            <p:cNvPr id="9250" name="Google Shape;9250;p71"/>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71"/>
          <p:cNvGrpSpPr/>
          <p:nvPr/>
        </p:nvGrpSpPr>
        <p:grpSpPr>
          <a:xfrm>
            <a:off x="5224951" y="2797422"/>
            <a:ext cx="341076" cy="448180"/>
            <a:chOff x="-18234025" y="4084200"/>
            <a:chExt cx="230800" cy="303275"/>
          </a:xfrm>
        </p:grpSpPr>
        <p:sp>
          <p:nvSpPr>
            <p:cNvPr id="9257" name="Google Shape;9257;p71"/>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71"/>
          <p:cNvGrpSpPr/>
          <p:nvPr/>
        </p:nvGrpSpPr>
        <p:grpSpPr>
          <a:xfrm>
            <a:off x="2337506" y="3341641"/>
            <a:ext cx="449325" cy="450470"/>
            <a:chOff x="-16419350" y="3308400"/>
            <a:chExt cx="304050" cy="304825"/>
          </a:xfrm>
        </p:grpSpPr>
        <p:sp>
          <p:nvSpPr>
            <p:cNvPr id="9261" name="Google Shape;9261;p71"/>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71"/>
          <p:cNvGrpSpPr/>
          <p:nvPr/>
        </p:nvGrpSpPr>
        <p:grpSpPr>
          <a:xfrm>
            <a:off x="4609062" y="3340423"/>
            <a:ext cx="395755" cy="452872"/>
            <a:chOff x="-16401225" y="3683275"/>
            <a:chExt cx="267800" cy="306450"/>
          </a:xfrm>
        </p:grpSpPr>
        <p:sp>
          <p:nvSpPr>
            <p:cNvPr id="9269" name="Google Shape;9269;p71"/>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1"/>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71"/>
          <p:cNvGrpSpPr/>
          <p:nvPr/>
        </p:nvGrpSpPr>
        <p:grpSpPr>
          <a:xfrm>
            <a:off x="7974511" y="2797062"/>
            <a:ext cx="450470" cy="448180"/>
            <a:chOff x="-16419350" y="4058200"/>
            <a:chExt cx="304825" cy="303275"/>
          </a:xfrm>
        </p:grpSpPr>
        <p:sp>
          <p:nvSpPr>
            <p:cNvPr id="9277" name="Google Shape;9277;p71"/>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71"/>
          <p:cNvGrpSpPr/>
          <p:nvPr/>
        </p:nvGrpSpPr>
        <p:grpSpPr>
          <a:xfrm>
            <a:off x="4001398" y="3343080"/>
            <a:ext cx="450507" cy="447589"/>
            <a:chOff x="-15296200" y="3326900"/>
            <a:chExt cx="304850" cy="302875"/>
          </a:xfrm>
        </p:grpSpPr>
        <p:sp>
          <p:nvSpPr>
            <p:cNvPr id="9285" name="Google Shape;9285;p71"/>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71"/>
          <p:cNvGrpSpPr/>
          <p:nvPr/>
        </p:nvGrpSpPr>
        <p:grpSpPr>
          <a:xfrm>
            <a:off x="2917051" y="1706881"/>
            <a:ext cx="486566" cy="414708"/>
            <a:chOff x="-19835275" y="3330250"/>
            <a:chExt cx="329250" cy="280625"/>
          </a:xfrm>
        </p:grpSpPr>
        <p:sp>
          <p:nvSpPr>
            <p:cNvPr id="9291" name="Google Shape;9291;p71"/>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1"/>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71"/>
          <p:cNvGrpSpPr/>
          <p:nvPr/>
        </p:nvGrpSpPr>
        <p:grpSpPr>
          <a:xfrm>
            <a:off x="2935080" y="2243470"/>
            <a:ext cx="450507" cy="449547"/>
            <a:chOff x="-19822675" y="3692750"/>
            <a:chExt cx="304850" cy="304200"/>
          </a:xfrm>
        </p:grpSpPr>
        <p:sp>
          <p:nvSpPr>
            <p:cNvPr id="9295" name="Google Shape;9295;p71"/>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71"/>
          <p:cNvGrpSpPr/>
          <p:nvPr/>
        </p:nvGrpSpPr>
        <p:grpSpPr>
          <a:xfrm>
            <a:off x="2935672" y="2796278"/>
            <a:ext cx="449325" cy="450470"/>
            <a:chOff x="-19822675" y="4066875"/>
            <a:chExt cx="304050" cy="304825"/>
          </a:xfrm>
        </p:grpSpPr>
        <p:sp>
          <p:nvSpPr>
            <p:cNvPr id="9301" name="Google Shape;9301;p71"/>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71"/>
          <p:cNvGrpSpPr/>
          <p:nvPr/>
        </p:nvGrpSpPr>
        <p:grpSpPr>
          <a:xfrm>
            <a:off x="5744740" y="1689571"/>
            <a:ext cx="399302" cy="449325"/>
            <a:chOff x="-17878825" y="3334400"/>
            <a:chExt cx="270200" cy="304050"/>
          </a:xfrm>
        </p:grpSpPr>
        <p:sp>
          <p:nvSpPr>
            <p:cNvPr id="9308" name="Google Shape;9308;p71"/>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1"/>
          <p:cNvGrpSpPr/>
          <p:nvPr/>
        </p:nvGrpSpPr>
        <p:grpSpPr>
          <a:xfrm>
            <a:off x="5718565" y="2242416"/>
            <a:ext cx="451653" cy="451653"/>
            <a:chOff x="-17896150" y="3709300"/>
            <a:chExt cx="305625" cy="305625"/>
          </a:xfrm>
        </p:grpSpPr>
        <p:sp>
          <p:nvSpPr>
            <p:cNvPr id="9316" name="Google Shape;9316;p71"/>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1"/>
          <p:cNvGrpSpPr/>
          <p:nvPr/>
        </p:nvGrpSpPr>
        <p:grpSpPr>
          <a:xfrm>
            <a:off x="5746495" y="2795686"/>
            <a:ext cx="395792" cy="451653"/>
            <a:chOff x="-17878025" y="4082625"/>
            <a:chExt cx="267825" cy="305625"/>
          </a:xfrm>
        </p:grpSpPr>
        <p:sp>
          <p:nvSpPr>
            <p:cNvPr id="9321" name="Google Shape;9321;p71"/>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1"/>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71"/>
          <p:cNvGrpSpPr/>
          <p:nvPr/>
        </p:nvGrpSpPr>
        <p:grpSpPr>
          <a:xfrm>
            <a:off x="2890388" y="3355015"/>
            <a:ext cx="450507" cy="423722"/>
            <a:chOff x="-16044450" y="3317850"/>
            <a:chExt cx="304850" cy="286725"/>
          </a:xfrm>
        </p:grpSpPr>
        <p:sp>
          <p:nvSpPr>
            <p:cNvPr id="9329" name="Google Shape;9329;p71"/>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1"/>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3" name="Google Shape;9333;p71"/>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4" name="Google Shape;9334;p71"/>
          <p:cNvGrpSpPr/>
          <p:nvPr/>
        </p:nvGrpSpPr>
        <p:grpSpPr>
          <a:xfrm>
            <a:off x="8012905" y="2243724"/>
            <a:ext cx="373662" cy="449030"/>
            <a:chOff x="-16018450" y="4058400"/>
            <a:chExt cx="252850" cy="303850"/>
          </a:xfrm>
        </p:grpSpPr>
        <p:sp>
          <p:nvSpPr>
            <p:cNvPr id="9335" name="Google Shape;9335;p71"/>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9" name="Google Shape;9339;p71"/>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44" name="Shape 9344"/>
        <p:cNvGrpSpPr/>
        <p:nvPr/>
      </p:nvGrpSpPr>
      <p:grpSpPr>
        <a:xfrm>
          <a:off x="0" y="0"/>
          <a:ext cx="0" cy="0"/>
          <a:chOff x="0" y="0"/>
          <a:chExt cx="0" cy="0"/>
        </a:xfrm>
      </p:grpSpPr>
      <p:grpSp>
        <p:nvGrpSpPr>
          <p:cNvPr id="9345" name="Google Shape;9345;p72"/>
          <p:cNvGrpSpPr/>
          <p:nvPr/>
        </p:nvGrpSpPr>
        <p:grpSpPr>
          <a:xfrm>
            <a:off x="829817" y="1689241"/>
            <a:ext cx="442337" cy="419623"/>
            <a:chOff x="-6696925" y="3272575"/>
            <a:chExt cx="307200" cy="291425"/>
          </a:xfrm>
        </p:grpSpPr>
        <p:sp>
          <p:nvSpPr>
            <p:cNvPr id="9346" name="Google Shape;9346;p72"/>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2"/>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72"/>
          <p:cNvGrpSpPr/>
          <p:nvPr/>
        </p:nvGrpSpPr>
        <p:grpSpPr>
          <a:xfrm>
            <a:off x="829799" y="2204636"/>
            <a:ext cx="442373" cy="420775"/>
            <a:chOff x="-6690625" y="3631325"/>
            <a:chExt cx="307225" cy="292225"/>
          </a:xfrm>
        </p:grpSpPr>
        <p:sp>
          <p:nvSpPr>
            <p:cNvPr id="9349" name="Google Shape;9349;p72"/>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2"/>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2"/>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2"/>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2"/>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72"/>
          <p:cNvGrpSpPr/>
          <p:nvPr/>
        </p:nvGrpSpPr>
        <p:grpSpPr>
          <a:xfrm>
            <a:off x="851921" y="2756972"/>
            <a:ext cx="421927" cy="419371"/>
            <a:chOff x="-6689825" y="3992050"/>
            <a:chExt cx="293025" cy="291250"/>
          </a:xfrm>
        </p:grpSpPr>
        <p:sp>
          <p:nvSpPr>
            <p:cNvPr id="9355" name="Google Shape;9355;p72"/>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2"/>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2"/>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2"/>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2"/>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2"/>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2"/>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2"/>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2"/>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2"/>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2"/>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2"/>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7" name="Google Shape;9367;p72"/>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72"/>
          <p:cNvGrpSpPr/>
          <p:nvPr/>
        </p:nvGrpSpPr>
        <p:grpSpPr>
          <a:xfrm>
            <a:off x="3535232" y="2205192"/>
            <a:ext cx="423043" cy="419659"/>
            <a:chOff x="-4837325" y="3612425"/>
            <a:chExt cx="293800" cy="291450"/>
          </a:xfrm>
        </p:grpSpPr>
        <p:sp>
          <p:nvSpPr>
            <p:cNvPr id="9369" name="Google Shape;9369;p72"/>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2"/>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2"/>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72"/>
          <p:cNvGrpSpPr/>
          <p:nvPr/>
        </p:nvGrpSpPr>
        <p:grpSpPr>
          <a:xfrm>
            <a:off x="3548265" y="2756826"/>
            <a:ext cx="420775" cy="419659"/>
            <a:chOff x="-4837325" y="3971575"/>
            <a:chExt cx="292225" cy="291450"/>
          </a:xfrm>
        </p:grpSpPr>
        <p:sp>
          <p:nvSpPr>
            <p:cNvPr id="9373" name="Google Shape;9373;p72"/>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2"/>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2"/>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2"/>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2"/>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2"/>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2"/>
          <p:cNvGrpSpPr/>
          <p:nvPr/>
        </p:nvGrpSpPr>
        <p:grpSpPr>
          <a:xfrm>
            <a:off x="6240279" y="1714185"/>
            <a:ext cx="430998" cy="369730"/>
            <a:chOff x="-3037625" y="3254850"/>
            <a:chExt cx="299325" cy="256775"/>
          </a:xfrm>
        </p:grpSpPr>
        <p:sp>
          <p:nvSpPr>
            <p:cNvPr id="9380" name="Google Shape;9380;p72"/>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2"/>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2"/>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2"/>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72"/>
          <p:cNvGrpSpPr/>
          <p:nvPr/>
        </p:nvGrpSpPr>
        <p:grpSpPr>
          <a:xfrm>
            <a:off x="6244239" y="2204615"/>
            <a:ext cx="423079" cy="420811"/>
            <a:chOff x="-3031325" y="3597450"/>
            <a:chExt cx="293825" cy="292250"/>
          </a:xfrm>
        </p:grpSpPr>
        <p:sp>
          <p:nvSpPr>
            <p:cNvPr id="9385" name="Google Shape;9385;p72"/>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2"/>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2"/>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2"/>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2"/>
          <p:cNvGrpSpPr/>
          <p:nvPr/>
        </p:nvGrpSpPr>
        <p:grpSpPr>
          <a:xfrm>
            <a:off x="6256714" y="2781214"/>
            <a:ext cx="421927" cy="370882"/>
            <a:chOff x="-3030525" y="3973150"/>
            <a:chExt cx="293025" cy="257575"/>
          </a:xfrm>
        </p:grpSpPr>
        <p:sp>
          <p:nvSpPr>
            <p:cNvPr id="9390" name="Google Shape;9390;p72"/>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2"/>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72"/>
          <p:cNvGrpSpPr/>
          <p:nvPr/>
        </p:nvGrpSpPr>
        <p:grpSpPr>
          <a:xfrm>
            <a:off x="1358307" y="3369426"/>
            <a:ext cx="421927" cy="297195"/>
            <a:chOff x="-1199300" y="3279250"/>
            <a:chExt cx="293025" cy="206400"/>
          </a:xfrm>
        </p:grpSpPr>
        <p:sp>
          <p:nvSpPr>
            <p:cNvPr id="9393" name="Google Shape;9393;p72"/>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2"/>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2"/>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2"/>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72"/>
          <p:cNvGrpSpPr/>
          <p:nvPr/>
        </p:nvGrpSpPr>
        <p:grpSpPr>
          <a:xfrm>
            <a:off x="1365393" y="1688773"/>
            <a:ext cx="444605" cy="420559"/>
            <a:chOff x="-6338550" y="3272950"/>
            <a:chExt cx="308775" cy="292075"/>
          </a:xfrm>
        </p:grpSpPr>
        <p:sp>
          <p:nvSpPr>
            <p:cNvPr id="9398" name="Google Shape;9398;p72"/>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2"/>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2"/>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72"/>
          <p:cNvGrpSpPr/>
          <p:nvPr/>
        </p:nvGrpSpPr>
        <p:grpSpPr>
          <a:xfrm>
            <a:off x="1376732" y="2205194"/>
            <a:ext cx="421927" cy="419659"/>
            <a:chOff x="-6329100" y="3632100"/>
            <a:chExt cx="293025" cy="291450"/>
          </a:xfrm>
        </p:grpSpPr>
        <p:sp>
          <p:nvSpPr>
            <p:cNvPr id="9402" name="Google Shape;9402;p72"/>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2"/>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2"/>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72"/>
          <p:cNvGrpSpPr/>
          <p:nvPr/>
        </p:nvGrpSpPr>
        <p:grpSpPr>
          <a:xfrm>
            <a:off x="1389783" y="2756828"/>
            <a:ext cx="419623" cy="419659"/>
            <a:chOff x="-6329875" y="3992050"/>
            <a:chExt cx="291425" cy="291450"/>
          </a:xfrm>
        </p:grpSpPr>
        <p:sp>
          <p:nvSpPr>
            <p:cNvPr id="9406" name="Google Shape;9406;p72"/>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2"/>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2"/>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2"/>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2"/>
          <p:cNvGrpSpPr/>
          <p:nvPr/>
        </p:nvGrpSpPr>
        <p:grpSpPr>
          <a:xfrm>
            <a:off x="4075920" y="1687530"/>
            <a:ext cx="423079" cy="423043"/>
            <a:chOff x="-4478975" y="3251700"/>
            <a:chExt cx="293825" cy="293800"/>
          </a:xfrm>
        </p:grpSpPr>
        <p:sp>
          <p:nvSpPr>
            <p:cNvPr id="9411" name="Google Shape;9411;p72"/>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2"/>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2"/>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72"/>
          <p:cNvGrpSpPr/>
          <p:nvPr/>
        </p:nvGrpSpPr>
        <p:grpSpPr>
          <a:xfrm>
            <a:off x="4075920" y="2205192"/>
            <a:ext cx="423079" cy="419659"/>
            <a:chOff x="-4475825" y="3612425"/>
            <a:chExt cx="293825" cy="291450"/>
          </a:xfrm>
        </p:grpSpPr>
        <p:sp>
          <p:nvSpPr>
            <p:cNvPr id="9415" name="Google Shape;9415;p72"/>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2"/>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2"/>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2"/>
          <p:cNvGrpSpPr/>
          <p:nvPr/>
        </p:nvGrpSpPr>
        <p:grpSpPr>
          <a:xfrm>
            <a:off x="4084992" y="2756844"/>
            <a:ext cx="428730" cy="419623"/>
            <a:chOff x="-4480550" y="3970800"/>
            <a:chExt cx="297750" cy="291425"/>
          </a:xfrm>
        </p:grpSpPr>
        <p:sp>
          <p:nvSpPr>
            <p:cNvPr id="9419" name="Google Shape;9419;p72"/>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2"/>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2"/>
          <p:cNvGrpSpPr/>
          <p:nvPr/>
        </p:nvGrpSpPr>
        <p:grpSpPr>
          <a:xfrm>
            <a:off x="6788826" y="1689221"/>
            <a:ext cx="415123" cy="419659"/>
            <a:chOff x="-2668225" y="3239075"/>
            <a:chExt cx="288300" cy="291450"/>
          </a:xfrm>
        </p:grpSpPr>
        <p:sp>
          <p:nvSpPr>
            <p:cNvPr id="9422" name="Google Shape;9422;p72"/>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2"/>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2"/>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2"/>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2"/>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72"/>
          <p:cNvGrpSpPr/>
          <p:nvPr/>
        </p:nvGrpSpPr>
        <p:grpSpPr>
          <a:xfrm>
            <a:off x="6785982" y="2205191"/>
            <a:ext cx="420811" cy="419659"/>
            <a:chOff x="-2671375" y="3597450"/>
            <a:chExt cx="292250" cy="291450"/>
          </a:xfrm>
        </p:grpSpPr>
        <p:sp>
          <p:nvSpPr>
            <p:cNvPr id="9428" name="Google Shape;9428;p72"/>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2"/>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2"/>
          <p:cNvGrpSpPr/>
          <p:nvPr/>
        </p:nvGrpSpPr>
        <p:grpSpPr>
          <a:xfrm>
            <a:off x="6796765" y="2755691"/>
            <a:ext cx="423043" cy="421927"/>
            <a:chOff x="-2670575" y="3956600"/>
            <a:chExt cx="293800" cy="293025"/>
          </a:xfrm>
        </p:grpSpPr>
        <p:sp>
          <p:nvSpPr>
            <p:cNvPr id="9431" name="Google Shape;9431;p72"/>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2"/>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2"/>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2"/>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72"/>
          <p:cNvGrpSpPr/>
          <p:nvPr/>
        </p:nvGrpSpPr>
        <p:grpSpPr>
          <a:xfrm>
            <a:off x="3054285" y="3311947"/>
            <a:ext cx="426462" cy="418363"/>
            <a:chOff x="-1183550" y="3586525"/>
            <a:chExt cx="296175" cy="290550"/>
          </a:xfrm>
        </p:grpSpPr>
        <p:sp>
          <p:nvSpPr>
            <p:cNvPr id="9436" name="Google Shape;9436;p72"/>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2"/>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2"/>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2"/>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2"/>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2"/>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2"/>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2"/>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2"/>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72"/>
          <p:cNvGrpSpPr/>
          <p:nvPr/>
        </p:nvGrpSpPr>
        <p:grpSpPr>
          <a:xfrm>
            <a:off x="1917896" y="1689799"/>
            <a:ext cx="420811" cy="418507"/>
            <a:chOff x="-5971525" y="3273750"/>
            <a:chExt cx="292250" cy="290650"/>
          </a:xfrm>
        </p:grpSpPr>
        <p:sp>
          <p:nvSpPr>
            <p:cNvPr id="9446" name="Google Shape;9446;p72"/>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2"/>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2"/>
          <p:cNvGrpSpPr/>
          <p:nvPr/>
        </p:nvGrpSpPr>
        <p:grpSpPr>
          <a:xfrm>
            <a:off x="1912226" y="2203826"/>
            <a:ext cx="432150" cy="422395"/>
            <a:chOff x="-5974675" y="3632100"/>
            <a:chExt cx="300125" cy="293350"/>
          </a:xfrm>
        </p:grpSpPr>
        <p:sp>
          <p:nvSpPr>
            <p:cNvPr id="9449" name="Google Shape;9449;p72"/>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2"/>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2"/>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72"/>
          <p:cNvGrpSpPr/>
          <p:nvPr/>
        </p:nvGrpSpPr>
        <p:grpSpPr>
          <a:xfrm>
            <a:off x="1942267" y="2755694"/>
            <a:ext cx="395865" cy="421927"/>
            <a:chOff x="-5971525" y="3990475"/>
            <a:chExt cx="274925" cy="293025"/>
          </a:xfrm>
        </p:grpSpPr>
        <p:sp>
          <p:nvSpPr>
            <p:cNvPr id="9453" name="Google Shape;9453;p72"/>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2"/>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2"/>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2"/>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72"/>
          <p:cNvGrpSpPr/>
          <p:nvPr/>
        </p:nvGrpSpPr>
        <p:grpSpPr>
          <a:xfrm>
            <a:off x="4615473" y="1689798"/>
            <a:ext cx="420775" cy="418507"/>
            <a:chOff x="-4118225" y="3253275"/>
            <a:chExt cx="292225" cy="290650"/>
          </a:xfrm>
        </p:grpSpPr>
        <p:sp>
          <p:nvSpPr>
            <p:cNvPr id="9458" name="Google Shape;9458;p72"/>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2"/>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2"/>
          <p:cNvGrpSpPr/>
          <p:nvPr/>
        </p:nvGrpSpPr>
        <p:grpSpPr>
          <a:xfrm>
            <a:off x="4665924" y="2204922"/>
            <a:ext cx="319874" cy="420199"/>
            <a:chOff x="-4082800" y="3612425"/>
            <a:chExt cx="222150" cy="291825"/>
          </a:xfrm>
        </p:grpSpPr>
        <p:sp>
          <p:nvSpPr>
            <p:cNvPr id="9461" name="Google Shape;9461;p72"/>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2"/>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2"/>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72"/>
          <p:cNvGrpSpPr/>
          <p:nvPr/>
        </p:nvGrpSpPr>
        <p:grpSpPr>
          <a:xfrm>
            <a:off x="4627372" y="2769876"/>
            <a:ext cx="420775" cy="393561"/>
            <a:chOff x="-4118225" y="3990475"/>
            <a:chExt cx="292225" cy="273325"/>
          </a:xfrm>
        </p:grpSpPr>
        <p:sp>
          <p:nvSpPr>
            <p:cNvPr id="9465" name="Google Shape;9465;p72"/>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2"/>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2"/>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2"/>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72"/>
          <p:cNvGrpSpPr/>
          <p:nvPr/>
        </p:nvGrpSpPr>
        <p:grpSpPr>
          <a:xfrm>
            <a:off x="7338026" y="1688087"/>
            <a:ext cx="394713" cy="421927"/>
            <a:chOff x="-2312225" y="3238300"/>
            <a:chExt cx="274125" cy="293025"/>
          </a:xfrm>
        </p:grpSpPr>
        <p:sp>
          <p:nvSpPr>
            <p:cNvPr id="9470" name="Google Shape;9470;p72"/>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2"/>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2"/>
          <p:cNvGrpSpPr/>
          <p:nvPr/>
        </p:nvGrpSpPr>
        <p:grpSpPr>
          <a:xfrm>
            <a:off x="7335742" y="2756825"/>
            <a:ext cx="423079" cy="419659"/>
            <a:chOff x="-2310650" y="3958175"/>
            <a:chExt cx="293825" cy="291450"/>
          </a:xfrm>
        </p:grpSpPr>
        <p:sp>
          <p:nvSpPr>
            <p:cNvPr id="9473" name="Google Shape;9473;p72"/>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2"/>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2"/>
          <p:cNvGrpSpPr/>
          <p:nvPr/>
        </p:nvGrpSpPr>
        <p:grpSpPr>
          <a:xfrm>
            <a:off x="4702603" y="3308459"/>
            <a:ext cx="424159" cy="419659"/>
            <a:chOff x="-1182750" y="3962900"/>
            <a:chExt cx="294575" cy="291450"/>
          </a:xfrm>
        </p:grpSpPr>
        <p:sp>
          <p:nvSpPr>
            <p:cNvPr id="9476" name="Google Shape;9476;p72"/>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2"/>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2"/>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2"/>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2"/>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2"/>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2"/>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2"/>
          <p:cNvGrpSpPr/>
          <p:nvPr/>
        </p:nvGrpSpPr>
        <p:grpSpPr>
          <a:xfrm>
            <a:off x="2455739" y="1689223"/>
            <a:ext cx="424195" cy="419659"/>
            <a:chOff x="-5611575" y="3272950"/>
            <a:chExt cx="294600" cy="291450"/>
          </a:xfrm>
        </p:grpSpPr>
        <p:sp>
          <p:nvSpPr>
            <p:cNvPr id="9484" name="Google Shape;9484;p72"/>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2"/>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2"/>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2"/>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2"/>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72"/>
          <p:cNvGrpSpPr/>
          <p:nvPr/>
        </p:nvGrpSpPr>
        <p:grpSpPr>
          <a:xfrm>
            <a:off x="2455739" y="2205770"/>
            <a:ext cx="424195" cy="418507"/>
            <a:chOff x="-5613150" y="3632900"/>
            <a:chExt cx="294600" cy="290650"/>
          </a:xfrm>
        </p:grpSpPr>
        <p:sp>
          <p:nvSpPr>
            <p:cNvPr id="9490" name="Google Shape;9490;p72"/>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2"/>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72"/>
          <p:cNvGrpSpPr/>
          <p:nvPr/>
        </p:nvGrpSpPr>
        <p:grpSpPr>
          <a:xfrm>
            <a:off x="7324977" y="2153586"/>
            <a:ext cx="420811" cy="522864"/>
            <a:chOff x="-2310650" y="3525775"/>
            <a:chExt cx="292250" cy="363125"/>
          </a:xfrm>
        </p:grpSpPr>
        <p:sp>
          <p:nvSpPr>
            <p:cNvPr id="9493" name="Google Shape;9493;p72"/>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2"/>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2"/>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2"/>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72"/>
          <p:cNvGrpSpPr/>
          <p:nvPr/>
        </p:nvGrpSpPr>
        <p:grpSpPr>
          <a:xfrm>
            <a:off x="2467638" y="2756270"/>
            <a:ext cx="424195" cy="420775"/>
            <a:chOff x="-5613150" y="3991275"/>
            <a:chExt cx="294600" cy="292225"/>
          </a:xfrm>
        </p:grpSpPr>
        <p:sp>
          <p:nvSpPr>
            <p:cNvPr id="9498" name="Google Shape;9498;p72"/>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2"/>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2"/>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2"/>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2"/>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2"/>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2"/>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2"/>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2"/>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2"/>
          <p:cNvGrpSpPr/>
          <p:nvPr/>
        </p:nvGrpSpPr>
        <p:grpSpPr>
          <a:xfrm>
            <a:off x="5139126" y="1689438"/>
            <a:ext cx="434634" cy="419227"/>
            <a:chOff x="-3768700" y="3253275"/>
            <a:chExt cx="301850" cy="291150"/>
          </a:xfrm>
        </p:grpSpPr>
        <p:sp>
          <p:nvSpPr>
            <p:cNvPr id="9508" name="Google Shape;9508;p72"/>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2"/>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2"/>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72"/>
          <p:cNvGrpSpPr/>
          <p:nvPr/>
        </p:nvGrpSpPr>
        <p:grpSpPr>
          <a:xfrm>
            <a:off x="5143209" y="2217090"/>
            <a:ext cx="426462" cy="395865"/>
            <a:chOff x="-3808700" y="3628950"/>
            <a:chExt cx="296175" cy="274925"/>
          </a:xfrm>
        </p:grpSpPr>
        <p:sp>
          <p:nvSpPr>
            <p:cNvPr id="9512" name="Google Shape;9512;p72"/>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2"/>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2"/>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72"/>
          <p:cNvGrpSpPr/>
          <p:nvPr/>
        </p:nvGrpSpPr>
        <p:grpSpPr>
          <a:xfrm>
            <a:off x="5208420" y="2756412"/>
            <a:ext cx="419443" cy="420487"/>
            <a:chOff x="-3771675" y="3971775"/>
            <a:chExt cx="291300" cy="292025"/>
          </a:xfrm>
        </p:grpSpPr>
        <p:sp>
          <p:nvSpPr>
            <p:cNvPr id="9516" name="Google Shape;9516;p72"/>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2"/>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2"/>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2"/>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2"/>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72"/>
          <p:cNvGrpSpPr/>
          <p:nvPr/>
        </p:nvGrpSpPr>
        <p:grpSpPr>
          <a:xfrm>
            <a:off x="7869864" y="1716461"/>
            <a:ext cx="420271" cy="320774"/>
            <a:chOff x="-1951475" y="3273100"/>
            <a:chExt cx="291875" cy="222775"/>
          </a:xfrm>
        </p:grpSpPr>
        <p:sp>
          <p:nvSpPr>
            <p:cNvPr id="9522" name="Google Shape;9522;p72"/>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2"/>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2"/>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2"/>
          <p:cNvGrpSpPr/>
          <p:nvPr/>
        </p:nvGrpSpPr>
        <p:grpSpPr>
          <a:xfrm>
            <a:off x="7867344" y="2205191"/>
            <a:ext cx="425310" cy="419659"/>
            <a:chOff x="-1951475" y="3597450"/>
            <a:chExt cx="295375" cy="291450"/>
          </a:xfrm>
        </p:grpSpPr>
        <p:sp>
          <p:nvSpPr>
            <p:cNvPr id="9526" name="Google Shape;9526;p72"/>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2"/>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2"/>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2"/>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72"/>
          <p:cNvGrpSpPr/>
          <p:nvPr/>
        </p:nvGrpSpPr>
        <p:grpSpPr>
          <a:xfrm>
            <a:off x="7869595" y="2756825"/>
            <a:ext cx="444605" cy="419659"/>
            <a:chOff x="-1960150" y="3956600"/>
            <a:chExt cx="308775" cy="291450"/>
          </a:xfrm>
        </p:grpSpPr>
        <p:sp>
          <p:nvSpPr>
            <p:cNvPr id="9531" name="Google Shape;9531;p72"/>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2"/>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72"/>
          <p:cNvGrpSpPr/>
          <p:nvPr/>
        </p:nvGrpSpPr>
        <p:grpSpPr>
          <a:xfrm>
            <a:off x="1923633" y="3307636"/>
            <a:ext cx="420775" cy="420775"/>
            <a:chOff x="-804700" y="3226500"/>
            <a:chExt cx="292225" cy="292225"/>
          </a:xfrm>
        </p:grpSpPr>
        <p:sp>
          <p:nvSpPr>
            <p:cNvPr id="9534" name="Google Shape;9534;p72"/>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2"/>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2"/>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2"/>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2"/>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2"/>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2"/>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2"/>
          <p:cNvGrpSpPr/>
          <p:nvPr/>
        </p:nvGrpSpPr>
        <p:grpSpPr>
          <a:xfrm>
            <a:off x="3003724" y="1688647"/>
            <a:ext cx="420775" cy="420811"/>
            <a:chOff x="-5251625" y="3272950"/>
            <a:chExt cx="292225" cy="292250"/>
          </a:xfrm>
        </p:grpSpPr>
        <p:sp>
          <p:nvSpPr>
            <p:cNvPr id="9542" name="Google Shape;9542;p72"/>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2"/>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2"/>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72"/>
          <p:cNvGrpSpPr/>
          <p:nvPr/>
        </p:nvGrpSpPr>
        <p:grpSpPr>
          <a:xfrm>
            <a:off x="3000322" y="2204348"/>
            <a:ext cx="427578" cy="421351"/>
            <a:chOff x="-5254775" y="3631325"/>
            <a:chExt cx="296950" cy="292625"/>
          </a:xfrm>
        </p:grpSpPr>
        <p:sp>
          <p:nvSpPr>
            <p:cNvPr id="9546" name="Google Shape;9546;p72"/>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2"/>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2"/>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2"/>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2"/>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2"/>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2"/>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2"/>
          <p:cNvGrpSpPr/>
          <p:nvPr/>
        </p:nvGrpSpPr>
        <p:grpSpPr>
          <a:xfrm>
            <a:off x="3016181" y="2756270"/>
            <a:ext cx="419659" cy="420775"/>
            <a:chOff x="-5251625" y="3991275"/>
            <a:chExt cx="291450" cy="292225"/>
          </a:xfrm>
        </p:grpSpPr>
        <p:sp>
          <p:nvSpPr>
            <p:cNvPr id="9554" name="Google Shape;9554;p72"/>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2"/>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2"/>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2"/>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2"/>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72"/>
          <p:cNvGrpSpPr/>
          <p:nvPr/>
        </p:nvGrpSpPr>
        <p:grpSpPr>
          <a:xfrm>
            <a:off x="5756763" y="1689240"/>
            <a:ext cx="319874" cy="419623"/>
            <a:chOff x="-3365275" y="3253275"/>
            <a:chExt cx="222150" cy="291425"/>
          </a:xfrm>
        </p:grpSpPr>
        <p:sp>
          <p:nvSpPr>
            <p:cNvPr id="9560" name="Google Shape;9560;p72"/>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2"/>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72"/>
          <p:cNvGrpSpPr/>
          <p:nvPr/>
        </p:nvGrpSpPr>
        <p:grpSpPr>
          <a:xfrm>
            <a:off x="5730701" y="2204058"/>
            <a:ext cx="371998" cy="421927"/>
            <a:chOff x="-3383375" y="3611625"/>
            <a:chExt cx="258350" cy="293025"/>
          </a:xfrm>
        </p:grpSpPr>
        <p:sp>
          <p:nvSpPr>
            <p:cNvPr id="9563" name="Google Shape;9563;p72"/>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2"/>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2"/>
          <p:cNvGrpSpPr/>
          <p:nvPr/>
        </p:nvGrpSpPr>
        <p:grpSpPr>
          <a:xfrm>
            <a:off x="5793050" y="2756826"/>
            <a:ext cx="271097" cy="419659"/>
            <a:chOff x="-3347950" y="3971575"/>
            <a:chExt cx="188275" cy="291450"/>
          </a:xfrm>
        </p:grpSpPr>
        <p:sp>
          <p:nvSpPr>
            <p:cNvPr id="9566" name="Google Shape;9566;p72"/>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2"/>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2"/>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2"/>
          <p:cNvGrpSpPr/>
          <p:nvPr/>
        </p:nvGrpSpPr>
        <p:grpSpPr>
          <a:xfrm>
            <a:off x="842909" y="3307061"/>
            <a:ext cx="371998" cy="421927"/>
            <a:chOff x="-1575775" y="3238300"/>
            <a:chExt cx="258350" cy="293025"/>
          </a:xfrm>
        </p:grpSpPr>
        <p:sp>
          <p:nvSpPr>
            <p:cNvPr id="9570" name="Google Shape;9570;p72"/>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2"/>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2"/>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2"/>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2"/>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72"/>
          <p:cNvGrpSpPr/>
          <p:nvPr/>
        </p:nvGrpSpPr>
        <p:grpSpPr>
          <a:xfrm>
            <a:off x="2487807" y="3309051"/>
            <a:ext cx="423079" cy="424159"/>
            <a:chOff x="-1591550" y="3597475"/>
            <a:chExt cx="293825" cy="294575"/>
          </a:xfrm>
        </p:grpSpPr>
        <p:sp>
          <p:nvSpPr>
            <p:cNvPr id="9576" name="Google Shape;9576;p72"/>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2"/>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2"/>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72"/>
          <p:cNvGrpSpPr/>
          <p:nvPr/>
        </p:nvGrpSpPr>
        <p:grpSpPr>
          <a:xfrm>
            <a:off x="4137277" y="3318663"/>
            <a:ext cx="421927" cy="399248"/>
            <a:chOff x="-1592325" y="3957400"/>
            <a:chExt cx="293025" cy="277275"/>
          </a:xfrm>
        </p:grpSpPr>
        <p:sp>
          <p:nvSpPr>
            <p:cNvPr id="9580" name="Google Shape;9580;p72"/>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2"/>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2"/>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2"/>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2"/>
          <p:cNvGrpSpPr/>
          <p:nvPr/>
        </p:nvGrpSpPr>
        <p:grpSpPr>
          <a:xfrm>
            <a:off x="3624147" y="3310744"/>
            <a:ext cx="369730" cy="420775"/>
            <a:chOff x="-778700" y="3612425"/>
            <a:chExt cx="256775" cy="292225"/>
          </a:xfrm>
        </p:grpSpPr>
        <p:sp>
          <p:nvSpPr>
            <p:cNvPr id="9585" name="Google Shape;9585;p72"/>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2"/>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2"/>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2"/>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2"/>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2"/>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2"/>
          <p:cNvGrpSpPr/>
          <p:nvPr/>
        </p:nvGrpSpPr>
        <p:grpSpPr>
          <a:xfrm>
            <a:off x="6095649" y="3828305"/>
            <a:ext cx="340731" cy="387641"/>
            <a:chOff x="7728464" y="1561258"/>
            <a:chExt cx="349719" cy="397866"/>
          </a:xfrm>
        </p:grpSpPr>
        <p:sp>
          <p:nvSpPr>
            <p:cNvPr id="9592" name="Google Shape;9592;p72"/>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2"/>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72"/>
          <p:cNvGrpSpPr/>
          <p:nvPr/>
        </p:nvGrpSpPr>
        <p:grpSpPr>
          <a:xfrm>
            <a:off x="4018617" y="3828305"/>
            <a:ext cx="387681" cy="387641"/>
            <a:chOff x="5611350" y="1561258"/>
            <a:chExt cx="397907" cy="397866"/>
          </a:xfrm>
        </p:grpSpPr>
        <p:sp>
          <p:nvSpPr>
            <p:cNvPr id="9595" name="Google Shape;9595;p72"/>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2"/>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2"/>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2"/>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72"/>
          <p:cNvGrpSpPr/>
          <p:nvPr/>
        </p:nvGrpSpPr>
        <p:grpSpPr>
          <a:xfrm>
            <a:off x="4537903" y="3925571"/>
            <a:ext cx="387610" cy="193109"/>
            <a:chOff x="6140660" y="1661097"/>
            <a:chExt cx="397835" cy="198202"/>
          </a:xfrm>
        </p:grpSpPr>
        <p:sp>
          <p:nvSpPr>
            <p:cNvPr id="9600" name="Google Shape;9600;p72"/>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2"/>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2"/>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2"/>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2"/>
          <p:cNvGrpSpPr/>
          <p:nvPr/>
        </p:nvGrpSpPr>
        <p:grpSpPr>
          <a:xfrm>
            <a:off x="5057118" y="3828305"/>
            <a:ext cx="387681" cy="387641"/>
            <a:chOff x="6669907" y="1561258"/>
            <a:chExt cx="397907" cy="397866"/>
          </a:xfrm>
        </p:grpSpPr>
        <p:sp>
          <p:nvSpPr>
            <p:cNvPr id="9605" name="Google Shape;9605;p72"/>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2"/>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2"/>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2"/>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2"/>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2"/>
          <p:cNvGrpSpPr/>
          <p:nvPr/>
        </p:nvGrpSpPr>
        <p:grpSpPr>
          <a:xfrm>
            <a:off x="1942348" y="3885842"/>
            <a:ext cx="387681" cy="272572"/>
            <a:chOff x="3386036" y="1746339"/>
            <a:chExt cx="397907" cy="279762"/>
          </a:xfrm>
        </p:grpSpPr>
        <p:sp>
          <p:nvSpPr>
            <p:cNvPr id="9611" name="Google Shape;9611;p72"/>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2"/>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2"/>
          <p:cNvGrpSpPr/>
          <p:nvPr/>
        </p:nvGrpSpPr>
        <p:grpSpPr>
          <a:xfrm>
            <a:off x="2980045" y="3828288"/>
            <a:ext cx="387681" cy="387681"/>
            <a:chOff x="4417380" y="1687279"/>
            <a:chExt cx="397907" cy="397907"/>
          </a:xfrm>
        </p:grpSpPr>
        <p:sp>
          <p:nvSpPr>
            <p:cNvPr id="9614" name="Google Shape;9614;p72"/>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2"/>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72"/>
          <p:cNvGrpSpPr/>
          <p:nvPr/>
        </p:nvGrpSpPr>
        <p:grpSpPr>
          <a:xfrm>
            <a:off x="7926526" y="3308537"/>
            <a:ext cx="387661" cy="387661"/>
            <a:chOff x="2869999" y="1687279"/>
            <a:chExt cx="397887" cy="397887"/>
          </a:xfrm>
        </p:grpSpPr>
        <p:sp>
          <p:nvSpPr>
            <p:cNvPr id="9617" name="Google Shape;9617;p72"/>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2"/>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2"/>
          <p:cNvGrpSpPr/>
          <p:nvPr/>
        </p:nvGrpSpPr>
        <p:grpSpPr>
          <a:xfrm>
            <a:off x="2461634" y="3828664"/>
            <a:ext cx="386807" cy="386929"/>
            <a:chOff x="3902887" y="1687655"/>
            <a:chExt cx="397010" cy="397135"/>
          </a:xfrm>
        </p:grpSpPr>
        <p:sp>
          <p:nvSpPr>
            <p:cNvPr id="9620" name="Google Shape;9620;p72"/>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2"/>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2"/>
          <p:cNvGrpSpPr/>
          <p:nvPr/>
        </p:nvGrpSpPr>
        <p:grpSpPr>
          <a:xfrm>
            <a:off x="3499331" y="3828344"/>
            <a:ext cx="387681" cy="387681"/>
            <a:chOff x="4933458" y="1687279"/>
            <a:chExt cx="397907" cy="397907"/>
          </a:xfrm>
        </p:grpSpPr>
        <p:sp>
          <p:nvSpPr>
            <p:cNvPr id="9623" name="Google Shape;9623;p72"/>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2"/>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2"/>
          <p:cNvGrpSpPr/>
          <p:nvPr/>
        </p:nvGrpSpPr>
        <p:grpSpPr>
          <a:xfrm>
            <a:off x="5273586" y="3308775"/>
            <a:ext cx="387681" cy="387661"/>
            <a:chOff x="266768" y="1721375"/>
            <a:chExt cx="397907" cy="397887"/>
          </a:xfrm>
        </p:grpSpPr>
        <p:sp>
          <p:nvSpPr>
            <p:cNvPr id="9626" name="Google Shape;9626;p72"/>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2"/>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72"/>
          <p:cNvGrpSpPr/>
          <p:nvPr/>
        </p:nvGrpSpPr>
        <p:grpSpPr>
          <a:xfrm>
            <a:off x="7395588" y="3308924"/>
            <a:ext cx="387539" cy="386888"/>
            <a:chOff x="2408992" y="1722875"/>
            <a:chExt cx="397761" cy="397093"/>
          </a:xfrm>
        </p:grpSpPr>
        <p:sp>
          <p:nvSpPr>
            <p:cNvPr id="9629" name="Google Shape;9629;p72"/>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2"/>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2"/>
          <p:cNvGrpSpPr/>
          <p:nvPr/>
        </p:nvGrpSpPr>
        <p:grpSpPr>
          <a:xfrm>
            <a:off x="5576404" y="3828305"/>
            <a:ext cx="387641" cy="387641"/>
            <a:chOff x="7199196" y="1561258"/>
            <a:chExt cx="397866" cy="397866"/>
          </a:xfrm>
        </p:grpSpPr>
        <p:sp>
          <p:nvSpPr>
            <p:cNvPr id="9632" name="Google Shape;9632;p72"/>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2"/>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2"/>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72"/>
          <p:cNvGrpSpPr/>
          <p:nvPr/>
        </p:nvGrpSpPr>
        <p:grpSpPr>
          <a:xfrm>
            <a:off x="6332282" y="3308537"/>
            <a:ext cx="387661" cy="387661"/>
            <a:chOff x="1379798" y="1723250"/>
            <a:chExt cx="397887" cy="397887"/>
          </a:xfrm>
        </p:grpSpPr>
        <p:sp>
          <p:nvSpPr>
            <p:cNvPr id="9636" name="Google Shape;9636;p72"/>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2"/>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2"/>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2"/>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2"/>
          <p:cNvGrpSpPr/>
          <p:nvPr/>
        </p:nvGrpSpPr>
        <p:grpSpPr>
          <a:xfrm>
            <a:off x="5801242" y="3308537"/>
            <a:ext cx="387641" cy="387661"/>
            <a:chOff x="864491" y="1723250"/>
            <a:chExt cx="397866" cy="397887"/>
          </a:xfrm>
        </p:grpSpPr>
        <p:sp>
          <p:nvSpPr>
            <p:cNvPr id="9641" name="Google Shape;9641;p72"/>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2"/>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2"/>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4" name="Google Shape;9644;p72"/>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5" name="Google Shape;9645;p72"/>
          <p:cNvGrpSpPr/>
          <p:nvPr/>
        </p:nvGrpSpPr>
        <p:grpSpPr>
          <a:xfrm>
            <a:off x="6568070" y="3827060"/>
            <a:ext cx="388966" cy="388966"/>
            <a:chOff x="1190625" y="238125"/>
            <a:chExt cx="5235075" cy="5235075"/>
          </a:xfrm>
        </p:grpSpPr>
        <p:sp>
          <p:nvSpPr>
            <p:cNvPr id="9646" name="Google Shape;9646;p72"/>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2"/>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8" name="Google Shape;9648;p7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52" name="Shape 9652"/>
        <p:cNvGrpSpPr/>
        <p:nvPr/>
      </p:nvGrpSpPr>
      <p:grpSpPr>
        <a:xfrm>
          <a:off x="0" y="0"/>
          <a:ext cx="0" cy="0"/>
          <a:chOff x="0" y="0"/>
          <a:chExt cx="0" cy="0"/>
        </a:xfrm>
      </p:grpSpPr>
      <p:pic>
        <p:nvPicPr>
          <p:cNvPr id="9653" name="Google Shape;9653;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arket Research Consulting by Slidesgo">
  <a:themeElements>
    <a:clrScheme name="Simple Light">
      <a:dk1>
        <a:srgbClr val="002637"/>
      </a:dk1>
      <a:lt1>
        <a:srgbClr val="005075"/>
      </a:lt1>
      <a:dk2>
        <a:srgbClr val="BFE0F0"/>
      </a:dk2>
      <a:lt2>
        <a:srgbClr val="E8F5FC"/>
      </a:lt2>
      <a:accent1>
        <a:srgbClr val="F48038"/>
      </a:accent1>
      <a:accent2>
        <a:srgbClr val="FFB07F"/>
      </a:accent2>
      <a:accent3>
        <a:srgbClr val="FFFFFF"/>
      </a:accent3>
      <a:accent4>
        <a:srgbClr val="FFFFFF"/>
      </a:accent4>
      <a:accent5>
        <a:srgbClr val="FFFFFF"/>
      </a:accent5>
      <a:accent6>
        <a:srgbClr val="FFFFFF"/>
      </a:accent6>
      <a:hlink>
        <a:srgbClr val="00263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